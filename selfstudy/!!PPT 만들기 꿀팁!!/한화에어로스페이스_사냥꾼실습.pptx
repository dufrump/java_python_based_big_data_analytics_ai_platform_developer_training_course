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svg" ContentType="image/svg+xml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wdp" ContentType="image/vnd.ms-photo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3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4.xml" ContentType="application/vnd.openxmlformats-officedocument.theme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theme/theme5.xml" ContentType="application/vnd.openxmlformats-officedocument.theme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theme/theme6.xml" ContentType="application/vnd.openxmlformats-officedocument.theme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theme/theme7.xml" ContentType="application/vnd.openxmlformats-officedocument.theme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theme/theme8.xml" ContentType="application/vnd.openxmlformats-officedocument.theme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theme/theme9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theme/theme10.xml" ContentType="application/vnd.openxmlformats-officedocument.theme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theme/theme11.xml" ContentType="application/vnd.openxmlformats-officedocument.theme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theme/theme12.xml" ContentType="application/vnd.openxmlformats-officedocument.theme+xml"/>
  <Override PartName="/ppt/theme/theme1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54.xml" ContentType="application/vnd.openxmlformats-officedocument.presentationml.notesSlide+xml"/>
  <Override PartName="/ppt/charts/chart3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charts/chart4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0" r:id="rId1"/>
    <p:sldMasterId id="2147483863" r:id="rId2"/>
    <p:sldMasterId id="2147483880" r:id="rId3"/>
    <p:sldMasterId id="2147483965" r:id="rId4"/>
    <p:sldMasterId id="2147483986" r:id="rId5"/>
    <p:sldMasterId id="2147484100" r:id="rId6"/>
    <p:sldMasterId id="2147484137" r:id="rId7"/>
    <p:sldMasterId id="2147484183" r:id="rId8"/>
    <p:sldMasterId id="2147484188" r:id="rId9"/>
    <p:sldMasterId id="2147484268" r:id="rId10"/>
    <p:sldMasterId id="2147484385" r:id="rId11"/>
    <p:sldMasterId id="2147484397" r:id="rId12"/>
  </p:sldMasterIdLst>
  <p:notesMasterIdLst>
    <p:notesMasterId r:id="rId77"/>
  </p:notesMasterIdLst>
  <p:sldIdLst>
    <p:sldId id="624" r:id="rId13"/>
    <p:sldId id="2147471125" r:id="rId14"/>
    <p:sldId id="2145708471" r:id="rId15"/>
    <p:sldId id="2147470798" r:id="rId16"/>
    <p:sldId id="2145708770" r:id="rId17"/>
    <p:sldId id="2145708771" r:id="rId18"/>
    <p:sldId id="3720" r:id="rId19"/>
    <p:sldId id="2147471024" r:id="rId20"/>
    <p:sldId id="2145708774" r:id="rId21"/>
    <p:sldId id="2145708214" r:id="rId22"/>
    <p:sldId id="2145708775" r:id="rId23"/>
    <p:sldId id="2147471026" r:id="rId24"/>
    <p:sldId id="2145708788" r:id="rId25"/>
    <p:sldId id="2145708783" r:id="rId26"/>
    <p:sldId id="1434" r:id="rId27"/>
    <p:sldId id="4221" r:id="rId28"/>
    <p:sldId id="1013" r:id="rId29"/>
    <p:sldId id="2145708238" r:id="rId30"/>
    <p:sldId id="2145708239" r:id="rId31"/>
    <p:sldId id="2145708240" r:id="rId32"/>
    <p:sldId id="2147471029" r:id="rId33"/>
    <p:sldId id="2147471126" r:id="rId34"/>
    <p:sldId id="2147470752" r:id="rId35"/>
    <p:sldId id="2145708216" r:id="rId36"/>
    <p:sldId id="2147471116" r:id="rId37"/>
    <p:sldId id="2147470698" r:id="rId38"/>
    <p:sldId id="2147471127" r:id="rId39"/>
    <p:sldId id="2147470699" r:id="rId40"/>
    <p:sldId id="2147470724" r:id="rId41"/>
    <p:sldId id="2147470768" r:id="rId42"/>
    <p:sldId id="2147470725" r:id="rId43"/>
    <p:sldId id="2147470769" r:id="rId44"/>
    <p:sldId id="2147470726" r:id="rId45"/>
    <p:sldId id="2147471120" r:id="rId46"/>
    <p:sldId id="3730" r:id="rId47"/>
    <p:sldId id="2145708756" r:id="rId48"/>
    <p:sldId id="2145708086" r:id="rId49"/>
    <p:sldId id="1064" r:id="rId50"/>
    <p:sldId id="1065" r:id="rId51"/>
    <p:sldId id="1397" r:id="rId52"/>
    <p:sldId id="2145708693" r:id="rId53"/>
    <p:sldId id="2147471128" r:id="rId54"/>
    <p:sldId id="2145708694" r:id="rId55"/>
    <p:sldId id="2147471129" r:id="rId56"/>
    <p:sldId id="2145708304" r:id="rId57"/>
    <p:sldId id="2145708695" r:id="rId58"/>
    <p:sldId id="3795" r:id="rId59"/>
    <p:sldId id="4302" r:id="rId60"/>
    <p:sldId id="2147470678" r:id="rId61"/>
    <p:sldId id="2145708778" r:id="rId62"/>
    <p:sldId id="2145708784" r:id="rId63"/>
    <p:sldId id="2145708267" r:id="rId64"/>
    <p:sldId id="2145708268" r:id="rId65"/>
    <p:sldId id="2145708269" r:id="rId66"/>
    <p:sldId id="2145708270" r:id="rId67"/>
    <p:sldId id="2145708271" r:id="rId68"/>
    <p:sldId id="4322" r:id="rId69"/>
    <p:sldId id="4327" r:id="rId70"/>
    <p:sldId id="2145708249" r:id="rId71"/>
    <p:sldId id="2145708281" r:id="rId72"/>
    <p:sldId id="2145708758" r:id="rId73"/>
    <p:sldId id="2145708757" r:id="rId74"/>
    <p:sldId id="2145708280" r:id="rId75"/>
    <p:sldId id="2145708755" r:id="rId7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00. 기초" id="{E6DAE1F7-CBC6-48EC-A97C-68C0A3790B41}">
          <p14:sldIdLst>
            <p14:sldId id="624"/>
            <p14:sldId id="2147471125"/>
            <p14:sldId id="2145708471"/>
            <p14:sldId id="2147470798"/>
          </p14:sldIdLst>
        </p14:section>
        <p14:section name="01. 텍스트" id="{F4292A09-D22E-4579-8A19-F58E7E3025F4}">
          <p14:sldIdLst>
            <p14:sldId id="2145708770"/>
            <p14:sldId id="2145708771"/>
            <p14:sldId id="3720"/>
            <p14:sldId id="2147471024"/>
            <p14:sldId id="2145708774"/>
            <p14:sldId id="2145708214"/>
            <p14:sldId id="2145708775"/>
            <p14:sldId id="2147471026"/>
            <p14:sldId id="2145708788"/>
            <p14:sldId id="2145708783"/>
          </p14:sldIdLst>
        </p14:section>
        <p14:section name="02. 속도 &amp; 구조화" id="{E9305423-5A46-4A1A-BDE8-0AAC9A5DC0F8}">
          <p14:sldIdLst>
            <p14:sldId id="1434"/>
            <p14:sldId id="4221"/>
            <p14:sldId id="1013"/>
            <p14:sldId id="2145708238"/>
            <p14:sldId id="2145708239"/>
            <p14:sldId id="2145708240"/>
            <p14:sldId id="2147471029"/>
            <p14:sldId id="2147471126"/>
            <p14:sldId id="2147470752"/>
            <p14:sldId id="2145708216"/>
            <p14:sldId id="2147471116"/>
            <p14:sldId id="2147470698"/>
            <p14:sldId id="2147471127"/>
            <p14:sldId id="2147470699"/>
            <p14:sldId id="2147470724"/>
            <p14:sldId id="2147470768"/>
            <p14:sldId id="2147470725"/>
            <p14:sldId id="2147470769"/>
            <p14:sldId id="2147470726"/>
          </p14:sldIdLst>
        </p14:section>
        <p14:section name="03. 이미지" id="{ADB1748D-F2DB-4E87-9CBE-7B117F147F0B}">
          <p14:sldIdLst>
            <p14:sldId id="2147471120"/>
            <p14:sldId id="3730"/>
            <p14:sldId id="2145708756"/>
            <p14:sldId id="2145708086"/>
            <p14:sldId id="1064"/>
            <p14:sldId id="1065"/>
            <p14:sldId id="1397"/>
            <p14:sldId id="2145708693"/>
            <p14:sldId id="2147471128"/>
            <p14:sldId id="2145708694"/>
            <p14:sldId id="2147471129"/>
            <p14:sldId id="2145708304"/>
            <p14:sldId id="2145708695"/>
            <p14:sldId id="3795"/>
            <p14:sldId id="4302"/>
            <p14:sldId id="2147470678"/>
            <p14:sldId id="2145708778"/>
            <p14:sldId id="2145708784"/>
          </p14:sldIdLst>
        </p14:section>
        <p14:section name="04. 표/그래프" id="{9408F160-6084-4AA9-8947-F393C6A7F31E}">
          <p14:sldIdLst>
            <p14:sldId id="2145708267"/>
            <p14:sldId id="2145708268"/>
            <p14:sldId id="2145708269"/>
            <p14:sldId id="2145708270"/>
            <p14:sldId id="2145708271"/>
            <p14:sldId id="4322"/>
            <p14:sldId id="4327"/>
          </p14:sldIdLst>
        </p14:section>
        <p14:section name="뽀나쓰" id="{257B2B71-E042-4026-8FD7-3A661D8A8CB5}">
          <p14:sldIdLst>
            <p14:sldId id="2145708249"/>
            <p14:sldId id="2145708281"/>
            <p14:sldId id="2145708758"/>
            <p14:sldId id="2145708757"/>
            <p14:sldId id="2145708280"/>
            <p14:sldId id="2145708755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FA6502"/>
    <a:srgbClr val="D0CECE"/>
    <a:srgbClr val="FB8C41"/>
    <a:srgbClr val="FC9F61"/>
    <a:srgbClr val="1A1506"/>
    <a:srgbClr val="FF3838"/>
    <a:srgbClr val="3B3838"/>
    <a:srgbClr val="EE6E00"/>
    <a:srgbClr val="18171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708" autoAdjust="0"/>
    <p:restoredTop sz="96296" autoAdjust="0"/>
  </p:normalViewPr>
  <p:slideViewPr>
    <p:cSldViewPr snapToGrid="0">
      <p:cViewPr varScale="1">
        <p:scale>
          <a:sx n="48" d="100"/>
          <a:sy n="48" d="100"/>
        </p:scale>
        <p:origin x="36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4185"/>
    </p:cViewPr>
  </p:sorterViewPr>
  <p:notesViewPr>
    <p:cSldViewPr snapToGrid="0">
      <p:cViewPr varScale="1">
        <p:scale>
          <a:sx n="78" d="100"/>
          <a:sy n="78" d="100"/>
        </p:scale>
        <p:origin x="3966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14.xml"/><Relationship Id="rId21" Type="http://schemas.openxmlformats.org/officeDocument/2006/relationships/slide" Target="slides/slide9.xml"/><Relationship Id="rId42" Type="http://schemas.openxmlformats.org/officeDocument/2006/relationships/slide" Target="slides/slide30.xml"/><Relationship Id="rId47" Type="http://schemas.openxmlformats.org/officeDocument/2006/relationships/slide" Target="slides/slide35.xml"/><Relationship Id="rId63" Type="http://schemas.openxmlformats.org/officeDocument/2006/relationships/slide" Target="slides/slide51.xml"/><Relationship Id="rId68" Type="http://schemas.openxmlformats.org/officeDocument/2006/relationships/slide" Target="slides/slide56.xml"/><Relationship Id="rId16" Type="http://schemas.openxmlformats.org/officeDocument/2006/relationships/slide" Target="slides/slide4.xml"/><Relationship Id="rId11" Type="http://schemas.openxmlformats.org/officeDocument/2006/relationships/slideMaster" Target="slideMasters/slideMaster11.xml"/><Relationship Id="rId32" Type="http://schemas.openxmlformats.org/officeDocument/2006/relationships/slide" Target="slides/slide20.xml"/><Relationship Id="rId37" Type="http://schemas.openxmlformats.org/officeDocument/2006/relationships/slide" Target="slides/slide25.xml"/><Relationship Id="rId53" Type="http://schemas.openxmlformats.org/officeDocument/2006/relationships/slide" Target="slides/slide41.xml"/><Relationship Id="rId58" Type="http://schemas.openxmlformats.org/officeDocument/2006/relationships/slide" Target="slides/slide46.xml"/><Relationship Id="rId74" Type="http://schemas.openxmlformats.org/officeDocument/2006/relationships/slide" Target="slides/slide62.xml"/><Relationship Id="rId79" Type="http://schemas.openxmlformats.org/officeDocument/2006/relationships/viewProps" Target="viewProps.xml"/><Relationship Id="rId5" Type="http://schemas.openxmlformats.org/officeDocument/2006/relationships/slideMaster" Target="slideMasters/slideMaster5.xml"/><Relationship Id="rId61" Type="http://schemas.openxmlformats.org/officeDocument/2006/relationships/slide" Target="slides/slide49.xml"/><Relationship Id="rId19" Type="http://schemas.openxmlformats.org/officeDocument/2006/relationships/slide" Target="slides/slide7.xml"/><Relationship Id="rId14" Type="http://schemas.openxmlformats.org/officeDocument/2006/relationships/slide" Target="slides/slide2.xml"/><Relationship Id="rId22" Type="http://schemas.openxmlformats.org/officeDocument/2006/relationships/slide" Target="slides/slide10.xml"/><Relationship Id="rId27" Type="http://schemas.openxmlformats.org/officeDocument/2006/relationships/slide" Target="slides/slide15.xml"/><Relationship Id="rId30" Type="http://schemas.openxmlformats.org/officeDocument/2006/relationships/slide" Target="slides/slide18.xml"/><Relationship Id="rId35" Type="http://schemas.openxmlformats.org/officeDocument/2006/relationships/slide" Target="slides/slide23.xml"/><Relationship Id="rId43" Type="http://schemas.openxmlformats.org/officeDocument/2006/relationships/slide" Target="slides/slide31.xml"/><Relationship Id="rId48" Type="http://schemas.openxmlformats.org/officeDocument/2006/relationships/slide" Target="slides/slide36.xml"/><Relationship Id="rId56" Type="http://schemas.openxmlformats.org/officeDocument/2006/relationships/slide" Target="slides/slide44.xml"/><Relationship Id="rId64" Type="http://schemas.openxmlformats.org/officeDocument/2006/relationships/slide" Target="slides/slide52.xml"/><Relationship Id="rId69" Type="http://schemas.openxmlformats.org/officeDocument/2006/relationships/slide" Target="slides/slide57.xml"/><Relationship Id="rId77" Type="http://schemas.openxmlformats.org/officeDocument/2006/relationships/notesMaster" Target="notesMasters/notesMaster1.xml"/><Relationship Id="rId8" Type="http://schemas.openxmlformats.org/officeDocument/2006/relationships/slideMaster" Target="slideMasters/slideMaster8.xml"/><Relationship Id="rId51" Type="http://schemas.openxmlformats.org/officeDocument/2006/relationships/slide" Target="slides/slide39.xml"/><Relationship Id="rId72" Type="http://schemas.openxmlformats.org/officeDocument/2006/relationships/slide" Target="slides/slide60.xml"/><Relationship Id="rId80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12" Type="http://schemas.openxmlformats.org/officeDocument/2006/relationships/slideMaster" Target="slideMasters/slideMaster12.xml"/><Relationship Id="rId17" Type="http://schemas.openxmlformats.org/officeDocument/2006/relationships/slide" Target="slides/slide5.xml"/><Relationship Id="rId25" Type="http://schemas.openxmlformats.org/officeDocument/2006/relationships/slide" Target="slides/slide13.xml"/><Relationship Id="rId33" Type="http://schemas.openxmlformats.org/officeDocument/2006/relationships/slide" Target="slides/slide21.xml"/><Relationship Id="rId38" Type="http://schemas.openxmlformats.org/officeDocument/2006/relationships/slide" Target="slides/slide26.xml"/><Relationship Id="rId46" Type="http://schemas.openxmlformats.org/officeDocument/2006/relationships/slide" Target="slides/slide34.xml"/><Relationship Id="rId59" Type="http://schemas.openxmlformats.org/officeDocument/2006/relationships/slide" Target="slides/slide47.xml"/><Relationship Id="rId67" Type="http://schemas.openxmlformats.org/officeDocument/2006/relationships/slide" Target="slides/slide55.xml"/><Relationship Id="rId20" Type="http://schemas.openxmlformats.org/officeDocument/2006/relationships/slide" Target="slides/slide8.xml"/><Relationship Id="rId41" Type="http://schemas.openxmlformats.org/officeDocument/2006/relationships/slide" Target="slides/slide29.xml"/><Relationship Id="rId54" Type="http://schemas.openxmlformats.org/officeDocument/2006/relationships/slide" Target="slides/slide42.xml"/><Relationship Id="rId62" Type="http://schemas.openxmlformats.org/officeDocument/2006/relationships/slide" Target="slides/slide50.xml"/><Relationship Id="rId70" Type="http://schemas.openxmlformats.org/officeDocument/2006/relationships/slide" Target="slides/slide58.xml"/><Relationship Id="rId75" Type="http://schemas.openxmlformats.org/officeDocument/2006/relationships/slide" Target="slides/slide63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" Target="slides/slide3.xml"/><Relationship Id="rId23" Type="http://schemas.openxmlformats.org/officeDocument/2006/relationships/slide" Target="slides/slide11.xml"/><Relationship Id="rId28" Type="http://schemas.openxmlformats.org/officeDocument/2006/relationships/slide" Target="slides/slide16.xml"/><Relationship Id="rId36" Type="http://schemas.openxmlformats.org/officeDocument/2006/relationships/slide" Target="slides/slide24.xml"/><Relationship Id="rId49" Type="http://schemas.openxmlformats.org/officeDocument/2006/relationships/slide" Target="slides/slide37.xml"/><Relationship Id="rId57" Type="http://schemas.openxmlformats.org/officeDocument/2006/relationships/slide" Target="slides/slide45.xml"/><Relationship Id="rId10" Type="http://schemas.openxmlformats.org/officeDocument/2006/relationships/slideMaster" Target="slideMasters/slideMaster10.xml"/><Relationship Id="rId31" Type="http://schemas.openxmlformats.org/officeDocument/2006/relationships/slide" Target="slides/slide19.xml"/><Relationship Id="rId44" Type="http://schemas.openxmlformats.org/officeDocument/2006/relationships/slide" Target="slides/slide32.xml"/><Relationship Id="rId52" Type="http://schemas.openxmlformats.org/officeDocument/2006/relationships/slide" Target="slides/slide40.xml"/><Relationship Id="rId60" Type="http://schemas.openxmlformats.org/officeDocument/2006/relationships/slide" Target="slides/slide48.xml"/><Relationship Id="rId65" Type="http://schemas.openxmlformats.org/officeDocument/2006/relationships/slide" Target="slides/slide53.xml"/><Relationship Id="rId73" Type="http://schemas.openxmlformats.org/officeDocument/2006/relationships/slide" Target="slides/slide61.xml"/><Relationship Id="rId78" Type="http://schemas.openxmlformats.org/officeDocument/2006/relationships/presProps" Target="presProps.xml"/><Relationship Id="rId81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3" Type="http://schemas.openxmlformats.org/officeDocument/2006/relationships/slide" Target="slides/slide1.xml"/><Relationship Id="rId18" Type="http://schemas.openxmlformats.org/officeDocument/2006/relationships/slide" Target="slides/slide6.xml"/><Relationship Id="rId39" Type="http://schemas.openxmlformats.org/officeDocument/2006/relationships/slide" Target="slides/slide27.xml"/><Relationship Id="rId34" Type="http://schemas.openxmlformats.org/officeDocument/2006/relationships/slide" Target="slides/slide22.xml"/><Relationship Id="rId50" Type="http://schemas.openxmlformats.org/officeDocument/2006/relationships/slide" Target="slides/slide38.xml"/><Relationship Id="rId55" Type="http://schemas.openxmlformats.org/officeDocument/2006/relationships/slide" Target="slides/slide43.xml"/><Relationship Id="rId76" Type="http://schemas.openxmlformats.org/officeDocument/2006/relationships/slide" Target="slides/slide64.xml"/><Relationship Id="rId7" Type="http://schemas.openxmlformats.org/officeDocument/2006/relationships/slideMaster" Target="slideMasters/slideMaster7.xml"/><Relationship Id="rId71" Type="http://schemas.openxmlformats.org/officeDocument/2006/relationships/slide" Target="slides/slide59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17.xml"/><Relationship Id="rId24" Type="http://schemas.openxmlformats.org/officeDocument/2006/relationships/slide" Target="slides/slide12.xml"/><Relationship Id="rId40" Type="http://schemas.openxmlformats.org/officeDocument/2006/relationships/slide" Target="slides/slide28.xml"/><Relationship Id="rId45" Type="http://schemas.openxmlformats.org/officeDocument/2006/relationships/slide" Target="slides/slide33.xml"/><Relationship Id="rId66" Type="http://schemas.openxmlformats.org/officeDocument/2006/relationships/slide" Target="slides/slide54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1.xlsx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_2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_3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5="http://schemas.microsoft.com/office/drawing/2012/chart" uri="{02D57815-91ED-43cb-92C2-25804820EDAC}">
              <c15:filteredSeriesTitle>
                <c15:tx>
                  <c:strRef>
                    <c:extLst>
                      <c:ext uri="{02D57815-91ED-43cb-92C2-25804820EDAC}">
                        <c15:formulaRef>
                          <c15:sqref>Sheet1!$B$1</c15:sqref>
                        </c15:formulaRef>
                      </c:ext>
                    </c:extLst>
                    <c:strCache>
                      <c:ptCount val="1"/>
                      <c:pt idx="0">
                        <c:v>Graph 1</c:v>
                      </c:pt>
                    </c:strCache>
                  </c:strRef>
                </c15:tx>
              </c15:filteredSeriesTitle>
            </c:ext>
            <c:ext xmlns:c15="http://schemas.microsoft.com/office/drawing/2012/chart" uri="{02D57815-91ED-43cb-92C2-25804820EDAC}">
              <c15:filteredCategoryTitle>
                <c15:cat>
                  <c:numRef>
                    <c:extLst>
                      <c:ext uri="{02D57815-91ED-43cb-92C2-25804820EDAC}">
                        <c15:formulaRef>
                          <c15:sqref>Sheet1!$A$2:$A$5</c15:sqref>
                        </c15:formulaRef>
                      </c:ext>
                    </c:extLst>
                    <c:numCache>
                      <c:formatCode>General</c:formatCode>
                      <c:ptCount val="4"/>
                      <c:pt idx="0">
                        <c:v>2019</c:v>
                      </c:pt>
                      <c:pt idx="1">
                        <c:v>2020</c:v>
                      </c:pt>
                      <c:pt idx="2">
                        <c:v>2021</c:v>
                      </c:pt>
                      <c:pt idx="3">
                        <c:v>2022</c:v>
                      </c:pt>
                    </c:numCache>
                  </c:numRef>
                </c15:cat>
              </c15:filteredCategoryTitle>
            </c:ext>
            <c:ext xmlns:c16="http://schemas.microsoft.com/office/drawing/2014/chart" uri="{C3380CC4-5D6E-409C-BE32-E72D297353CC}">
              <c16:uniqueId val="{00000000-7767-4D59-BE14-43D6972A407A}"/>
            </c:ext>
          </c:extLst>
        </c:ser>
        <c:ser>
          <c:idx val="1"/>
          <c:order val="1"/>
          <c:spPr>
            <a:solidFill>
              <a:schemeClr val="tx1"/>
            </a:solidFill>
            <a:ln>
              <a:noFill/>
            </a:ln>
            <a:effectLst/>
          </c:spPr>
          <c:invertIfNegative val="0"/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5="http://schemas.microsoft.com/office/drawing/2012/chart" uri="{02D57815-91ED-43cb-92C2-25804820EDAC}">
              <c15:filteredSeriesTitle>
                <c15:tx>
                  <c:strRef>
                    <c:extLst>
                      <c:ext uri="{02D57815-91ED-43cb-92C2-25804820EDAC}">
                        <c15:formulaRef>
                          <c15:sqref>Sheet1!$C$1</c15:sqref>
                        </c15:formulaRef>
                      </c:ext>
                    </c:extLst>
                    <c:strCache>
                      <c:ptCount val="1"/>
                      <c:pt idx="0">
                        <c:v>Graph 2</c:v>
                      </c:pt>
                    </c:strCache>
                  </c:strRef>
                </c15:tx>
              </c15:filteredSeriesTitle>
            </c:ext>
            <c:ext xmlns:c15="http://schemas.microsoft.com/office/drawing/2012/chart" uri="{02D57815-91ED-43cb-92C2-25804820EDAC}">
              <c15:filteredCategoryTitle>
                <c15:cat>
                  <c:numRef>
                    <c:extLst>
                      <c:ext uri="{02D57815-91ED-43cb-92C2-25804820EDAC}">
                        <c15:formulaRef>
                          <c15:sqref>Sheet1!$A$2:$A$5</c15:sqref>
                        </c15:formulaRef>
                      </c:ext>
                    </c:extLst>
                    <c:numCache>
                      <c:formatCode>General</c:formatCode>
                      <c:ptCount val="4"/>
                      <c:pt idx="0">
                        <c:v>2019</c:v>
                      </c:pt>
                      <c:pt idx="1">
                        <c:v>2020</c:v>
                      </c:pt>
                      <c:pt idx="2">
                        <c:v>2021</c:v>
                      </c:pt>
                      <c:pt idx="3">
                        <c:v>2022</c:v>
                      </c:pt>
                    </c:numCache>
                  </c:numRef>
                </c15:cat>
              </c15:filteredCategoryTitle>
            </c:ext>
            <c:ext xmlns:c16="http://schemas.microsoft.com/office/drawing/2014/chart" uri="{C3380CC4-5D6E-409C-BE32-E72D297353CC}">
              <c16:uniqueId val="{00000001-7767-4D59-BE14-43D6972A407A}"/>
            </c:ext>
          </c:extLst>
        </c:ser>
        <c:ser>
          <c:idx val="2"/>
          <c:order val="2"/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5="http://schemas.microsoft.com/office/drawing/2012/chart" uri="{02D57815-91ED-43cb-92C2-25804820EDAC}">
              <c15:filteredSeriesTitle>
                <c15:tx>
                  <c:strRef>
                    <c:extLst>
                      <c:ext uri="{02D57815-91ED-43cb-92C2-25804820EDAC}">
                        <c15:formulaRef>
                          <c15:sqref>Sheet1!$D$1</c15:sqref>
                        </c15:formulaRef>
                      </c:ext>
                    </c:extLst>
                    <c:strCache>
                      <c:ptCount val="1"/>
                      <c:pt idx="0">
                        <c:v>Graph 3</c:v>
                      </c:pt>
                    </c:strCache>
                  </c:strRef>
                </c15:tx>
              </c15:filteredSeriesTitle>
            </c:ext>
            <c:ext xmlns:c15="http://schemas.microsoft.com/office/drawing/2012/chart" uri="{02D57815-91ED-43cb-92C2-25804820EDAC}">
              <c15:filteredCategoryTitle>
                <c15:cat>
                  <c:numRef>
                    <c:extLst>
                      <c:ext uri="{02D57815-91ED-43cb-92C2-25804820EDAC}">
                        <c15:formulaRef>
                          <c15:sqref>Sheet1!$A$2:$A$5</c15:sqref>
                        </c15:formulaRef>
                      </c:ext>
                    </c:extLst>
                    <c:numCache>
                      <c:formatCode>General</c:formatCode>
                      <c:ptCount val="4"/>
                      <c:pt idx="0">
                        <c:v>2019</c:v>
                      </c:pt>
                      <c:pt idx="1">
                        <c:v>2020</c:v>
                      </c:pt>
                      <c:pt idx="2">
                        <c:v>2021</c:v>
                      </c:pt>
                      <c:pt idx="3">
                        <c:v>2022</c:v>
                      </c:pt>
                    </c:numCache>
                  </c:numRef>
                </c15:cat>
              </c15:filteredCategoryTitle>
            </c:ext>
            <c:ext xmlns:c16="http://schemas.microsoft.com/office/drawing/2014/chart" uri="{C3380CC4-5D6E-409C-BE32-E72D297353CC}">
              <c16:uniqueId val="{00000002-7767-4D59-BE14-43D6972A407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31700224"/>
        <c:axId val="215375872"/>
      </c:barChart>
      <c:catAx>
        <c:axId val="13170022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215375872"/>
        <c:crosses val="autoZero"/>
        <c:auto val="1"/>
        <c:lblAlgn val="ctr"/>
        <c:lblOffset val="100"/>
        <c:noMultiLvlLbl val="0"/>
      </c:catAx>
      <c:valAx>
        <c:axId val="2153758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+mn-cs"/>
              </a:defRPr>
            </a:pPr>
            <a:endParaRPr lang="ko-KR"/>
          </a:p>
        </c:txPr>
        <c:crossAx val="13170022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23283999947767725"/>
          <c:y val="0.92469487275093387"/>
          <c:w val="0.53609784217904544"/>
          <c:h val="7.1591106821953673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맑은 고딕" panose="020B0503020000020004" pitchFamily="50" charset="-127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6.6289741047806078E-2"/>
          <c:y val="3.1423177365987147E-2"/>
          <c:w val="0.89842557571241843"/>
          <c:h val="0.76899861201560327"/>
        </c:manualLayout>
      </c:layout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smooth val="0"/>
          <c:extLst>
            <c:ext xmlns:c15="http://schemas.microsoft.com/office/drawing/2012/chart" uri="{02D57815-91ED-43cb-92C2-25804820EDAC}">
              <c15:filteredSeriesTitle>
                <c15:tx>
                  <c:strRef>
                    <c:extLst>
                      <c:ext uri="{02D57815-91ED-43cb-92C2-25804820EDAC}">
                        <c15:formulaRef>
                          <c15:sqref>Sheet1!$B$1</c15:sqref>
                        </c15:formulaRef>
                      </c:ext>
                    </c:extLst>
                    <c:strCache>
                      <c:ptCount val="1"/>
                      <c:pt idx="0">
                        <c:v>Graph 1</c:v>
                      </c:pt>
                    </c:strCache>
                  </c:strRef>
                </c15:tx>
              </c15:filteredSeriesTitle>
            </c:ext>
            <c:ext xmlns:c15="http://schemas.microsoft.com/office/drawing/2012/chart" uri="{02D57815-91ED-43cb-92C2-25804820EDAC}">
              <c15:filteredCategoryTitle>
                <c15:cat>
                  <c:numRef>
                    <c:extLst>
                      <c:ext uri="{02D57815-91ED-43cb-92C2-25804820EDAC}">
                        <c15:formulaRef>
                          <c15:sqref>Sheet1!$A$2:$A$5</c15:sqref>
                        </c15:formulaRef>
                      </c:ext>
                    </c:extLst>
                    <c:numCache>
                      <c:formatCode>General</c:formatCode>
                      <c:ptCount val="4"/>
                      <c:pt idx="0">
                        <c:v>2019</c:v>
                      </c:pt>
                      <c:pt idx="1">
                        <c:v>2020</c:v>
                      </c:pt>
                      <c:pt idx="2">
                        <c:v>2021</c:v>
                      </c:pt>
                      <c:pt idx="3">
                        <c:v>2022</c:v>
                      </c:pt>
                    </c:numCache>
                  </c:numRef>
                </c15:cat>
              </c15:filteredCategoryTitle>
            </c:ext>
            <c:ext xmlns:c16="http://schemas.microsoft.com/office/drawing/2014/chart" uri="{C3380CC4-5D6E-409C-BE32-E72D297353CC}">
              <c16:uniqueId val="{00000000-00B4-4624-9CE4-09B5AA4DB908}"/>
            </c:ext>
          </c:extLst>
        </c:ser>
        <c:ser>
          <c:idx val="1"/>
          <c:order val="1"/>
          <c:spPr>
            <a:ln w="28575" cap="rnd">
              <a:solidFill>
                <a:schemeClr val="tx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tx1"/>
              </a:solidFill>
              <a:ln w="28575">
                <a:solidFill>
                  <a:schemeClr val="tx1"/>
                </a:solidFill>
              </a:ln>
              <a:effectLst/>
            </c:spPr>
          </c:marker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smooth val="0"/>
          <c:extLst>
            <c:ext xmlns:c15="http://schemas.microsoft.com/office/drawing/2012/chart" uri="{02D57815-91ED-43cb-92C2-25804820EDAC}">
              <c15:filteredSeriesTitle>
                <c15:tx>
                  <c:strRef>
                    <c:extLst>
                      <c:ext uri="{02D57815-91ED-43cb-92C2-25804820EDAC}">
                        <c15:formulaRef>
                          <c15:sqref>Sheet1!$C$1</c15:sqref>
                        </c15:formulaRef>
                      </c:ext>
                    </c:extLst>
                    <c:strCache>
                      <c:ptCount val="1"/>
                      <c:pt idx="0">
                        <c:v>Graph 2</c:v>
                      </c:pt>
                    </c:strCache>
                  </c:strRef>
                </c15:tx>
              </c15:filteredSeriesTitle>
            </c:ext>
            <c:ext xmlns:c15="http://schemas.microsoft.com/office/drawing/2012/chart" uri="{02D57815-91ED-43cb-92C2-25804820EDAC}">
              <c15:filteredCategoryTitle>
                <c15:cat>
                  <c:numRef>
                    <c:extLst>
                      <c:ext uri="{02D57815-91ED-43cb-92C2-25804820EDAC}">
                        <c15:formulaRef>
                          <c15:sqref>Sheet1!$A$2:$A$5</c15:sqref>
                        </c15:formulaRef>
                      </c:ext>
                    </c:extLst>
                    <c:numCache>
                      <c:formatCode>General</c:formatCode>
                      <c:ptCount val="4"/>
                      <c:pt idx="0">
                        <c:v>2019</c:v>
                      </c:pt>
                      <c:pt idx="1">
                        <c:v>2020</c:v>
                      </c:pt>
                      <c:pt idx="2">
                        <c:v>2021</c:v>
                      </c:pt>
                      <c:pt idx="3">
                        <c:v>2022</c:v>
                      </c:pt>
                    </c:numCache>
                  </c:numRef>
                </c15:cat>
              </c15:filteredCategoryTitle>
            </c:ext>
            <c:ext xmlns:c16="http://schemas.microsoft.com/office/drawing/2014/chart" uri="{C3380CC4-5D6E-409C-BE32-E72D297353CC}">
              <c16:uniqueId val="{00000001-00B4-4624-9CE4-09B5AA4DB908}"/>
            </c:ext>
          </c:extLst>
        </c:ser>
        <c:ser>
          <c:idx val="2"/>
          <c:order val="2"/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smooth val="0"/>
          <c:extLst>
            <c:ext xmlns:c15="http://schemas.microsoft.com/office/drawing/2012/chart" uri="{02D57815-91ED-43cb-92C2-25804820EDAC}">
              <c15:filteredSeriesTitle>
                <c15:tx>
                  <c:strRef>
                    <c:extLst>
                      <c:ext uri="{02D57815-91ED-43cb-92C2-25804820EDAC}">
                        <c15:formulaRef>
                          <c15:sqref>Sheet1!$D$1</c15:sqref>
                        </c15:formulaRef>
                      </c:ext>
                    </c:extLst>
                    <c:strCache>
                      <c:ptCount val="1"/>
                      <c:pt idx="0">
                        <c:v>Graph 3</c:v>
                      </c:pt>
                    </c:strCache>
                  </c:strRef>
                </c15:tx>
              </c15:filteredSeriesTitle>
            </c:ext>
            <c:ext xmlns:c15="http://schemas.microsoft.com/office/drawing/2012/chart" uri="{02D57815-91ED-43cb-92C2-25804820EDAC}">
              <c15:filteredCategoryTitle>
                <c15:cat>
                  <c:numRef>
                    <c:extLst>
                      <c:ext uri="{02D57815-91ED-43cb-92C2-25804820EDAC}">
                        <c15:formulaRef>
                          <c15:sqref>Sheet1!$A$2:$A$5</c15:sqref>
                        </c15:formulaRef>
                      </c:ext>
                    </c:extLst>
                    <c:numCache>
                      <c:formatCode>General</c:formatCode>
                      <c:ptCount val="4"/>
                      <c:pt idx="0">
                        <c:v>2019</c:v>
                      </c:pt>
                      <c:pt idx="1">
                        <c:v>2020</c:v>
                      </c:pt>
                      <c:pt idx="2">
                        <c:v>2021</c:v>
                      </c:pt>
                      <c:pt idx="3">
                        <c:v>2022</c:v>
                      </c:pt>
                    </c:numCache>
                  </c:numRef>
                </c15:cat>
              </c15:filteredCategoryTitle>
            </c:ext>
            <c:ext xmlns:c16="http://schemas.microsoft.com/office/drawing/2014/chart" uri="{C3380CC4-5D6E-409C-BE32-E72D297353CC}">
              <c16:uniqueId val="{00000002-00B4-4624-9CE4-09B5AA4DB90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43441408"/>
        <c:axId val="215372864"/>
      </c:lineChart>
      <c:catAx>
        <c:axId val="1434414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+mn-cs"/>
              </a:defRPr>
            </a:pPr>
            <a:endParaRPr lang="ko-KR"/>
          </a:p>
        </c:txPr>
        <c:crossAx val="215372864"/>
        <c:crosses val="autoZero"/>
        <c:auto val="1"/>
        <c:lblAlgn val="ctr"/>
        <c:lblOffset val="100"/>
        <c:noMultiLvlLbl val="0"/>
      </c:catAx>
      <c:valAx>
        <c:axId val="21537286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+mn-cs"/>
              </a:defRPr>
            </a:pPr>
            <a:endParaRPr lang="ko-KR"/>
          </a:p>
        </c:txPr>
        <c:crossAx val="143441408"/>
        <c:crosses val="autoZero"/>
        <c:crossBetween val="between"/>
      </c:valAx>
    </c:plotArea>
    <c:legend>
      <c:legendPos val="b"/>
      <c:layout>
        <c:manualLayout>
          <c:xMode val="edge"/>
          <c:yMode val="edge"/>
          <c:x val="0.11176454988034273"/>
          <c:y val="0.91197266184493897"/>
          <c:w val="0.77647090023931453"/>
          <c:h val="8.802742010189902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bg1">
                  <a:lumMod val="6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계열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항목 1</c:v>
                </c:pt>
                <c:pt idx="1">
                  <c:v>항목 2</c:v>
                </c:pt>
                <c:pt idx="2">
                  <c:v>항목 3</c:v>
                </c:pt>
                <c:pt idx="3">
                  <c:v>항목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3EE-434C-A79A-183B3BDD230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계열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항목 1</c:v>
                </c:pt>
                <c:pt idx="1">
                  <c:v>항목 2</c:v>
                </c:pt>
                <c:pt idx="2">
                  <c:v>항목 3</c:v>
                </c:pt>
                <c:pt idx="3">
                  <c:v>항목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3EE-434C-A79A-183B3BDD2302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계열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항목 1</c:v>
                </c:pt>
                <c:pt idx="1">
                  <c:v>항목 2</c:v>
                </c:pt>
                <c:pt idx="2">
                  <c:v>항목 3</c:v>
                </c:pt>
                <c:pt idx="3">
                  <c:v>항목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3EE-434C-A79A-183B3BDD230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44278192"/>
        <c:axId val="44281552"/>
      </c:barChart>
      <c:catAx>
        <c:axId val="4427819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44281552"/>
        <c:crosses val="autoZero"/>
        <c:auto val="1"/>
        <c:lblAlgn val="ctr"/>
        <c:lblOffset val="100"/>
        <c:noMultiLvlLbl val="0"/>
      </c:catAx>
      <c:valAx>
        <c:axId val="4428155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4427819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계열 1</c:v>
                </c:pt>
              </c:strCache>
            </c:strRef>
          </c:tx>
          <c:spPr>
            <a:solidFill>
              <a:srgbClr val="C6177A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항목 1</c:v>
                </c:pt>
                <c:pt idx="1">
                  <c:v>항목 2</c:v>
                </c:pt>
                <c:pt idx="2">
                  <c:v>항목 3</c:v>
                </c:pt>
                <c:pt idx="3">
                  <c:v>항목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672-49C0-9BCA-8A15CB87ED7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계열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항목 1</c:v>
                </c:pt>
                <c:pt idx="1">
                  <c:v>항목 2</c:v>
                </c:pt>
                <c:pt idx="2">
                  <c:v>항목 3</c:v>
                </c:pt>
                <c:pt idx="3">
                  <c:v>항목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672-49C0-9BCA-8A15CB87ED7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계열 3</c:v>
                </c:pt>
              </c:strCache>
            </c:strRef>
          </c:tx>
          <c:spPr>
            <a:solidFill>
              <a:srgbClr val="014A97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항목 1</c:v>
                </c:pt>
                <c:pt idx="1">
                  <c:v>항목 2</c:v>
                </c:pt>
                <c:pt idx="2">
                  <c:v>항목 3</c:v>
                </c:pt>
                <c:pt idx="3">
                  <c:v>항목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672-49C0-9BCA-8A15CB87ED7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0"/>
        <c:overlap val="-27"/>
        <c:axId val="104063072"/>
        <c:axId val="104058752"/>
      </c:barChart>
      <c:catAx>
        <c:axId val="10406307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pPr>
            <a:endParaRPr lang="ko-KR"/>
          </a:p>
        </c:txPr>
        <c:crossAx val="104058752"/>
        <c:crosses val="autoZero"/>
        <c:auto val="1"/>
        <c:lblAlgn val="ctr"/>
        <c:lblOffset val="100"/>
        <c:noMultiLvlLbl val="0"/>
      </c:catAx>
      <c:valAx>
        <c:axId val="10405875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pPr>
            <a:endParaRPr lang="ko-KR"/>
          </a:p>
        </c:txPr>
        <c:crossAx val="10406307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chemeClr val="tx1"/>
          </a:solidFill>
          <a:latin typeface="G마켓 산스 TTF Medium" panose="02000000000000000000" pitchFamily="2" charset="-127"/>
          <a:ea typeface="G마켓 산스 TTF Medium" panose="02000000000000000000" pitchFamily="2" charset="-127"/>
        </a:defRPr>
      </a:pPr>
      <a:endParaRPr lang="ko-K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C904F0-3D85-4A57-9CA1-F4C5E8D6EEF9}" type="datetimeFigureOut">
              <a:rPr lang="ko-KR" altLang="en-US" smtClean="0"/>
              <a:t>2025-08-05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E30A4E-0287-49EC-902D-DE92FE4459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72566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7E30A4E-0287-49EC-902D-DE92FE44593B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757098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BECDC0-D1C8-A3A5-8D80-49B4C0D5E5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866603E-F5E0-3901-3B7F-0CAD7BBB6D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3901F20-A7CC-F9EB-1220-B728A6C9CB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BC7CBAB-E2C6-BB89-D2EE-5D1779C869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7E30A4E-0287-49EC-902D-DE92FE44593B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576957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7E30A4E-0287-49EC-902D-DE92FE44593B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549164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D9399A-2108-BCC1-0234-C07BBC80FC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72004F7-0B2F-DBE4-430F-BA9C36D8DE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094569A-09B3-8503-6AB4-0F09EBAC08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129B5B9-E650-4904-4E8D-C24A6FFB19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7E30A4E-0287-49EC-902D-DE92FE44593B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165595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7E30A4E-0287-49EC-902D-DE92FE44593B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759459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7E30A4E-0287-49EC-902D-DE92FE44593B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835754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FF9298-499D-54EF-B219-7E1C0F6C15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BF3F66D-6B5D-0877-E0FF-5671B85FE2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CC7536F-43E6-4C96-5264-E2AFB91562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E9EC0E3-B2F2-56EF-00F0-B4F9FFEE2B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7E30A4E-0287-49EC-902D-DE92FE44593B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2280061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17F25A-C188-39A8-5D5C-0111B044D5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B1030E3-E6A2-E65F-5FD4-C42C92855D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41C0203-C21B-5AC7-FB69-151135259F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CBEB7C8-8893-420F-C8EE-7A00FC2686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7E30A4E-0287-49EC-902D-DE92FE44593B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5748196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4D9939-B7FA-4E85-E7F7-FF978E2607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947928C-45A7-1342-9BCC-F97E95CE16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48FAF95-BE08-8B20-EDAF-D2CA6D59D3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821C906-E8C5-14E4-61E5-80D071446C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7E30A4E-0287-49EC-902D-DE92FE44593B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472730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F721DC-816C-21BB-1B61-5AFC7B8CA2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15F4186-BA65-D664-E99A-742EE37491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F80A3DF-071B-259A-B28E-778DE024A4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1FF3BC4-B0B6-B632-2978-7AC79EB297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7E30A4E-0287-49EC-902D-DE92FE44593B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0940279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BDE362-BC7F-DA2D-657B-08341DF2E0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1C6487C-F965-A80C-607C-F2B44A0F89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290F566-3457-9181-83C5-8EEAAF752E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DFA9A67-3898-CAFC-AD74-FA68A449D9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7E30A4E-0287-49EC-902D-DE92FE44593B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6590881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023658-10BC-B7D9-A4AA-9977039E3C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F3FDD2D-146B-3DF8-87F4-F32309D6E6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D81D09A-F6B5-0564-C179-234F2A38FA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98EDC3F-25F0-231B-116E-3CE19DB52D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7E30A4E-0287-49EC-902D-DE92FE44593B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4677812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F51B01-D92B-5E1E-256B-5421FB9977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4FB2455-E573-313F-2E09-928EF6D57E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3DE4677-7AFD-82B7-9401-DC4034EBB8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F9C090D-9808-2DAA-4995-0B3A0DEE68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7E30A4E-0287-49EC-902D-DE92FE44593B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6175469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666433-4DC1-B531-3A2E-0BD88A50C9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6748324-88B6-A07B-9878-A1183C751E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D0433F9-2F04-CD29-DD7A-82D3D81EE3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9A8540F-9FBE-9E70-5B30-BEDEE5BBE7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7E30A4E-0287-49EC-902D-DE92FE44593B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715578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7E30A4E-0287-49EC-902D-DE92FE44593B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6127034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7E30A4E-0287-49EC-902D-DE92FE44593B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715111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7E30A4E-0287-49EC-902D-DE92FE44593B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7887008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7E30A4E-0287-49EC-902D-DE92FE44593B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8104896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7E30A4E-0287-49EC-902D-DE92FE44593B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6079347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7E30A4E-0287-49EC-902D-DE92FE44593B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6068983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3C7594-9514-0AE5-D641-F9B15A34EC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86D041E-F7E6-85B4-8EF5-AB149F98CA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8528987-6697-5435-C2E5-109C1C9AD1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20AB746-9D10-2CF5-9FAC-C6B74045AA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7E30A4E-0287-49EC-902D-DE92FE44593B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4805496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3C7594-9514-0AE5-D641-F9B15A34EC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86D041E-F7E6-85B4-8EF5-AB149F98CA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8528987-6697-5435-C2E5-109C1C9AD1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20AB746-9D10-2CF5-9FAC-C6B74045AA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7E30A4E-0287-49EC-902D-DE92FE44593B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339754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7E30A4E-0287-49EC-902D-DE92FE44593B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392497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9EBDCD-808E-B1D0-81FB-CBECB1A6F4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89525B6-E15A-A7EA-044D-041ACDEB3D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24199CC-942B-D348-E305-0424CC62F7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7437042-B9B6-1F44-7967-01FC850C8E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7E30A4E-0287-49EC-902D-DE92FE44593B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9823543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232387-D56C-0EE5-D390-60C8412645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FED14FF-E4FA-31B9-364C-0D92A2BB51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4A72FE0-C6EE-4F49-9808-68A8465124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EAE539D-D970-6C8B-0314-696BF2730C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7E30A4E-0287-49EC-902D-DE92FE44593B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5187143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3E8BC0-8A4D-23EA-02D0-335304AA68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5465905-E158-428F-1E17-16C5DFB145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8D4EB7-A1CB-01B4-81C4-F5972971ED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AE4F00D-EA15-3783-ED5A-A46FC09890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7E30A4E-0287-49EC-902D-DE92FE44593B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4030860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B00E68-1B91-09E3-BAEF-ED8553B48C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72B9A2D-27CE-24B9-789A-42D10E1C64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EB8E815-815C-67AE-E658-7CE86E7EDD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50EFA8A-AE24-844C-976A-8DFE5ABA72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7E30A4E-0287-49EC-902D-DE92FE44593B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9447104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1C0C12-6E33-FFFD-EE48-27EAE56016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C7D0D1F-B0BF-22BC-F3FD-1DBDFC5B00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9BFF03A-0147-3AC8-C7C0-CCEC04BA6D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803839B-7DC9-5D48-0AFB-59B6C18132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7E30A4E-0287-49EC-902D-DE92FE44593B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7943368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6EE0C4-0232-C48D-E202-1969D52A70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49AA90E-D248-0DAB-06C7-5EB737FF50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271169C-64A2-863D-C706-71445D395A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E225FF0-43E4-7661-B63A-EA522E53A3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7E30A4E-0287-49EC-902D-DE92FE44593B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7585137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896157-5716-30F7-10B9-ABE05C5BC4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8986A2A-3395-723F-5973-C3E037B560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102A4F0-09F7-BB76-FE0A-0115BB6DCF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F5B5C4B-BA8F-DF47-7732-6BCE82F238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7E30A4E-0287-49EC-902D-DE92FE44593B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620661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090E51-42D5-0D94-4931-467F06FBD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0692FF0-9BB8-A9C6-A079-946FAE0811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8FF9903-0B44-8B3D-ABBB-6889CEC852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F1D728D-ED52-2E0D-06C2-05B965B9B8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7E30A4E-0287-49EC-902D-DE92FE44593B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9024782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7E30A4E-0287-49EC-902D-DE92FE44593B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8949021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2567BC-33C8-34AE-97D9-FE2FF4747E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0F84BA4-63E8-B79C-4D77-D64586743E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BA99975-6053-BE2C-A6E6-3DC10717C8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34F4898-7788-B0D3-06D5-1B5029CCAF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7E30A4E-0287-49EC-902D-DE92FE44593B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387674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901D8D-A5D5-D527-F1C5-E679DC2B28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AB71B60-83F4-7C3D-1B2D-B6C877F7F0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026603E-6716-C8D0-EC66-537C52CBC1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B6B4E4E-7487-E7C5-112D-696B690C63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7E30A4E-0287-49EC-902D-DE92FE44593B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9292449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7E30A4E-0287-49EC-902D-DE92FE44593B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5819937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7E30A4E-0287-49EC-902D-DE92FE44593B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79636262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7E30A4E-0287-49EC-902D-DE92FE44593B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64173066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B09F56-6704-560E-A014-16985BC008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B564D0B-DCC4-1165-9632-EC2DCEA465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CA19F1D-7192-DC8F-78FD-5D4AE24773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C629849-C211-50F9-4471-2826E8E289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7E30A4E-0287-49EC-902D-DE92FE44593B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958587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B09F56-6704-560E-A014-16985BC008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B564D0B-DCC4-1165-9632-EC2DCEA465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CA19F1D-7192-DC8F-78FD-5D4AE24773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C629849-C211-50F9-4471-2826E8E289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7E30A4E-0287-49EC-902D-DE92FE44593B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42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96762950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F64A51-AB26-0B14-973D-12F7914B4D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2444CF5-75A0-C878-4D45-871A1DB542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EFA36A6-A59F-7CA5-DA15-479E577759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0E7F5F9-AAA3-64AB-C589-A51A257380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7E30A4E-0287-49EC-902D-DE92FE44593B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43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61199297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F64A51-AB26-0B14-973D-12F7914B4D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2444CF5-75A0-C878-4D45-871A1DB542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EFA36A6-A59F-7CA5-DA15-479E577759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0E7F5F9-AAA3-64AB-C589-A51A257380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7E30A4E-0287-49EC-902D-DE92FE44593B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44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34941676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BF064C-1DE2-17CA-29FE-04FDBD96AD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6AB9C5F-365C-AC7A-CBBA-5FB7C8963D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F6FE34E-B7F6-461D-D19C-54F33B43BF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B833EBD-3E24-A069-902A-2034258757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7E30A4E-0287-49EC-902D-DE92FE44593B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45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86623306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71D074-6A6C-A93A-0A93-F1259F982B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795372C-79B1-870D-BE0D-BEE2BD43E5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9BB8B94-3B7A-258A-7B4C-EE5C6AE55E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DA3846E-6988-4D93-082D-3BEEE3A578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7E30A4E-0287-49EC-902D-DE92FE44593B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46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28003600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7E30A4E-0287-49EC-902D-DE92FE44593B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47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65856466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7E30A4E-0287-49EC-902D-DE92FE44593B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48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44452020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91FF2B-85E8-573B-A8BA-B0D83A6267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74229FA-50A6-7025-E293-6A2B52A0B2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FE812D1-4289-C80C-4BF3-EE68283440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F1893B7-51AF-34F9-2442-DA0822B368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7E30A4E-0287-49EC-902D-DE92FE44593B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49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10865367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1C07C5-56ED-AE7B-11BF-13FE662C82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5902BEE-AA3C-3DB7-E357-C48D4260CA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CC7F328-9148-34DB-8B56-E48CA34622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7C9BF83-1B9E-F173-6D3D-BCE5283FDE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7E30A4E-0287-49EC-902D-DE92FE44593B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51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48287073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26E3A3-7556-54D9-A2E5-6498E33494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646D9D8-46AA-7B0F-D7DD-DF481439D2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6BBC0BF-BBF0-1382-7A77-90F28711CF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29FB804-E9A4-1003-4501-F88F666C05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7E30A4E-0287-49EC-902D-DE92FE44593B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52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91904322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26E3A3-7556-54D9-A2E5-6498E33494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646D9D8-46AA-7B0F-D7DD-DF481439D2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6BBC0BF-BBF0-1382-7A77-90F28711CF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29FB804-E9A4-1003-4501-F88F666C05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7E30A4E-0287-49EC-902D-DE92FE44593B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53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35980099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7E30A4E-0287-49EC-902D-DE92FE44593B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54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09413889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7E30A4E-0287-49EC-902D-DE92FE44593B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55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18320534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7E30A4E-0287-49EC-902D-DE92FE44593B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56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62276616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7E30A4E-0287-49EC-902D-DE92FE44593B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57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05586934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7E30A4E-0287-49EC-902D-DE92FE44593B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58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73875656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5E9C0B-C411-BA8F-C6EF-DF1B6808F7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00FB31E-481D-6693-9049-B3F39FB130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361211A-D86D-855F-4CA5-B41DBDDB75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 latinLnBrk="0">
              <a:lnSpc>
                <a:spcPct val="107000"/>
              </a:lnSpc>
              <a:spcAft>
                <a:spcPts val="800"/>
              </a:spcAft>
            </a:pPr>
            <a:endParaRPr lang="ko-KR" altLang="ko-KR" sz="18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B455396-56A4-8F41-8E42-27F4FCE141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FA523B-F714-4B7C-9551-6D222732C3D1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60</a:t>
            </a:fld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1403293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5B8541-0441-F644-9A39-77A582DA67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CA67679-517F-4695-17D7-8E2EBE5B2A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2BE6F8C-4E38-1EA6-59C2-32541CBF50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4BC1FF0-9589-B445-AF0A-6E566F77BB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7E30A4E-0287-49EC-902D-DE92FE44593B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61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38255422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51DB3D-1F84-6E9D-D0B5-252159C9BD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297E99A-922C-2419-66D4-56265A9647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CCAC7AC-FC51-5849-365C-BC9E59F12F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 latinLnBrk="0">
              <a:lnSpc>
                <a:spcPct val="107000"/>
              </a:lnSpc>
              <a:spcAft>
                <a:spcPts val="800"/>
              </a:spcAft>
            </a:pPr>
            <a:endParaRPr lang="ko-KR" altLang="ko-KR" sz="18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0FE18C8-5486-9B0B-9E1C-530B573888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FA523B-F714-4B7C-9551-6D222732C3D1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62</a:t>
            </a:fld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04214368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BFF7B3-9111-6647-7AC1-0F8DDF9FB1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D3C066E-84BB-20B7-2AC0-237929AF16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2448B56-F7ED-AC45-15A8-38B577A728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 latinLnBrk="0">
              <a:lnSpc>
                <a:spcPct val="107000"/>
              </a:lnSpc>
              <a:spcAft>
                <a:spcPts val="800"/>
              </a:spcAft>
            </a:pPr>
            <a:endParaRPr lang="ko-KR" altLang="ko-KR" sz="18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12FFB5B-A9E7-97FD-951D-C7D81EC6AF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FA523B-F714-4B7C-9551-6D222732C3D1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63</a:t>
            </a:fld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11282048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037AC2-E15D-95DE-65F4-59DFAE370F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E7E5894-92EC-B4BF-27E9-5887742F95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9733327-206F-EABD-914A-7720911571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 latinLnBrk="0">
              <a:lnSpc>
                <a:spcPct val="107000"/>
              </a:lnSpc>
              <a:spcAft>
                <a:spcPts val="800"/>
              </a:spcAft>
            </a:pPr>
            <a:endParaRPr lang="ko-KR" altLang="ko-KR" sz="18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E2C4A1E-717A-FBFB-0CD9-79F01A4ECE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FA523B-F714-4B7C-9551-6D222732C3D1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64</a:t>
            </a:fld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69512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9.xml"/></Relationships>
</file>

<file path=ppt/slideLayouts/_rels/slideLayout7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9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4" Type="http://schemas.openxmlformats.org/officeDocument/2006/relationships/image" Target="../media/image5.png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9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525BA5B-2B03-D988-A4C6-2BE993A475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A6BDBB1-A3E3-CAE9-9327-E0A517A37F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DD7D70D-926D-5056-D629-ED97F434BC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23DA3-40A3-4571-A369-4CC6475D1AA6}" type="datetimeFigureOut">
              <a:rPr lang="ko-KR" altLang="en-US" smtClean="0"/>
              <a:t>2025-08-05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BF82E60-0356-7045-69D8-234628384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4749D50-1CB6-3FD2-EB10-CC7623732A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A6958-2C08-4344-8D4D-782CE832C8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8803204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FE47EDB-B1FF-FCCA-53BB-3047178683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4E354C0-61DE-604B-377E-6EC2D0DBAA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02D91F5-765C-E78E-A895-B816F6DC69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23DA3-40A3-4571-A369-4CC6475D1AA6}" type="datetimeFigureOut">
              <a:rPr lang="ko-KR" altLang="en-US" smtClean="0"/>
              <a:t>2025-08-05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6F29DF5-9477-6358-6A66-379C5549E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8FBAB2F-47EA-30BA-CB5D-F24FB7BEF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A6958-2C08-4344-8D4D-782CE832C8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6504530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3CA727-281D-5B33-9513-9A54A6B903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75BD5AD-9C83-2479-0351-AF33FE90BA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74A619D-4A4E-2157-F2D1-393C6B3BA8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23DA3-40A3-4571-A369-4CC6475D1AA6}" type="datetimeFigureOut">
              <a:rPr lang="ko-KR" altLang="en-US" smtClean="0"/>
              <a:t>2025-08-05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765ADBB-54B0-F669-9164-276DC5C75F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557A0A9-3E90-CD63-E13B-CB3F3DAF0B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A6958-2C08-4344-8D4D-782CE832C8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6764594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C17566-9460-A71C-7CCD-AAE732765C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C7E238A-94FA-A7B1-8960-0C7D9D85B9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A2DACA5-76F0-6D5D-0121-7495B40AED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66E9FB6-1D93-D733-D6A5-0E25A31088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23DA3-40A3-4571-A369-4CC6475D1AA6}" type="datetimeFigureOut">
              <a:rPr lang="ko-KR" altLang="en-US" smtClean="0"/>
              <a:t>2025-08-05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B3EEBEE-64A2-27A4-C18C-445B615B4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F15C0C2-BA67-9E1A-5A35-BC91FAB6D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A6958-2C08-4344-8D4D-782CE832C8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1977383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0F0DB3-A8D2-62D4-2AB1-E755393164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BEA0C38-5C73-1CDC-81C1-A769186817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3D89A63-D7F3-CB9D-EEC0-E98D7A2F6B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E8F6FC5-E605-0E6A-83A2-5F0730A9E7C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0C093F68-2BD7-E1EB-21BF-242CCFBC879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08E67A17-DECB-A0EE-1A92-21A0C9D115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23DA3-40A3-4571-A369-4CC6475D1AA6}" type="datetimeFigureOut">
              <a:rPr lang="ko-KR" altLang="en-US" smtClean="0"/>
              <a:t>2025-08-05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9540BC97-A640-E93E-03F5-A1307ADFD7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044D0E6-4464-6238-2CEE-1F6DA5223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A6958-2C08-4344-8D4D-782CE832C8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2590843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3B025F-EE95-914B-15DE-9C6642F120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5A1E91A-DE96-2E15-3BB0-2BB4E6033C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23DA3-40A3-4571-A369-4CC6475D1AA6}" type="datetimeFigureOut">
              <a:rPr lang="ko-KR" altLang="en-US" smtClean="0"/>
              <a:t>2025-08-05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340C5FD-2AC9-0AE7-3CEF-46C68A4284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FF74FAD-9E17-7558-104F-16FF31927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A6958-2C08-4344-8D4D-782CE832C8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5375464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32F1F78-6150-E43F-DC0C-FDF97D24FD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23DA3-40A3-4571-A369-4CC6475D1AA6}" type="datetimeFigureOut">
              <a:rPr lang="ko-KR" altLang="en-US" smtClean="0"/>
              <a:t>2025-08-05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2061569-0A6C-8683-5B02-29B5F23B5E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5BC0A5E-6F83-4FB3-F055-0CC5132851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A6958-2C08-4344-8D4D-782CE832C8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4188734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F12EC71-A571-8E44-9875-E479A32237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077421E-AA8E-AE61-99E7-825AC6DCB1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37DBA5C-F8D2-67D2-0AAF-219CDE6170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4859A70-83C2-EF02-3239-CF915B6665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23DA3-40A3-4571-A369-4CC6475D1AA6}" type="datetimeFigureOut">
              <a:rPr lang="ko-KR" altLang="en-US" smtClean="0"/>
              <a:t>2025-08-05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15803F2-4E98-C6D9-8111-3D25CA3E2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2199D98-1A97-523A-504A-1FA26DCE8E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A6958-2C08-4344-8D4D-782CE832C8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3586568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39D934-EB66-B49B-18C0-87CF06D53C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9D4CF5F-33A9-9DA3-1720-06F2C42AE92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7884A5F-9E30-F865-CFCB-22ED9C2B46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696499E-F719-5E2F-BD33-E1B97421D9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23DA3-40A3-4571-A369-4CC6475D1AA6}" type="datetimeFigureOut">
              <a:rPr lang="ko-KR" altLang="en-US" smtClean="0"/>
              <a:t>2025-08-05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48D0FAE-0783-F210-4F57-CCEC3B3E4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DC72725-ADA2-7415-85F6-DE62042C13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A6958-2C08-4344-8D4D-782CE832C8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5832004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97110C-0A5B-0138-35AA-90B2E680A0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5C5A233-3265-F5DF-BD89-99F32A102C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E3E21F5-1B27-2316-AE50-B81022E91C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23DA3-40A3-4571-A369-4CC6475D1AA6}" type="datetimeFigureOut">
              <a:rPr lang="ko-KR" altLang="en-US" smtClean="0"/>
              <a:t>2025-08-05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AB81685-601F-0CED-D91E-E5CFE9710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C130E41-DF76-A672-1C7F-4DD5919E5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A6958-2C08-4344-8D4D-782CE832C8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5607959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63F3F08-AC31-63CC-8AD8-D71BCE1EEB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E24BECB-5DB0-84BB-814D-E557D53A30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7EC2E84-CA56-636C-BBA8-7658EAC2AB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23DA3-40A3-4571-A369-4CC6475D1AA6}" type="datetimeFigureOut">
              <a:rPr lang="ko-KR" altLang="en-US" smtClean="0"/>
              <a:t>2025-08-05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B759E3D-E7F9-95BA-CFF0-57C5BAC704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0A758B0-EB1B-6E41-64EE-2B85E6153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A6958-2C08-4344-8D4D-782CE832C8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0888472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6000337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클라우드 도입사례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195177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클라우드 개요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042537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빈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8413442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그룹 11">
            <a:extLst>
              <a:ext uri="{FF2B5EF4-FFF2-40B4-BE49-F238E27FC236}">
                <a16:creationId xmlns:a16="http://schemas.microsoft.com/office/drawing/2014/main" id="{71905E67-EAC5-4A15-8F7B-0E27D2587A17}"/>
              </a:ext>
            </a:extLst>
          </p:cNvPr>
          <p:cNvGrpSpPr/>
          <p:nvPr userDrawn="1"/>
        </p:nvGrpSpPr>
        <p:grpSpPr>
          <a:xfrm>
            <a:off x="769987" y="727788"/>
            <a:ext cx="2922543" cy="291299"/>
            <a:chOff x="870849" y="818761"/>
            <a:chExt cx="2614687" cy="327711"/>
          </a:xfrm>
        </p:grpSpPr>
        <p:grpSp>
          <p:nvGrpSpPr>
            <p:cNvPr id="2" name="그룹 1">
              <a:extLst>
                <a:ext uri="{FF2B5EF4-FFF2-40B4-BE49-F238E27FC236}">
                  <a16:creationId xmlns:a16="http://schemas.microsoft.com/office/drawing/2014/main" id="{237F7247-49EE-4F84-9D1D-49DA592F4E4E}"/>
                </a:ext>
              </a:extLst>
            </p:cNvPr>
            <p:cNvGrpSpPr/>
            <p:nvPr userDrawn="1"/>
          </p:nvGrpSpPr>
          <p:grpSpPr>
            <a:xfrm>
              <a:off x="870849" y="818761"/>
              <a:ext cx="1300790" cy="291529"/>
              <a:chOff x="973452" y="800100"/>
              <a:chExt cx="1300790" cy="291529"/>
            </a:xfrm>
          </p:grpSpPr>
          <p:sp>
            <p:nvSpPr>
              <p:cNvPr id="3" name="직사각형 2">
                <a:extLst>
                  <a:ext uri="{FF2B5EF4-FFF2-40B4-BE49-F238E27FC236}">
                    <a16:creationId xmlns:a16="http://schemas.microsoft.com/office/drawing/2014/main" id="{E71F54DD-5D66-45CF-8D7E-39396BDF53BD}"/>
                  </a:ext>
                </a:extLst>
              </p:cNvPr>
              <p:cNvSpPr/>
              <p:nvPr/>
            </p:nvSpPr>
            <p:spPr>
              <a:xfrm>
                <a:off x="973452" y="800100"/>
                <a:ext cx="612775" cy="19685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933" dirty="0">
                  <a:ea typeface="KoPub돋움체 Light" panose="00000300000000000000" pitchFamily="2" charset="-127"/>
                </a:endParaRPr>
              </a:p>
            </p:txBody>
          </p:sp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E8A21EA-9227-47B8-BE91-C23BED70D167}"/>
                  </a:ext>
                </a:extLst>
              </p:cNvPr>
              <p:cNvSpPr txBox="1"/>
              <p:nvPr userDrawn="1"/>
            </p:nvSpPr>
            <p:spPr>
              <a:xfrm>
                <a:off x="1279839" y="902270"/>
                <a:ext cx="994403" cy="18935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>
                <a:defPPr>
                  <a:defRPr lang="ko-KR"/>
                </a:defPPr>
                <a:lvl1pPr defTabSz="906851">
                  <a:spcBef>
                    <a:spcPts val="400"/>
                  </a:spcBef>
                  <a:spcAft>
                    <a:spcPts val="198"/>
                  </a:spcAft>
                  <a:defRPr sz="1700" spc="-5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 lvl="0"/>
                <a:r>
                  <a:rPr lang="ko-KR" altLang="en-US" sz="1778" dirty="0">
                    <a:solidFill>
                      <a:schemeClr val="tx1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회사소개</a:t>
                </a:r>
              </a:p>
            </p:txBody>
          </p:sp>
        </p:grpSp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EA98960C-BE86-4938-B531-6376D7AB60B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24634" y="888511"/>
              <a:ext cx="0" cy="257961"/>
            </a:xfrm>
            <a:prstGeom prst="line">
              <a:avLst/>
            </a:prstGeom>
            <a:ln w="22225">
              <a:solidFill>
                <a:srgbClr val="303D6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07E1996A-000C-4BCD-990B-F55EFA68186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485536" y="888511"/>
              <a:ext cx="0" cy="257961"/>
            </a:xfrm>
            <a:prstGeom prst="line">
              <a:avLst/>
            </a:prstGeom>
            <a:ln w="22225">
              <a:solidFill>
                <a:srgbClr val="303D6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8BBCFBE9-B43D-4742-87BB-1A3FEA50E2A2}"/>
                </a:ext>
              </a:extLst>
            </p:cNvPr>
            <p:cNvSpPr/>
            <p:nvPr userDrawn="1"/>
          </p:nvSpPr>
          <p:spPr>
            <a:xfrm>
              <a:off x="2171639" y="888511"/>
              <a:ext cx="1173956" cy="23574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defTabSz="806100">
                <a:spcBef>
                  <a:spcPts val="356"/>
                </a:spcBef>
                <a:spcAft>
                  <a:spcPts val="176"/>
                </a:spcAft>
                <a:defRPr/>
              </a:pPr>
              <a:r>
                <a:rPr lang="en-US" altLang="ko-KR" sz="1511" spc="-44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IBS Overview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7672983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CFF92685-9D2A-47C4-B449-B1E9C0685FD3}"/>
              </a:ext>
            </a:extLst>
          </p:cNvPr>
          <p:cNvGrpSpPr/>
          <p:nvPr userDrawn="1"/>
        </p:nvGrpSpPr>
        <p:grpSpPr>
          <a:xfrm>
            <a:off x="769986" y="727788"/>
            <a:ext cx="2822466" cy="291299"/>
            <a:chOff x="870849" y="818761"/>
            <a:chExt cx="2525152" cy="327711"/>
          </a:xfrm>
        </p:grpSpPr>
        <p:grpSp>
          <p:nvGrpSpPr>
            <p:cNvPr id="3" name="그룹 2">
              <a:extLst>
                <a:ext uri="{FF2B5EF4-FFF2-40B4-BE49-F238E27FC236}">
                  <a16:creationId xmlns:a16="http://schemas.microsoft.com/office/drawing/2014/main" id="{1E05F1BD-01CA-4E3F-8AA0-A8FD385260B6}"/>
                </a:ext>
              </a:extLst>
            </p:cNvPr>
            <p:cNvGrpSpPr/>
            <p:nvPr userDrawn="1"/>
          </p:nvGrpSpPr>
          <p:grpSpPr>
            <a:xfrm>
              <a:off x="870849" y="818761"/>
              <a:ext cx="1300790" cy="291529"/>
              <a:chOff x="973452" y="800100"/>
              <a:chExt cx="1300790" cy="291529"/>
            </a:xfrm>
          </p:grpSpPr>
          <p:sp>
            <p:nvSpPr>
              <p:cNvPr id="7" name="직사각형 6">
                <a:extLst>
                  <a:ext uri="{FF2B5EF4-FFF2-40B4-BE49-F238E27FC236}">
                    <a16:creationId xmlns:a16="http://schemas.microsoft.com/office/drawing/2014/main" id="{1BE29610-4A12-4A6C-918C-12D0D8E5D56F}"/>
                  </a:ext>
                </a:extLst>
              </p:cNvPr>
              <p:cNvSpPr/>
              <p:nvPr/>
            </p:nvSpPr>
            <p:spPr>
              <a:xfrm>
                <a:off x="973452" y="800100"/>
                <a:ext cx="612775" cy="19685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933" dirty="0">
                  <a:ea typeface="KoPub돋움체 Light" panose="00000300000000000000" pitchFamily="2" charset="-127"/>
                </a:endParaRPr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323503F-F6DB-46E6-A0B8-3C74FD0DC034}"/>
                  </a:ext>
                </a:extLst>
              </p:cNvPr>
              <p:cNvSpPr txBox="1"/>
              <p:nvPr userDrawn="1"/>
            </p:nvSpPr>
            <p:spPr>
              <a:xfrm>
                <a:off x="1279839" y="902270"/>
                <a:ext cx="994403" cy="18935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>
                <a:defPPr>
                  <a:defRPr lang="ko-KR"/>
                </a:defPPr>
                <a:lvl1pPr defTabSz="906851">
                  <a:spcBef>
                    <a:spcPts val="400"/>
                  </a:spcBef>
                  <a:spcAft>
                    <a:spcPts val="198"/>
                  </a:spcAft>
                  <a:defRPr sz="1700" spc="-5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 lvl="0"/>
                <a:r>
                  <a:rPr lang="ko-KR" altLang="en-US" sz="1778" dirty="0">
                    <a:solidFill>
                      <a:schemeClr val="tx1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회사소개</a:t>
                </a:r>
              </a:p>
            </p:txBody>
          </p:sp>
        </p:grpSp>
        <p:cxnSp>
          <p:nvCxnSpPr>
            <p:cNvPr id="4" name="직선 연결선 3">
              <a:extLst>
                <a:ext uri="{FF2B5EF4-FFF2-40B4-BE49-F238E27FC236}">
                  <a16:creationId xmlns:a16="http://schemas.microsoft.com/office/drawing/2014/main" id="{2D665B48-6DD0-4ED7-9B66-01A10C09AAA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24634" y="888511"/>
              <a:ext cx="0" cy="257961"/>
            </a:xfrm>
            <a:prstGeom prst="line">
              <a:avLst/>
            </a:prstGeom>
            <a:ln w="22225">
              <a:solidFill>
                <a:srgbClr val="303D6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직선 연결선 4">
              <a:extLst>
                <a:ext uri="{FF2B5EF4-FFF2-40B4-BE49-F238E27FC236}">
                  <a16:creationId xmlns:a16="http://schemas.microsoft.com/office/drawing/2014/main" id="{5073C361-6ED8-40E1-B706-0B9D84D52A4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396001" y="888511"/>
              <a:ext cx="0" cy="257961"/>
            </a:xfrm>
            <a:prstGeom prst="line">
              <a:avLst/>
            </a:prstGeom>
            <a:ln w="22225">
              <a:solidFill>
                <a:srgbClr val="303D6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BA1A0C57-BCB6-496B-961A-6EA229BD3272}"/>
                </a:ext>
              </a:extLst>
            </p:cNvPr>
            <p:cNvSpPr/>
            <p:nvPr userDrawn="1"/>
          </p:nvSpPr>
          <p:spPr>
            <a:xfrm>
              <a:off x="2171639" y="888511"/>
              <a:ext cx="1173956" cy="23574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defTabSz="806100">
                <a:spcBef>
                  <a:spcPts val="356"/>
                </a:spcBef>
                <a:spcAft>
                  <a:spcPts val="176"/>
                </a:spcAft>
                <a:defRPr/>
              </a:pPr>
              <a:r>
                <a:rPr lang="ko-KR" altLang="en-US" sz="1511" spc="-44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관리실적 현황</a:t>
              </a:r>
              <a:endParaRPr lang="en-US" altLang="ko-KR" sz="1511" spc="-44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</p:grp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0D94D0D-9D75-07EB-A95F-D40820861FE2}"/>
              </a:ext>
            </a:extLst>
          </p:cNvPr>
          <p:cNvSpPr/>
          <p:nvPr userDrawn="1"/>
        </p:nvSpPr>
        <p:spPr>
          <a:xfrm>
            <a:off x="7323790" y="3417676"/>
            <a:ext cx="1408354" cy="160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latin typeface="KoPub돋움체 Light" panose="00000300000000000000" pitchFamily="2" charset="-127"/>
              <a:ea typeface="KoPub돋움체 Light" panose="00000300000000000000" pitchFamily="2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8D6740F-1C02-F729-99D8-CCED37CB638D}"/>
              </a:ext>
            </a:extLst>
          </p:cNvPr>
          <p:cNvSpPr/>
          <p:nvPr userDrawn="1"/>
        </p:nvSpPr>
        <p:spPr>
          <a:xfrm>
            <a:off x="7323790" y="5520907"/>
            <a:ext cx="1408354" cy="160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latin typeface="KoPub돋움체 Light" panose="00000300000000000000" pitchFamily="2" charset="-127"/>
              <a:ea typeface="KoPub돋움체 Light" panose="00000300000000000000" pitchFamily="2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7250F694-F02D-F588-C45F-3842D86F3E23}"/>
              </a:ext>
            </a:extLst>
          </p:cNvPr>
          <p:cNvSpPr/>
          <p:nvPr userDrawn="1"/>
        </p:nvSpPr>
        <p:spPr>
          <a:xfrm>
            <a:off x="5250721" y="5520907"/>
            <a:ext cx="1408354" cy="160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latin typeface="KoPub돋움체 Light" panose="00000300000000000000" pitchFamily="2" charset="-127"/>
              <a:ea typeface="KoPub돋움체 Light" panose="00000300000000000000" pitchFamily="2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5EAF4BEC-BC59-4670-297B-E3E050F6B6E6}"/>
              </a:ext>
            </a:extLst>
          </p:cNvPr>
          <p:cNvSpPr/>
          <p:nvPr userDrawn="1"/>
        </p:nvSpPr>
        <p:spPr>
          <a:xfrm>
            <a:off x="5250721" y="3417676"/>
            <a:ext cx="1408354" cy="160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0000"/>
              </a:lnSpc>
            </a:pPr>
            <a:endParaRPr lang="ko-KR" altLang="en-US" sz="800" dirty="0">
              <a:latin typeface="KoPub돋움체 Light" panose="00000300000000000000" pitchFamily="2" charset="-127"/>
              <a:ea typeface="KoPub돋움체 Light" panose="00000300000000000000" pitchFamily="2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245F234F-C306-5730-4CCA-14E80C58BFA6}"/>
              </a:ext>
            </a:extLst>
          </p:cNvPr>
          <p:cNvSpPr/>
          <p:nvPr userDrawn="1"/>
        </p:nvSpPr>
        <p:spPr>
          <a:xfrm>
            <a:off x="1104583" y="5520907"/>
            <a:ext cx="1408354" cy="160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latin typeface="KoPub돋움체 Light" panose="00000300000000000000" pitchFamily="2" charset="-127"/>
              <a:ea typeface="KoPub돋움체 Light" panose="00000300000000000000" pitchFamily="2" charset="-127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21878D01-D54E-049D-C4C8-43C3EF16730B}"/>
              </a:ext>
            </a:extLst>
          </p:cNvPr>
          <p:cNvSpPr/>
          <p:nvPr userDrawn="1"/>
        </p:nvSpPr>
        <p:spPr>
          <a:xfrm>
            <a:off x="1104583" y="3417676"/>
            <a:ext cx="1408354" cy="160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latin typeface="KoPub돋움체 Light" panose="00000300000000000000" pitchFamily="2" charset="-127"/>
              <a:ea typeface="KoPub돋움체 Light" panose="00000300000000000000" pitchFamily="2" charset="-127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CAC0FA11-93C7-58C7-BC3D-50B195604F39}"/>
              </a:ext>
            </a:extLst>
          </p:cNvPr>
          <p:cNvSpPr/>
          <p:nvPr userDrawn="1"/>
        </p:nvSpPr>
        <p:spPr>
          <a:xfrm>
            <a:off x="9396860" y="5520907"/>
            <a:ext cx="1408354" cy="160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22" dirty="0">
              <a:ea typeface="KoPub돋움체 Light" panose="00000300000000000000" pitchFamily="2" charset="-127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67E6113C-161B-4D63-9AA4-914E475D46D5}"/>
              </a:ext>
            </a:extLst>
          </p:cNvPr>
          <p:cNvSpPr/>
          <p:nvPr userDrawn="1"/>
        </p:nvSpPr>
        <p:spPr>
          <a:xfrm>
            <a:off x="9396860" y="3417676"/>
            <a:ext cx="1408354" cy="160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89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EEEC7024-C612-15D4-808B-B4C77D8D5C85}"/>
              </a:ext>
            </a:extLst>
          </p:cNvPr>
          <p:cNvSpPr/>
          <p:nvPr userDrawn="1"/>
        </p:nvSpPr>
        <p:spPr>
          <a:xfrm>
            <a:off x="3177652" y="3417676"/>
            <a:ext cx="1408354" cy="160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latin typeface="KoPub돋움체 Light" panose="00000300000000000000" pitchFamily="2" charset="-127"/>
              <a:ea typeface="KoPub돋움체 Light" panose="00000300000000000000" pitchFamily="2" charset="-127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0AC6EB1A-CDA0-1F12-6A8E-F7B7EA3F1847}"/>
              </a:ext>
            </a:extLst>
          </p:cNvPr>
          <p:cNvSpPr/>
          <p:nvPr userDrawn="1"/>
        </p:nvSpPr>
        <p:spPr>
          <a:xfrm>
            <a:off x="3177652" y="5520907"/>
            <a:ext cx="1408354" cy="160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89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26" name="현장사진 1">
            <a:extLst>
              <a:ext uri="{FF2B5EF4-FFF2-40B4-BE49-F238E27FC236}">
                <a16:creationId xmlns:a16="http://schemas.microsoft.com/office/drawing/2014/main" id="{EDEEDFEF-8FAC-FC05-6B9D-977EDE1C0F6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104583" y="2206474"/>
            <a:ext cx="1810741" cy="112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</a:lstStyle>
          <a:p>
            <a:r>
              <a:rPr lang="ko-KR" altLang="en-US"/>
              <a:t>건물사진</a:t>
            </a:r>
            <a:endParaRPr lang="ko-KR" altLang="en-US" dirty="0"/>
          </a:p>
        </p:txBody>
      </p:sp>
      <p:sp>
        <p:nvSpPr>
          <p:cNvPr id="27" name="현장명 1">
            <a:extLst>
              <a:ext uri="{FF2B5EF4-FFF2-40B4-BE49-F238E27FC236}">
                <a16:creationId xmlns:a16="http://schemas.microsoft.com/office/drawing/2014/main" id="{BDDB8458-DF17-38C5-BB22-7A2CE3F3A2E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04583" y="3521789"/>
            <a:ext cx="1810741" cy="16000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889">
                <a:ln>
                  <a:noFill/>
                </a:ln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  <a:lvl2pPr marL="457188" indent="0">
              <a:buNone/>
              <a:defRPr sz="889">
                <a:latin typeface="KoPub돋움체_Pro Bold" panose="00000800000000000000" pitchFamily="50" charset="-127"/>
                <a:ea typeface="KoPub돋움체_Pro Bold" panose="00000800000000000000" pitchFamily="50" charset="-127"/>
              </a:defRPr>
            </a:lvl2pPr>
            <a:lvl3pPr marL="914376" indent="0">
              <a:buNone/>
              <a:defRPr sz="889">
                <a:latin typeface="KoPub돋움체_Pro Bold" panose="00000800000000000000" pitchFamily="50" charset="-127"/>
                <a:ea typeface="KoPub돋움체_Pro Bold" panose="00000800000000000000" pitchFamily="50" charset="-127"/>
              </a:defRPr>
            </a:lvl3pPr>
            <a:lvl4pPr marL="1371564" indent="0">
              <a:buNone/>
              <a:defRPr sz="889">
                <a:latin typeface="KoPub돋움체_Pro Bold" panose="00000800000000000000" pitchFamily="50" charset="-127"/>
                <a:ea typeface="KoPub돋움체_Pro Bold" panose="00000800000000000000" pitchFamily="50" charset="-127"/>
              </a:defRPr>
            </a:lvl4pPr>
            <a:lvl5pPr marL="1828752" indent="0">
              <a:buNone/>
              <a:defRPr sz="889">
                <a:latin typeface="KoPub돋움체_Pro Bold" panose="00000800000000000000" pitchFamily="50" charset="-127"/>
                <a:ea typeface="KoPub돋움체_Pro Bold" panose="00000800000000000000" pitchFamily="50" charset="-127"/>
              </a:defRPr>
            </a:lvl5pPr>
          </a:lstStyle>
          <a:p>
            <a:pPr lvl="0"/>
            <a:r>
              <a:rPr lang="ko-KR" altLang="en-US" dirty="0" err="1"/>
              <a:t>현장명</a:t>
            </a:r>
            <a:endParaRPr lang="ko-KR" altLang="en-US" dirty="0"/>
          </a:p>
        </p:txBody>
      </p:sp>
      <p:sp>
        <p:nvSpPr>
          <p:cNvPr id="28" name="연면적 1">
            <a:extLst>
              <a:ext uri="{FF2B5EF4-FFF2-40B4-BE49-F238E27FC236}">
                <a16:creationId xmlns:a16="http://schemas.microsoft.com/office/drawing/2014/main" id="{47F0E7F9-8FE0-DC96-F6D1-915B76487E4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04583" y="3717105"/>
            <a:ext cx="1810741" cy="16000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889">
                <a:ln>
                  <a:noFill/>
                </a:ln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  <a:lvl2pPr marL="457188" indent="0">
              <a:buNone/>
              <a:defRPr sz="889">
                <a:latin typeface="KoPub돋움체_Pro Bold" panose="00000800000000000000" pitchFamily="50" charset="-127"/>
                <a:ea typeface="KoPub돋움체_Pro Bold" panose="00000800000000000000" pitchFamily="50" charset="-127"/>
              </a:defRPr>
            </a:lvl2pPr>
            <a:lvl3pPr marL="914376" indent="0">
              <a:buNone/>
              <a:defRPr sz="889">
                <a:latin typeface="KoPub돋움체_Pro Bold" panose="00000800000000000000" pitchFamily="50" charset="-127"/>
                <a:ea typeface="KoPub돋움체_Pro Bold" panose="00000800000000000000" pitchFamily="50" charset="-127"/>
              </a:defRPr>
            </a:lvl3pPr>
            <a:lvl4pPr marL="1371564" indent="0">
              <a:buNone/>
              <a:defRPr sz="889">
                <a:latin typeface="KoPub돋움체_Pro Bold" panose="00000800000000000000" pitchFamily="50" charset="-127"/>
                <a:ea typeface="KoPub돋움체_Pro Bold" panose="00000800000000000000" pitchFamily="50" charset="-127"/>
              </a:defRPr>
            </a:lvl4pPr>
            <a:lvl5pPr marL="1828752" indent="0">
              <a:buNone/>
              <a:defRPr sz="889">
                <a:latin typeface="KoPub돋움체_Pro Bold" panose="00000800000000000000" pitchFamily="50" charset="-127"/>
                <a:ea typeface="KoPub돋움체_Pro Bold" panose="00000800000000000000" pitchFamily="50" charset="-127"/>
              </a:defRPr>
            </a:lvl5pPr>
          </a:lstStyle>
          <a:p>
            <a:pPr lvl="0"/>
            <a:r>
              <a:rPr lang="ko-KR" altLang="en-US" dirty="0"/>
              <a:t>연면적 </a:t>
            </a:r>
            <a:r>
              <a:rPr lang="en-US" altLang="ko-KR" dirty="0"/>
              <a:t>PY</a:t>
            </a:r>
            <a:endParaRPr lang="ko-KR" altLang="en-US" dirty="0"/>
          </a:p>
        </p:txBody>
      </p:sp>
      <p:sp>
        <p:nvSpPr>
          <p:cNvPr id="31" name="현장사진 2">
            <a:extLst>
              <a:ext uri="{FF2B5EF4-FFF2-40B4-BE49-F238E27FC236}">
                <a16:creationId xmlns:a16="http://schemas.microsoft.com/office/drawing/2014/main" id="{B75CFE0C-A222-153D-E34F-DF25C993CA4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177652" y="2206474"/>
            <a:ext cx="1810741" cy="112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</a:lstStyle>
          <a:p>
            <a:r>
              <a:rPr lang="ko-KR" altLang="en-US"/>
              <a:t>건물사진</a:t>
            </a:r>
            <a:endParaRPr lang="ko-KR" altLang="en-US" dirty="0"/>
          </a:p>
        </p:txBody>
      </p:sp>
      <p:sp>
        <p:nvSpPr>
          <p:cNvPr id="32" name="현장명 2">
            <a:extLst>
              <a:ext uri="{FF2B5EF4-FFF2-40B4-BE49-F238E27FC236}">
                <a16:creationId xmlns:a16="http://schemas.microsoft.com/office/drawing/2014/main" id="{CBE82F85-26B7-EC24-2903-6E09C6A14CD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177652" y="3521789"/>
            <a:ext cx="1810741" cy="16000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889">
                <a:ln>
                  <a:noFill/>
                </a:ln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  <a:lvl2pPr marL="457188" indent="0">
              <a:buNone/>
              <a:defRPr sz="889">
                <a:latin typeface="KoPub돋움체_Pro Bold" panose="00000800000000000000" pitchFamily="50" charset="-127"/>
                <a:ea typeface="KoPub돋움체_Pro Bold" panose="00000800000000000000" pitchFamily="50" charset="-127"/>
              </a:defRPr>
            </a:lvl2pPr>
            <a:lvl3pPr marL="914376" indent="0">
              <a:buNone/>
              <a:defRPr sz="889">
                <a:latin typeface="KoPub돋움체_Pro Bold" panose="00000800000000000000" pitchFamily="50" charset="-127"/>
                <a:ea typeface="KoPub돋움체_Pro Bold" panose="00000800000000000000" pitchFamily="50" charset="-127"/>
              </a:defRPr>
            </a:lvl3pPr>
            <a:lvl4pPr marL="1371564" indent="0">
              <a:buNone/>
              <a:defRPr sz="889">
                <a:latin typeface="KoPub돋움체_Pro Bold" panose="00000800000000000000" pitchFamily="50" charset="-127"/>
                <a:ea typeface="KoPub돋움체_Pro Bold" panose="00000800000000000000" pitchFamily="50" charset="-127"/>
              </a:defRPr>
            </a:lvl4pPr>
            <a:lvl5pPr marL="1828752" indent="0">
              <a:buNone/>
              <a:defRPr sz="889">
                <a:latin typeface="KoPub돋움체_Pro Bold" panose="00000800000000000000" pitchFamily="50" charset="-127"/>
                <a:ea typeface="KoPub돋움체_Pro Bold" panose="00000800000000000000" pitchFamily="50" charset="-127"/>
              </a:defRPr>
            </a:lvl5pPr>
          </a:lstStyle>
          <a:p>
            <a:pPr lvl="0"/>
            <a:r>
              <a:rPr lang="ko-KR" altLang="en-US" dirty="0" err="1"/>
              <a:t>현장명</a:t>
            </a:r>
            <a:endParaRPr lang="ko-KR" altLang="en-US" dirty="0"/>
          </a:p>
        </p:txBody>
      </p:sp>
      <p:sp>
        <p:nvSpPr>
          <p:cNvPr id="33" name="연면적 2">
            <a:extLst>
              <a:ext uri="{FF2B5EF4-FFF2-40B4-BE49-F238E27FC236}">
                <a16:creationId xmlns:a16="http://schemas.microsoft.com/office/drawing/2014/main" id="{60C761D8-FF43-63B6-012B-243E02A85D3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177652" y="3717105"/>
            <a:ext cx="1810741" cy="16000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889">
                <a:ln>
                  <a:noFill/>
                </a:ln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  <a:lvl2pPr marL="457188" indent="0">
              <a:buNone/>
              <a:defRPr sz="889">
                <a:latin typeface="KoPub돋움체_Pro Bold" panose="00000800000000000000" pitchFamily="50" charset="-127"/>
                <a:ea typeface="KoPub돋움체_Pro Bold" panose="00000800000000000000" pitchFamily="50" charset="-127"/>
              </a:defRPr>
            </a:lvl2pPr>
            <a:lvl3pPr marL="914376" indent="0">
              <a:buNone/>
              <a:defRPr sz="889">
                <a:latin typeface="KoPub돋움체_Pro Bold" panose="00000800000000000000" pitchFamily="50" charset="-127"/>
                <a:ea typeface="KoPub돋움체_Pro Bold" panose="00000800000000000000" pitchFamily="50" charset="-127"/>
              </a:defRPr>
            </a:lvl3pPr>
            <a:lvl4pPr marL="1371564" indent="0">
              <a:buNone/>
              <a:defRPr sz="889">
                <a:latin typeface="KoPub돋움체_Pro Bold" panose="00000800000000000000" pitchFamily="50" charset="-127"/>
                <a:ea typeface="KoPub돋움체_Pro Bold" panose="00000800000000000000" pitchFamily="50" charset="-127"/>
              </a:defRPr>
            </a:lvl4pPr>
            <a:lvl5pPr marL="1828752" indent="0">
              <a:buNone/>
              <a:defRPr sz="889">
                <a:latin typeface="KoPub돋움체_Pro Bold" panose="00000800000000000000" pitchFamily="50" charset="-127"/>
                <a:ea typeface="KoPub돋움체_Pro Bold" panose="00000800000000000000" pitchFamily="50" charset="-127"/>
              </a:defRPr>
            </a:lvl5pPr>
          </a:lstStyle>
          <a:p>
            <a:pPr lvl="0"/>
            <a:r>
              <a:rPr lang="ko-KR" altLang="en-US" dirty="0"/>
              <a:t>연면적 </a:t>
            </a:r>
            <a:r>
              <a:rPr lang="en-US" altLang="ko-KR" dirty="0"/>
              <a:t>PY</a:t>
            </a:r>
            <a:endParaRPr lang="ko-KR" altLang="en-US" dirty="0"/>
          </a:p>
        </p:txBody>
      </p:sp>
      <p:sp>
        <p:nvSpPr>
          <p:cNvPr id="34" name="현장사진 3">
            <a:extLst>
              <a:ext uri="{FF2B5EF4-FFF2-40B4-BE49-F238E27FC236}">
                <a16:creationId xmlns:a16="http://schemas.microsoft.com/office/drawing/2014/main" id="{400B00AE-5736-9236-9C3B-E64DE9DC11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5250721" y="2206474"/>
            <a:ext cx="1810741" cy="112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</a:lstStyle>
          <a:p>
            <a:r>
              <a:rPr lang="ko-KR" altLang="en-US"/>
              <a:t>건물사진</a:t>
            </a:r>
            <a:endParaRPr lang="ko-KR" altLang="en-US" dirty="0"/>
          </a:p>
        </p:txBody>
      </p:sp>
      <p:sp>
        <p:nvSpPr>
          <p:cNvPr id="35" name="현장명 3">
            <a:extLst>
              <a:ext uri="{FF2B5EF4-FFF2-40B4-BE49-F238E27FC236}">
                <a16:creationId xmlns:a16="http://schemas.microsoft.com/office/drawing/2014/main" id="{6FAE41FF-529D-FC1D-2264-40185EFB9DC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250721" y="3521789"/>
            <a:ext cx="1810741" cy="16000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889">
                <a:ln>
                  <a:noFill/>
                </a:ln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  <a:lvl2pPr marL="457188" indent="0">
              <a:buNone/>
              <a:defRPr sz="889">
                <a:latin typeface="KoPub돋움체_Pro Bold" panose="00000800000000000000" pitchFamily="50" charset="-127"/>
                <a:ea typeface="KoPub돋움체_Pro Bold" panose="00000800000000000000" pitchFamily="50" charset="-127"/>
              </a:defRPr>
            </a:lvl2pPr>
            <a:lvl3pPr marL="914376" indent="0">
              <a:buNone/>
              <a:defRPr sz="889">
                <a:latin typeface="KoPub돋움체_Pro Bold" panose="00000800000000000000" pitchFamily="50" charset="-127"/>
                <a:ea typeface="KoPub돋움체_Pro Bold" panose="00000800000000000000" pitchFamily="50" charset="-127"/>
              </a:defRPr>
            </a:lvl3pPr>
            <a:lvl4pPr marL="1371564" indent="0">
              <a:buNone/>
              <a:defRPr sz="889">
                <a:latin typeface="KoPub돋움체_Pro Bold" panose="00000800000000000000" pitchFamily="50" charset="-127"/>
                <a:ea typeface="KoPub돋움체_Pro Bold" panose="00000800000000000000" pitchFamily="50" charset="-127"/>
              </a:defRPr>
            </a:lvl4pPr>
            <a:lvl5pPr marL="1828752" indent="0">
              <a:buNone/>
              <a:defRPr sz="889">
                <a:latin typeface="KoPub돋움체_Pro Bold" panose="00000800000000000000" pitchFamily="50" charset="-127"/>
                <a:ea typeface="KoPub돋움체_Pro Bold" panose="00000800000000000000" pitchFamily="50" charset="-127"/>
              </a:defRPr>
            </a:lvl5pPr>
          </a:lstStyle>
          <a:p>
            <a:pPr lvl="0"/>
            <a:r>
              <a:rPr lang="ko-KR" altLang="en-US" dirty="0" err="1"/>
              <a:t>현장명</a:t>
            </a:r>
            <a:endParaRPr lang="ko-KR" altLang="en-US" dirty="0"/>
          </a:p>
        </p:txBody>
      </p:sp>
      <p:sp>
        <p:nvSpPr>
          <p:cNvPr id="36" name="연면적 3">
            <a:extLst>
              <a:ext uri="{FF2B5EF4-FFF2-40B4-BE49-F238E27FC236}">
                <a16:creationId xmlns:a16="http://schemas.microsoft.com/office/drawing/2014/main" id="{3932F9A6-6547-D01C-87A3-D9E4A4BC8AC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250721" y="3717105"/>
            <a:ext cx="1810741" cy="16000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889">
                <a:ln>
                  <a:noFill/>
                </a:ln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  <a:lvl2pPr marL="457188" indent="0">
              <a:buNone/>
              <a:defRPr sz="889">
                <a:latin typeface="KoPub돋움체_Pro Bold" panose="00000800000000000000" pitchFamily="50" charset="-127"/>
                <a:ea typeface="KoPub돋움체_Pro Bold" panose="00000800000000000000" pitchFamily="50" charset="-127"/>
              </a:defRPr>
            </a:lvl2pPr>
            <a:lvl3pPr marL="914376" indent="0">
              <a:buNone/>
              <a:defRPr sz="889">
                <a:latin typeface="KoPub돋움체_Pro Bold" panose="00000800000000000000" pitchFamily="50" charset="-127"/>
                <a:ea typeface="KoPub돋움체_Pro Bold" panose="00000800000000000000" pitchFamily="50" charset="-127"/>
              </a:defRPr>
            </a:lvl3pPr>
            <a:lvl4pPr marL="1371564" indent="0">
              <a:buNone/>
              <a:defRPr sz="889">
                <a:latin typeface="KoPub돋움체_Pro Bold" panose="00000800000000000000" pitchFamily="50" charset="-127"/>
                <a:ea typeface="KoPub돋움체_Pro Bold" panose="00000800000000000000" pitchFamily="50" charset="-127"/>
              </a:defRPr>
            </a:lvl4pPr>
            <a:lvl5pPr marL="1828752" indent="0">
              <a:buNone/>
              <a:defRPr sz="889">
                <a:latin typeface="KoPub돋움체_Pro Bold" panose="00000800000000000000" pitchFamily="50" charset="-127"/>
                <a:ea typeface="KoPub돋움체_Pro Bold" panose="00000800000000000000" pitchFamily="50" charset="-127"/>
              </a:defRPr>
            </a:lvl5pPr>
          </a:lstStyle>
          <a:p>
            <a:pPr lvl="0"/>
            <a:r>
              <a:rPr lang="ko-KR" altLang="en-US" dirty="0"/>
              <a:t>연면적 </a:t>
            </a:r>
            <a:r>
              <a:rPr lang="en-US" altLang="ko-KR" dirty="0"/>
              <a:t>PY</a:t>
            </a:r>
            <a:endParaRPr lang="ko-KR" altLang="en-US" dirty="0"/>
          </a:p>
        </p:txBody>
      </p:sp>
      <p:sp>
        <p:nvSpPr>
          <p:cNvPr id="37" name="현장사진 4">
            <a:extLst>
              <a:ext uri="{FF2B5EF4-FFF2-40B4-BE49-F238E27FC236}">
                <a16:creationId xmlns:a16="http://schemas.microsoft.com/office/drawing/2014/main" id="{E2963761-5CEF-A810-A869-5F2AAA688D9E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7323790" y="2206474"/>
            <a:ext cx="1810741" cy="112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</a:lstStyle>
          <a:p>
            <a:r>
              <a:rPr lang="ko-KR" altLang="en-US"/>
              <a:t>건물사진</a:t>
            </a:r>
            <a:endParaRPr lang="ko-KR" altLang="en-US" dirty="0"/>
          </a:p>
        </p:txBody>
      </p:sp>
      <p:sp>
        <p:nvSpPr>
          <p:cNvPr id="38" name="현장명 4">
            <a:extLst>
              <a:ext uri="{FF2B5EF4-FFF2-40B4-BE49-F238E27FC236}">
                <a16:creationId xmlns:a16="http://schemas.microsoft.com/office/drawing/2014/main" id="{7BAB7AF7-B4AF-D9E4-B5F5-92E098E0800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323790" y="3521789"/>
            <a:ext cx="1810741" cy="16000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889">
                <a:ln>
                  <a:noFill/>
                </a:ln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  <a:lvl2pPr marL="457188" indent="0">
              <a:buNone/>
              <a:defRPr sz="889">
                <a:latin typeface="KoPub돋움체_Pro Bold" panose="00000800000000000000" pitchFamily="50" charset="-127"/>
                <a:ea typeface="KoPub돋움체_Pro Bold" panose="00000800000000000000" pitchFamily="50" charset="-127"/>
              </a:defRPr>
            </a:lvl2pPr>
            <a:lvl3pPr marL="914376" indent="0">
              <a:buNone/>
              <a:defRPr sz="889">
                <a:latin typeface="KoPub돋움체_Pro Bold" panose="00000800000000000000" pitchFamily="50" charset="-127"/>
                <a:ea typeface="KoPub돋움체_Pro Bold" panose="00000800000000000000" pitchFamily="50" charset="-127"/>
              </a:defRPr>
            </a:lvl3pPr>
            <a:lvl4pPr marL="1371564" indent="0">
              <a:buNone/>
              <a:defRPr sz="889">
                <a:latin typeface="KoPub돋움체_Pro Bold" panose="00000800000000000000" pitchFamily="50" charset="-127"/>
                <a:ea typeface="KoPub돋움체_Pro Bold" panose="00000800000000000000" pitchFamily="50" charset="-127"/>
              </a:defRPr>
            </a:lvl4pPr>
            <a:lvl5pPr marL="1828752" indent="0">
              <a:buNone/>
              <a:defRPr sz="889">
                <a:latin typeface="KoPub돋움체_Pro Bold" panose="00000800000000000000" pitchFamily="50" charset="-127"/>
                <a:ea typeface="KoPub돋움체_Pro Bold" panose="00000800000000000000" pitchFamily="50" charset="-127"/>
              </a:defRPr>
            </a:lvl5pPr>
          </a:lstStyle>
          <a:p>
            <a:pPr lvl="0"/>
            <a:r>
              <a:rPr lang="ko-KR" altLang="en-US" dirty="0" err="1"/>
              <a:t>현장명</a:t>
            </a:r>
            <a:endParaRPr lang="ko-KR" altLang="en-US" dirty="0"/>
          </a:p>
        </p:txBody>
      </p:sp>
      <p:sp>
        <p:nvSpPr>
          <p:cNvPr id="39" name="연면적 4">
            <a:extLst>
              <a:ext uri="{FF2B5EF4-FFF2-40B4-BE49-F238E27FC236}">
                <a16:creationId xmlns:a16="http://schemas.microsoft.com/office/drawing/2014/main" id="{7228B068-B547-1E5D-D19B-03984FD8987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323790" y="3717105"/>
            <a:ext cx="1810741" cy="16000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889">
                <a:ln>
                  <a:noFill/>
                </a:ln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  <a:lvl2pPr marL="457188" indent="0">
              <a:buNone/>
              <a:defRPr sz="889">
                <a:latin typeface="KoPub돋움체_Pro Bold" panose="00000800000000000000" pitchFamily="50" charset="-127"/>
                <a:ea typeface="KoPub돋움체_Pro Bold" panose="00000800000000000000" pitchFamily="50" charset="-127"/>
              </a:defRPr>
            </a:lvl2pPr>
            <a:lvl3pPr marL="914376" indent="0">
              <a:buNone/>
              <a:defRPr sz="889">
                <a:latin typeface="KoPub돋움체_Pro Bold" panose="00000800000000000000" pitchFamily="50" charset="-127"/>
                <a:ea typeface="KoPub돋움체_Pro Bold" panose="00000800000000000000" pitchFamily="50" charset="-127"/>
              </a:defRPr>
            </a:lvl3pPr>
            <a:lvl4pPr marL="1371564" indent="0">
              <a:buNone/>
              <a:defRPr sz="889">
                <a:latin typeface="KoPub돋움체_Pro Bold" panose="00000800000000000000" pitchFamily="50" charset="-127"/>
                <a:ea typeface="KoPub돋움체_Pro Bold" panose="00000800000000000000" pitchFamily="50" charset="-127"/>
              </a:defRPr>
            </a:lvl4pPr>
            <a:lvl5pPr marL="1828752" indent="0">
              <a:buNone/>
              <a:defRPr sz="889">
                <a:latin typeface="KoPub돋움체_Pro Bold" panose="00000800000000000000" pitchFamily="50" charset="-127"/>
                <a:ea typeface="KoPub돋움체_Pro Bold" panose="00000800000000000000" pitchFamily="50" charset="-127"/>
              </a:defRPr>
            </a:lvl5pPr>
          </a:lstStyle>
          <a:p>
            <a:pPr lvl="0"/>
            <a:r>
              <a:rPr lang="ko-KR" altLang="en-US" dirty="0"/>
              <a:t>연면적 </a:t>
            </a:r>
            <a:r>
              <a:rPr lang="en-US" altLang="ko-KR" dirty="0"/>
              <a:t>PY</a:t>
            </a:r>
            <a:endParaRPr lang="ko-KR" altLang="en-US" dirty="0"/>
          </a:p>
        </p:txBody>
      </p:sp>
      <p:sp>
        <p:nvSpPr>
          <p:cNvPr id="40" name="현장사진 5">
            <a:extLst>
              <a:ext uri="{FF2B5EF4-FFF2-40B4-BE49-F238E27FC236}">
                <a16:creationId xmlns:a16="http://schemas.microsoft.com/office/drawing/2014/main" id="{00F9AEF8-76D7-F6C5-D2AC-D7BDBA08DF49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9396860" y="2206474"/>
            <a:ext cx="1810741" cy="112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</a:lstStyle>
          <a:p>
            <a:r>
              <a:rPr lang="ko-KR" altLang="en-US"/>
              <a:t>건물사진</a:t>
            </a:r>
            <a:endParaRPr lang="ko-KR" altLang="en-US" dirty="0"/>
          </a:p>
        </p:txBody>
      </p:sp>
      <p:sp>
        <p:nvSpPr>
          <p:cNvPr id="41" name="현장명 5">
            <a:extLst>
              <a:ext uri="{FF2B5EF4-FFF2-40B4-BE49-F238E27FC236}">
                <a16:creationId xmlns:a16="http://schemas.microsoft.com/office/drawing/2014/main" id="{A6B6D0E8-6E38-C1E2-0497-81943B2D76D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396860" y="3521789"/>
            <a:ext cx="1810741" cy="16000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889">
                <a:ln>
                  <a:noFill/>
                </a:ln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  <a:lvl2pPr marL="457188" indent="0">
              <a:buNone/>
              <a:defRPr sz="889">
                <a:latin typeface="KoPub돋움체_Pro Bold" panose="00000800000000000000" pitchFamily="50" charset="-127"/>
                <a:ea typeface="KoPub돋움체_Pro Bold" panose="00000800000000000000" pitchFamily="50" charset="-127"/>
              </a:defRPr>
            </a:lvl2pPr>
            <a:lvl3pPr marL="914376" indent="0">
              <a:buNone/>
              <a:defRPr sz="889">
                <a:latin typeface="KoPub돋움체_Pro Bold" panose="00000800000000000000" pitchFamily="50" charset="-127"/>
                <a:ea typeface="KoPub돋움체_Pro Bold" panose="00000800000000000000" pitchFamily="50" charset="-127"/>
              </a:defRPr>
            </a:lvl3pPr>
            <a:lvl4pPr marL="1371564" indent="0">
              <a:buNone/>
              <a:defRPr sz="889">
                <a:latin typeface="KoPub돋움체_Pro Bold" panose="00000800000000000000" pitchFamily="50" charset="-127"/>
                <a:ea typeface="KoPub돋움체_Pro Bold" panose="00000800000000000000" pitchFamily="50" charset="-127"/>
              </a:defRPr>
            </a:lvl4pPr>
            <a:lvl5pPr marL="1828752" indent="0">
              <a:buNone/>
              <a:defRPr sz="889">
                <a:latin typeface="KoPub돋움체_Pro Bold" panose="00000800000000000000" pitchFamily="50" charset="-127"/>
                <a:ea typeface="KoPub돋움체_Pro Bold" panose="00000800000000000000" pitchFamily="50" charset="-127"/>
              </a:defRPr>
            </a:lvl5pPr>
          </a:lstStyle>
          <a:p>
            <a:pPr lvl="0"/>
            <a:r>
              <a:rPr lang="ko-KR" altLang="en-US" dirty="0" err="1"/>
              <a:t>현장명</a:t>
            </a:r>
            <a:endParaRPr lang="ko-KR" altLang="en-US" dirty="0"/>
          </a:p>
        </p:txBody>
      </p:sp>
      <p:sp>
        <p:nvSpPr>
          <p:cNvPr id="42" name="연면적 5">
            <a:extLst>
              <a:ext uri="{FF2B5EF4-FFF2-40B4-BE49-F238E27FC236}">
                <a16:creationId xmlns:a16="http://schemas.microsoft.com/office/drawing/2014/main" id="{BF8D4317-9BB4-0624-9930-5A176A0C95B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396860" y="3717105"/>
            <a:ext cx="1810741" cy="16000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889">
                <a:ln>
                  <a:noFill/>
                </a:ln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  <a:lvl2pPr marL="457188" indent="0">
              <a:buNone/>
              <a:defRPr sz="889">
                <a:latin typeface="KoPub돋움체_Pro Bold" panose="00000800000000000000" pitchFamily="50" charset="-127"/>
                <a:ea typeface="KoPub돋움체_Pro Bold" panose="00000800000000000000" pitchFamily="50" charset="-127"/>
              </a:defRPr>
            </a:lvl2pPr>
            <a:lvl3pPr marL="914376" indent="0">
              <a:buNone/>
              <a:defRPr sz="889">
                <a:latin typeface="KoPub돋움체_Pro Bold" panose="00000800000000000000" pitchFamily="50" charset="-127"/>
                <a:ea typeface="KoPub돋움체_Pro Bold" panose="00000800000000000000" pitchFamily="50" charset="-127"/>
              </a:defRPr>
            </a:lvl3pPr>
            <a:lvl4pPr marL="1371564" indent="0">
              <a:buNone/>
              <a:defRPr sz="889">
                <a:latin typeface="KoPub돋움체_Pro Bold" panose="00000800000000000000" pitchFamily="50" charset="-127"/>
                <a:ea typeface="KoPub돋움체_Pro Bold" panose="00000800000000000000" pitchFamily="50" charset="-127"/>
              </a:defRPr>
            </a:lvl4pPr>
            <a:lvl5pPr marL="1828752" indent="0">
              <a:buNone/>
              <a:defRPr sz="889">
                <a:latin typeface="KoPub돋움체_Pro Bold" panose="00000800000000000000" pitchFamily="50" charset="-127"/>
                <a:ea typeface="KoPub돋움체_Pro Bold" panose="00000800000000000000" pitchFamily="50" charset="-127"/>
              </a:defRPr>
            </a:lvl5pPr>
          </a:lstStyle>
          <a:p>
            <a:pPr lvl="0"/>
            <a:r>
              <a:rPr lang="ko-KR" altLang="en-US" dirty="0"/>
              <a:t>연면적 </a:t>
            </a:r>
            <a:r>
              <a:rPr lang="en-US" altLang="ko-KR" dirty="0"/>
              <a:t>PY</a:t>
            </a:r>
            <a:endParaRPr lang="ko-KR" altLang="en-US" dirty="0"/>
          </a:p>
        </p:txBody>
      </p:sp>
      <p:sp>
        <p:nvSpPr>
          <p:cNvPr id="43" name="현장사진 6">
            <a:extLst>
              <a:ext uri="{FF2B5EF4-FFF2-40B4-BE49-F238E27FC236}">
                <a16:creationId xmlns:a16="http://schemas.microsoft.com/office/drawing/2014/main" id="{0E651566-F721-A828-D1AC-B98270BA57BF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1104583" y="4273394"/>
            <a:ext cx="1810741" cy="112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</a:lstStyle>
          <a:p>
            <a:r>
              <a:rPr lang="ko-KR" altLang="en-US"/>
              <a:t>건물사진</a:t>
            </a:r>
            <a:endParaRPr lang="ko-KR" altLang="en-US" dirty="0"/>
          </a:p>
        </p:txBody>
      </p:sp>
      <p:sp>
        <p:nvSpPr>
          <p:cNvPr id="44" name="현장명 6">
            <a:extLst>
              <a:ext uri="{FF2B5EF4-FFF2-40B4-BE49-F238E27FC236}">
                <a16:creationId xmlns:a16="http://schemas.microsoft.com/office/drawing/2014/main" id="{BF4BACF5-90C5-0002-CB41-256313CD807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104583" y="5588709"/>
            <a:ext cx="1810741" cy="16000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889">
                <a:ln>
                  <a:noFill/>
                </a:ln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  <a:lvl2pPr marL="457188" indent="0">
              <a:buNone/>
              <a:defRPr sz="889">
                <a:latin typeface="KoPub돋움체_Pro Bold" panose="00000800000000000000" pitchFamily="50" charset="-127"/>
                <a:ea typeface="KoPub돋움체_Pro Bold" panose="00000800000000000000" pitchFamily="50" charset="-127"/>
              </a:defRPr>
            </a:lvl2pPr>
            <a:lvl3pPr marL="914376" indent="0">
              <a:buNone/>
              <a:defRPr sz="889">
                <a:latin typeface="KoPub돋움체_Pro Bold" panose="00000800000000000000" pitchFamily="50" charset="-127"/>
                <a:ea typeface="KoPub돋움체_Pro Bold" panose="00000800000000000000" pitchFamily="50" charset="-127"/>
              </a:defRPr>
            </a:lvl3pPr>
            <a:lvl4pPr marL="1371564" indent="0">
              <a:buNone/>
              <a:defRPr sz="889">
                <a:latin typeface="KoPub돋움체_Pro Bold" panose="00000800000000000000" pitchFamily="50" charset="-127"/>
                <a:ea typeface="KoPub돋움체_Pro Bold" panose="00000800000000000000" pitchFamily="50" charset="-127"/>
              </a:defRPr>
            </a:lvl4pPr>
            <a:lvl5pPr marL="1828752" indent="0">
              <a:buNone/>
              <a:defRPr sz="889">
                <a:latin typeface="KoPub돋움체_Pro Bold" panose="00000800000000000000" pitchFamily="50" charset="-127"/>
                <a:ea typeface="KoPub돋움체_Pro Bold" panose="00000800000000000000" pitchFamily="50" charset="-127"/>
              </a:defRPr>
            </a:lvl5pPr>
          </a:lstStyle>
          <a:p>
            <a:pPr lvl="0"/>
            <a:r>
              <a:rPr lang="ko-KR" altLang="en-US" dirty="0" err="1"/>
              <a:t>현장명</a:t>
            </a:r>
            <a:endParaRPr lang="ko-KR" altLang="en-US" dirty="0"/>
          </a:p>
        </p:txBody>
      </p:sp>
      <p:sp>
        <p:nvSpPr>
          <p:cNvPr id="45" name="연면적 6">
            <a:extLst>
              <a:ext uri="{FF2B5EF4-FFF2-40B4-BE49-F238E27FC236}">
                <a16:creationId xmlns:a16="http://schemas.microsoft.com/office/drawing/2014/main" id="{A147D59B-7616-CA9C-D44F-C7C8CDE418C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104583" y="5784025"/>
            <a:ext cx="1810741" cy="16000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889">
                <a:ln>
                  <a:noFill/>
                </a:ln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  <a:lvl2pPr marL="457188" indent="0">
              <a:buNone/>
              <a:defRPr sz="889">
                <a:latin typeface="KoPub돋움체_Pro Bold" panose="00000800000000000000" pitchFamily="50" charset="-127"/>
                <a:ea typeface="KoPub돋움체_Pro Bold" panose="00000800000000000000" pitchFamily="50" charset="-127"/>
              </a:defRPr>
            </a:lvl2pPr>
            <a:lvl3pPr marL="914376" indent="0">
              <a:buNone/>
              <a:defRPr sz="889">
                <a:latin typeface="KoPub돋움체_Pro Bold" panose="00000800000000000000" pitchFamily="50" charset="-127"/>
                <a:ea typeface="KoPub돋움체_Pro Bold" panose="00000800000000000000" pitchFamily="50" charset="-127"/>
              </a:defRPr>
            </a:lvl3pPr>
            <a:lvl4pPr marL="1371564" indent="0">
              <a:buNone/>
              <a:defRPr sz="889">
                <a:latin typeface="KoPub돋움체_Pro Bold" panose="00000800000000000000" pitchFamily="50" charset="-127"/>
                <a:ea typeface="KoPub돋움체_Pro Bold" panose="00000800000000000000" pitchFamily="50" charset="-127"/>
              </a:defRPr>
            </a:lvl4pPr>
            <a:lvl5pPr marL="1828752" indent="0">
              <a:buNone/>
              <a:defRPr sz="889">
                <a:latin typeface="KoPub돋움체_Pro Bold" panose="00000800000000000000" pitchFamily="50" charset="-127"/>
                <a:ea typeface="KoPub돋움체_Pro Bold" panose="00000800000000000000" pitchFamily="50" charset="-127"/>
              </a:defRPr>
            </a:lvl5pPr>
          </a:lstStyle>
          <a:p>
            <a:pPr lvl="0"/>
            <a:r>
              <a:rPr lang="ko-KR" altLang="en-US" dirty="0"/>
              <a:t>연면적 </a:t>
            </a:r>
            <a:r>
              <a:rPr lang="en-US" altLang="ko-KR" dirty="0"/>
              <a:t>PY</a:t>
            </a:r>
            <a:endParaRPr lang="ko-KR" altLang="en-US" dirty="0"/>
          </a:p>
        </p:txBody>
      </p:sp>
      <p:sp>
        <p:nvSpPr>
          <p:cNvPr id="46" name="현장사진 7">
            <a:extLst>
              <a:ext uri="{FF2B5EF4-FFF2-40B4-BE49-F238E27FC236}">
                <a16:creationId xmlns:a16="http://schemas.microsoft.com/office/drawing/2014/main" id="{C00CAA4F-96BE-1402-E227-C520CE875A1E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3177652" y="4273394"/>
            <a:ext cx="1810741" cy="112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</a:lstStyle>
          <a:p>
            <a:r>
              <a:rPr lang="ko-KR" altLang="en-US"/>
              <a:t>건물사진</a:t>
            </a:r>
            <a:endParaRPr lang="ko-KR" altLang="en-US" dirty="0"/>
          </a:p>
        </p:txBody>
      </p:sp>
      <p:sp>
        <p:nvSpPr>
          <p:cNvPr id="47" name="현장명 7">
            <a:extLst>
              <a:ext uri="{FF2B5EF4-FFF2-40B4-BE49-F238E27FC236}">
                <a16:creationId xmlns:a16="http://schemas.microsoft.com/office/drawing/2014/main" id="{29ED9BF6-5DD9-A27B-05D8-003B8B3EEFA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177652" y="5588709"/>
            <a:ext cx="1810741" cy="16000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889">
                <a:ln>
                  <a:noFill/>
                </a:ln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  <a:lvl2pPr marL="457188" indent="0">
              <a:buNone/>
              <a:defRPr sz="889">
                <a:latin typeface="KoPub돋움체_Pro Bold" panose="00000800000000000000" pitchFamily="50" charset="-127"/>
                <a:ea typeface="KoPub돋움체_Pro Bold" panose="00000800000000000000" pitchFamily="50" charset="-127"/>
              </a:defRPr>
            </a:lvl2pPr>
            <a:lvl3pPr marL="914376" indent="0">
              <a:buNone/>
              <a:defRPr sz="889">
                <a:latin typeface="KoPub돋움체_Pro Bold" panose="00000800000000000000" pitchFamily="50" charset="-127"/>
                <a:ea typeface="KoPub돋움체_Pro Bold" panose="00000800000000000000" pitchFamily="50" charset="-127"/>
              </a:defRPr>
            </a:lvl3pPr>
            <a:lvl4pPr marL="1371564" indent="0">
              <a:buNone/>
              <a:defRPr sz="889">
                <a:latin typeface="KoPub돋움체_Pro Bold" panose="00000800000000000000" pitchFamily="50" charset="-127"/>
                <a:ea typeface="KoPub돋움체_Pro Bold" panose="00000800000000000000" pitchFamily="50" charset="-127"/>
              </a:defRPr>
            </a:lvl4pPr>
            <a:lvl5pPr marL="1828752" indent="0">
              <a:buNone/>
              <a:defRPr sz="889">
                <a:latin typeface="KoPub돋움체_Pro Bold" panose="00000800000000000000" pitchFamily="50" charset="-127"/>
                <a:ea typeface="KoPub돋움체_Pro Bold" panose="00000800000000000000" pitchFamily="50" charset="-127"/>
              </a:defRPr>
            </a:lvl5pPr>
          </a:lstStyle>
          <a:p>
            <a:pPr lvl="0"/>
            <a:r>
              <a:rPr lang="ko-KR" altLang="en-US" dirty="0" err="1"/>
              <a:t>현장명</a:t>
            </a:r>
            <a:endParaRPr lang="ko-KR" altLang="en-US" dirty="0"/>
          </a:p>
        </p:txBody>
      </p:sp>
      <p:sp>
        <p:nvSpPr>
          <p:cNvPr id="48" name="연면적 7">
            <a:extLst>
              <a:ext uri="{FF2B5EF4-FFF2-40B4-BE49-F238E27FC236}">
                <a16:creationId xmlns:a16="http://schemas.microsoft.com/office/drawing/2014/main" id="{00126095-680F-38FC-481A-49877517266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177652" y="5784025"/>
            <a:ext cx="1810741" cy="16000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889">
                <a:ln>
                  <a:noFill/>
                </a:ln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  <a:lvl2pPr marL="457188" indent="0">
              <a:buNone/>
              <a:defRPr sz="889">
                <a:latin typeface="KoPub돋움체_Pro Bold" panose="00000800000000000000" pitchFamily="50" charset="-127"/>
                <a:ea typeface="KoPub돋움체_Pro Bold" panose="00000800000000000000" pitchFamily="50" charset="-127"/>
              </a:defRPr>
            </a:lvl2pPr>
            <a:lvl3pPr marL="914376" indent="0">
              <a:buNone/>
              <a:defRPr sz="889">
                <a:latin typeface="KoPub돋움체_Pro Bold" panose="00000800000000000000" pitchFamily="50" charset="-127"/>
                <a:ea typeface="KoPub돋움체_Pro Bold" panose="00000800000000000000" pitchFamily="50" charset="-127"/>
              </a:defRPr>
            </a:lvl3pPr>
            <a:lvl4pPr marL="1371564" indent="0">
              <a:buNone/>
              <a:defRPr sz="889">
                <a:latin typeface="KoPub돋움체_Pro Bold" panose="00000800000000000000" pitchFamily="50" charset="-127"/>
                <a:ea typeface="KoPub돋움체_Pro Bold" panose="00000800000000000000" pitchFamily="50" charset="-127"/>
              </a:defRPr>
            </a:lvl4pPr>
            <a:lvl5pPr marL="1828752" indent="0">
              <a:buNone/>
              <a:defRPr sz="889">
                <a:latin typeface="KoPub돋움체_Pro Bold" panose="00000800000000000000" pitchFamily="50" charset="-127"/>
                <a:ea typeface="KoPub돋움체_Pro Bold" panose="00000800000000000000" pitchFamily="50" charset="-127"/>
              </a:defRPr>
            </a:lvl5pPr>
          </a:lstStyle>
          <a:p>
            <a:pPr lvl="0"/>
            <a:r>
              <a:rPr lang="ko-KR" altLang="en-US" dirty="0"/>
              <a:t>연면적 </a:t>
            </a:r>
            <a:r>
              <a:rPr lang="en-US" altLang="ko-KR" dirty="0"/>
              <a:t>PY</a:t>
            </a:r>
            <a:endParaRPr lang="ko-KR" altLang="en-US" dirty="0"/>
          </a:p>
        </p:txBody>
      </p:sp>
      <p:sp>
        <p:nvSpPr>
          <p:cNvPr id="49" name="현장사진 8">
            <a:extLst>
              <a:ext uri="{FF2B5EF4-FFF2-40B4-BE49-F238E27FC236}">
                <a16:creationId xmlns:a16="http://schemas.microsoft.com/office/drawing/2014/main" id="{1D680E9E-200F-B01A-0736-41DC5577DEEA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5250721" y="4273394"/>
            <a:ext cx="1810741" cy="112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</a:lstStyle>
          <a:p>
            <a:r>
              <a:rPr lang="ko-KR" altLang="en-US"/>
              <a:t>건물사진</a:t>
            </a:r>
            <a:endParaRPr lang="ko-KR" altLang="en-US" dirty="0"/>
          </a:p>
        </p:txBody>
      </p:sp>
      <p:sp>
        <p:nvSpPr>
          <p:cNvPr id="50" name="현장명 8">
            <a:extLst>
              <a:ext uri="{FF2B5EF4-FFF2-40B4-BE49-F238E27FC236}">
                <a16:creationId xmlns:a16="http://schemas.microsoft.com/office/drawing/2014/main" id="{E3AE028F-2D1B-A909-DE91-26B18ED1DF2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250721" y="5588709"/>
            <a:ext cx="1810741" cy="16000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889">
                <a:ln>
                  <a:noFill/>
                </a:ln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  <a:lvl2pPr marL="457188" indent="0">
              <a:buNone/>
              <a:defRPr sz="889">
                <a:latin typeface="KoPub돋움체_Pro Bold" panose="00000800000000000000" pitchFamily="50" charset="-127"/>
                <a:ea typeface="KoPub돋움체_Pro Bold" panose="00000800000000000000" pitchFamily="50" charset="-127"/>
              </a:defRPr>
            </a:lvl2pPr>
            <a:lvl3pPr marL="914376" indent="0">
              <a:buNone/>
              <a:defRPr sz="889">
                <a:latin typeface="KoPub돋움체_Pro Bold" panose="00000800000000000000" pitchFamily="50" charset="-127"/>
                <a:ea typeface="KoPub돋움체_Pro Bold" panose="00000800000000000000" pitchFamily="50" charset="-127"/>
              </a:defRPr>
            </a:lvl3pPr>
            <a:lvl4pPr marL="1371564" indent="0">
              <a:buNone/>
              <a:defRPr sz="889">
                <a:latin typeface="KoPub돋움체_Pro Bold" panose="00000800000000000000" pitchFamily="50" charset="-127"/>
                <a:ea typeface="KoPub돋움체_Pro Bold" panose="00000800000000000000" pitchFamily="50" charset="-127"/>
              </a:defRPr>
            </a:lvl4pPr>
            <a:lvl5pPr marL="1828752" indent="0">
              <a:buNone/>
              <a:defRPr sz="889">
                <a:latin typeface="KoPub돋움체_Pro Bold" panose="00000800000000000000" pitchFamily="50" charset="-127"/>
                <a:ea typeface="KoPub돋움체_Pro Bold" panose="00000800000000000000" pitchFamily="50" charset="-127"/>
              </a:defRPr>
            </a:lvl5pPr>
          </a:lstStyle>
          <a:p>
            <a:pPr lvl="0"/>
            <a:r>
              <a:rPr lang="ko-KR" altLang="en-US" dirty="0" err="1"/>
              <a:t>현장명</a:t>
            </a:r>
            <a:endParaRPr lang="ko-KR" altLang="en-US" dirty="0"/>
          </a:p>
        </p:txBody>
      </p:sp>
      <p:sp>
        <p:nvSpPr>
          <p:cNvPr id="51" name="연면적 8">
            <a:extLst>
              <a:ext uri="{FF2B5EF4-FFF2-40B4-BE49-F238E27FC236}">
                <a16:creationId xmlns:a16="http://schemas.microsoft.com/office/drawing/2014/main" id="{0CA1F861-2A71-DEA6-6E8C-B5F501CACC22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250721" y="5784025"/>
            <a:ext cx="1810741" cy="16000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889">
                <a:ln>
                  <a:noFill/>
                </a:ln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  <a:lvl2pPr marL="457188" indent="0">
              <a:buNone/>
              <a:defRPr sz="889">
                <a:latin typeface="KoPub돋움체_Pro Bold" panose="00000800000000000000" pitchFamily="50" charset="-127"/>
                <a:ea typeface="KoPub돋움체_Pro Bold" panose="00000800000000000000" pitchFamily="50" charset="-127"/>
              </a:defRPr>
            </a:lvl2pPr>
            <a:lvl3pPr marL="914376" indent="0">
              <a:buNone/>
              <a:defRPr sz="889">
                <a:latin typeface="KoPub돋움체_Pro Bold" panose="00000800000000000000" pitchFamily="50" charset="-127"/>
                <a:ea typeface="KoPub돋움체_Pro Bold" panose="00000800000000000000" pitchFamily="50" charset="-127"/>
              </a:defRPr>
            </a:lvl3pPr>
            <a:lvl4pPr marL="1371564" indent="0">
              <a:buNone/>
              <a:defRPr sz="889">
                <a:latin typeface="KoPub돋움체_Pro Bold" panose="00000800000000000000" pitchFamily="50" charset="-127"/>
                <a:ea typeface="KoPub돋움체_Pro Bold" panose="00000800000000000000" pitchFamily="50" charset="-127"/>
              </a:defRPr>
            </a:lvl4pPr>
            <a:lvl5pPr marL="1828752" indent="0">
              <a:buNone/>
              <a:defRPr sz="889">
                <a:latin typeface="KoPub돋움체_Pro Bold" panose="00000800000000000000" pitchFamily="50" charset="-127"/>
                <a:ea typeface="KoPub돋움체_Pro Bold" panose="00000800000000000000" pitchFamily="50" charset="-127"/>
              </a:defRPr>
            </a:lvl5pPr>
          </a:lstStyle>
          <a:p>
            <a:pPr lvl="0"/>
            <a:r>
              <a:rPr lang="ko-KR" altLang="en-US" dirty="0"/>
              <a:t>연면적 </a:t>
            </a:r>
            <a:r>
              <a:rPr lang="en-US" altLang="ko-KR" dirty="0"/>
              <a:t>PY</a:t>
            </a:r>
            <a:endParaRPr lang="ko-KR" altLang="en-US" dirty="0"/>
          </a:p>
        </p:txBody>
      </p:sp>
      <p:sp>
        <p:nvSpPr>
          <p:cNvPr id="52" name="현장사진 9">
            <a:extLst>
              <a:ext uri="{FF2B5EF4-FFF2-40B4-BE49-F238E27FC236}">
                <a16:creationId xmlns:a16="http://schemas.microsoft.com/office/drawing/2014/main" id="{A6E6E581-D49F-B9DA-27F8-0CB744FEF271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7323790" y="4273394"/>
            <a:ext cx="1810741" cy="112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</a:lstStyle>
          <a:p>
            <a:r>
              <a:rPr lang="ko-KR" altLang="en-US"/>
              <a:t>건물사진</a:t>
            </a:r>
            <a:endParaRPr lang="ko-KR" altLang="en-US" dirty="0"/>
          </a:p>
        </p:txBody>
      </p:sp>
      <p:sp>
        <p:nvSpPr>
          <p:cNvPr id="53" name="현장명 9">
            <a:extLst>
              <a:ext uri="{FF2B5EF4-FFF2-40B4-BE49-F238E27FC236}">
                <a16:creationId xmlns:a16="http://schemas.microsoft.com/office/drawing/2014/main" id="{F27995DF-F1FA-ED7A-FBE4-43699DEFB5F5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323790" y="5588709"/>
            <a:ext cx="1810741" cy="16000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889">
                <a:ln>
                  <a:noFill/>
                </a:ln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  <a:lvl2pPr marL="457188" indent="0">
              <a:buNone/>
              <a:defRPr sz="889">
                <a:latin typeface="KoPub돋움체_Pro Bold" panose="00000800000000000000" pitchFamily="50" charset="-127"/>
                <a:ea typeface="KoPub돋움체_Pro Bold" panose="00000800000000000000" pitchFamily="50" charset="-127"/>
              </a:defRPr>
            </a:lvl2pPr>
            <a:lvl3pPr marL="914376" indent="0">
              <a:buNone/>
              <a:defRPr sz="889">
                <a:latin typeface="KoPub돋움체_Pro Bold" panose="00000800000000000000" pitchFamily="50" charset="-127"/>
                <a:ea typeface="KoPub돋움체_Pro Bold" panose="00000800000000000000" pitchFamily="50" charset="-127"/>
              </a:defRPr>
            </a:lvl3pPr>
            <a:lvl4pPr marL="1371564" indent="0">
              <a:buNone/>
              <a:defRPr sz="889">
                <a:latin typeface="KoPub돋움체_Pro Bold" panose="00000800000000000000" pitchFamily="50" charset="-127"/>
                <a:ea typeface="KoPub돋움체_Pro Bold" panose="00000800000000000000" pitchFamily="50" charset="-127"/>
              </a:defRPr>
            </a:lvl4pPr>
            <a:lvl5pPr marL="1828752" indent="0">
              <a:buNone/>
              <a:defRPr sz="889">
                <a:latin typeface="KoPub돋움체_Pro Bold" panose="00000800000000000000" pitchFamily="50" charset="-127"/>
                <a:ea typeface="KoPub돋움체_Pro Bold" panose="00000800000000000000" pitchFamily="50" charset="-127"/>
              </a:defRPr>
            </a:lvl5pPr>
          </a:lstStyle>
          <a:p>
            <a:pPr lvl="0"/>
            <a:r>
              <a:rPr lang="ko-KR" altLang="en-US" dirty="0" err="1"/>
              <a:t>현장명</a:t>
            </a:r>
            <a:endParaRPr lang="ko-KR" altLang="en-US" dirty="0"/>
          </a:p>
        </p:txBody>
      </p:sp>
      <p:sp>
        <p:nvSpPr>
          <p:cNvPr id="54" name="연면적 9">
            <a:extLst>
              <a:ext uri="{FF2B5EF4-FFF2-40B4-BE49-F238E27FC236}">
                <a16:creationId xmlns:a16="http://schemas.microsoft.com/office/drawing/2014/main" id="{2749164A-A0FC-3E00-1880-486BACE10E95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323790" y="5784025"/>
            <a:ext cx="1810741" cy="16000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889">
                <a:ln>
                  <a:noFill/>
                </a:ln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  <a:lvl2pPr marL="457188" indent="0">
              <a:buNone/>
              <a:defRPr sz="889">
                <a:latin typeface="KoPub돋움체_Pro Bold" panose="00000800000000000000" pitchFamily="50" charset="-127"/>
                <a:ea typeface="KoPub돋움체_Pro Bold" panose="00000800000000000000" pitchFamily="50" charset="-127"/>
              </a:defRPr>
            </a:lvl2pPr>
            <a:lvl3pPr marL="914376" indent="0">
              <a:buNone/>
              <a:defRPr sz="889">
                <a:latin typeface="KoPub돋움체_Pro Bold" panose="00000800000000000000" pitchFamily="50" charset="-127"/>
                <a:ea typeface="KoPub돋움체_Pro Bold" panose="00000800000000000000" pitchFamily="50" charset="-127"/>
              </a:defRPr>
            </a:lvl3pPr>
            <a:lvl4pPr marL="1371564" indent="0">
              <a:buNone/>
              <a:defRPr sz="889">
                <a:latin typeface="KoPub돋움체_Pro Bold" panose="00000800000000000000" pitchFamily="50" charset="-127"/>
                <a:ea typeface="KoPub돋움체_Pro Bold" panose="00000800000000000000" pitchFamily="50" charset="-127"/>
              </a:defRPr>
            </a:lvl4pPr>
            <a:lvl5pPr marL="1828752" indent="0">
              <a:buNone/>
              <a:defRPr sz="889">
                <a:latin typeface="KoPub돋움체_Pro Bold" panose="00000800000000000000" pitchFamily="50" charset="-127"/>
                <a:ea typeface="KoPub돋움체_Pro Bold" panose="00000800000000000000" pitchFamily="50" charset="-127"/>
              </a:defRPr>
            </a:lvl5pPr>
          </a:lstStyle>
          <a:p>
            <a:pPr lvl="0"/>
            <a:r>
              <a:rPr lang="ko-KR" altLang="en-US" dirty="0"/>
              <a:t>연면적 </a:t>
            </a:r>
            <a:r>
              <a:rPr lang="en-US" altLang="ko-KR" dirty="0"/>
              <a:t>PY</a:t>
            </a:r>
            <a:endParaRPr lang="ko-KR" altLang="en-US" dirty="0"/>
          </a:p>
        </p:txBody>
      </p:sp>
      <p:sp>
        <p:nvSpPr>
          <p:cNvPr id="55" name="현장사진 10">
            <a:extLst>
              <a:ext uri="{FF2B5EF4-FFF2-40B4-BE49-F238E27FC236}">
                <a16:creationId xmlns:a16="http://schemas.microsoft.com/office/drawing/2014/main" id="{F2DE6B02-2551-22BD-910E-C5FD14BBED18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9396860" y="4273394"/>
            <a:ext cx="1810741" cy="112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</a:lstStyle>
          <a:p>
            <a:r>
              <a:rPr lang="ko-KR" altLang="en-US"/>
              <a:t>건물사진</a:t>
            </a:r>
            <a:endParaRPr lang="ko-KR" altLang="en-US" dirty="0"/>
          </a:p>
        </p:txBody>
      </p:sp>
      <p:sp>
        <p:nvSpPr>
          <p:cNvPr id="56" name="현장명 10">
            <a:extLst>
              <a:ext uri="{FF2B5EF4-FFF2-40B4-BE49-F238E27FC236}">
                <a16:creationId xmlns:a16="http://schemas.microsoft.com/office/drawing/2014/main" id="{E67459F3-4370-D988-A25E-940752F8B73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396860" y="5588709"/>
            <a:ext cx="1810741" cy="16000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889">
                <a:ln>
                  <a:noFill/>
                </a:ln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  <a:lvl2pPr marL="457188" indent="0">
              <a:buNone/>
              <a:defRPr sz="889">
                <a:latin typeface="KoPub돋움체_Pro Bold" panose="00000800000000000000" pitchFamily="50" charset="-127"/>
                <a:ea typeface="KoPub돋움체_Pro Bold" panose="00000800000000000000" pitchFamily="50" charset="-127"/>
              </a:defRPr>
            </a:lvl2pPr>
            <a:lvl3pPr marL="914376" indent="0">
              <a:buNone/>
              <a:defRPr sz="889">
                <a:latin typeface="KoPub돋움체_Pro Bold" panose="00000800000000000000" pitchFamily="50" charset="-127"/>
                <a:ea typeface="KoPub돋움체_Pro Bold" panose="00000800000000000000" pitchFamily="50" charset="-127"/>
              </a:defRPr>
            </a:lvl3pPr>
            <a:lvl4pPr marL="1371564" indent="0">
              <a:buNone/>
              <a:defRPr sz="889">
                <a:latin typeface="KoPub돋움체_Pro Bold" panose="00000800000000000000" pitchFamily="50" charset="-127"/>
                <a:ea typeface="KoPub돋움체_Pro Bold" panose="00000800000000000000" pitchFamily="50" charset="-127"/>
              </a:defRPr>
            </a:lvl4pPr>
            <a:lvl5pPr marL="1828752" indent="0">
              <a:buNone/>
              <a:defRPr sz="889">
                <a:latin typeface="KoPub돋움체_Pro Bold" panose="00000800000000000000" pitchFamily="50" charset="-127"/>
                <a:ea typeface="KoPub돋움체_Pro Bold" panose="00000800000000000000" pitchFamily="50" charset="-127"/>
              </a:defRPr>
            </a:lvl5pPr>
          </a:lstStyle>
          <a:p>
            <a:pPr lvl="0"/>
            <a:r>
              <a:rPr lang="ko-KR" altLang="en-US" dirty="0" err="1"/>
              <a:t>현장명</a:t>
            </a:r>
            <a:endParaRPr lang="ko-KR" altLang="en-US" dirty="0"/>
          </a:p>
        </p:txBody>
      </p:sp>
      <p:sp>
        <p:nvSpPr>
          <p:cNvPr id="57" name="연면적 10">
            <a:extLst>
              <a:ext uri="{FF2B5EF4-FFF2-40B4-BE49-F238E27FC236}">
                <a16:creationId xmlns:a16="http://schemas.microsoft.com/office/drawing/2014/main" id="{37A0AC13-B30E-EA51-1ACB-F7656FC13E11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396860" y="5784025"/>
            <a:ext cx="1810741" cy="16000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889">
                <a:ln>
                  <a:noFill/>
                </a:ln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  <a:lvl2pPr marL="457188" indent="0">
              <a:buNone/>
              <a:defRPr sz="889">
                <a:latin typeface="KoPub돋움체_Pro Bold" panose="00000800000000000000" pitchFamily="50" charset="-127"/>
                <a:ea typeface="KoPub돋움체_Pro Bold" panose="00000800000000000000" pitchFamily="50" charset="-127"/>
              </a:defRPr>
            </a:lvl2pPr>
            <a:lvl3pPr marL="914376" indent="0">
              <a:buNone/>
              <a:defRPr sz="889">
                <a:latin typeface="KoPub돋움체_Pro Bold" panose="00000800000000000000" pitchFamily="50" charset="-127"/>
                <a:ea typeface="KoPub돋움체_Pro Bold" panose="00000800000000000000" pitchFamily="50" charset="-127"/>
              </a:defRPr>
            </a:lvl3pPr>
            <a:lvl4pPr marL="1371564" indent="0">
              <a:buNone/>
              <a:defRPr sz="889">
                <a:latin typeface="KoPub돋움체_Pro Bold" panose="00000800000000000000" pitchFamily="50" charset="-127"/>
                <a:ea typeface="KoPub돋움체_Pro Bold" panose="00000800000000000000" pitchFamily="50" charset="-127"/>
              </a:defRPr>
            </a:lvl4pPr>
            <a:lvl5pPr marL="1828752" indent="0">
              <a:buNone/>
              <a:defRPr sz="889">
                <a:latin typeface="KoPub돋움체_Pro Bold" panose="00000800000000000000" pitchFamily="50" charset="-127"/>
                <a:ea typeface="KoPub돋움체_Pro Bold" panose="00000800000000000000" pitchFamily="50" charset="-127"/>
              </a:defRPr>
            </a:lvl5pPr>
          </a:lstStyle>
          <a:p>
            <a:pPr lvl="0"/>
            <a:r>
              <a:rPr lang="ko-KR" altLang="en-US" dirty="0"/>
              <a:t>연면적 </a:t>
            </a:r>
            <a:r>
              <a:rPr lang="en-US" altLang="ko-KR" dirty="0"/>
              <a:t>PY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9865720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>
            <a:extLst>
              <a:ext uri="{FF2B5EF4-FFF2-40B4-BE49-F238E27FC236}">
                <a16:creationId xmlns:a16="http://schemas.microsoft.com/office/drawing/2014/main" id="{CB47F50C-09F8-3AA8-9DF7-ACC926096387}"/>
              </a:ext>
            </a:extLst>
          </p:cNvPr>
          <p:cNvGrpSpPr/>
          <p:nvPr userDrawn="1"/>
        </p:nvGrpSpPr>
        <p:grpSpPr>
          <a:xfrm>
            <a:off x="769986" y="727788"/>
            <a:ext cx="2822466" cy="291299"/>
            <a:chOff x="870849" y="818761"/>
            <a:chExt cx="2525152" cy="327711"/>
          </a:xfrm>
        </p:grpSpPr>
        <p:grpSp>
          <p:nvGrpSpPr>
            <p:cNvPr id="4" name="그룹 3">
              <a:extLst>
                <a:ext uri="{FF2B5EF4-FFF2-40B4-BE49-F238E27FC236}">
                  <a16:creationId xmlns:a16="http://schemas.microsoft.com/office/drawing/2014/main" id="{89E22898-FEFD-7260-2E3F-50F51DF05A67}"/>
                </a:ext>
              </a:extLst>
            </p:cNvPr>
            <p:cNvGrpSpPr/>
            <p:nvPr userDrawn="1"/>
          </p:nvGrpSpPr>
          <p:grpSpPr>
            <a:xfrm>
              <a:off x="870849" y="818761"/>
              <a:ext cx="1300790" cy="291529"/>
              <a:chOff x="973452" y="800100"/>
              <a:chExt cx="1300790" cy="291529"/>
            </a:xfrm>
          </p:grpSpPr>
          <p:sp>
            <p:nvSpPr>
              <p:cNvPr id="8" name="직사각형 7">
                <a:extLst>
                  <a:ext uri="{FF2B5EF4-FFF2-40B4-BE49-F238E27FC236}">
                    <a16:creationId xmlns:a16="http://schemas.microsoft.com/office/drawing/2014/main" id="{898AA0B6-D577-090A-B685-0D0FD80FB02D}"/>
                  </a:ext>
                </a:extLst>
              </p:cNvPr>
              <p:cNvSpPr/>
              <p:nvPr/>
            </p:nvSpPr>
            <p:spPr>
              <a:xfrm>
                <a:off x="973452" y="800100"/>
                <a:ext cx="612775" cy="19685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933" dirty="0">
                  <a:ea typeface="KoPub돋움체 Light" panose="00000300000000000000" pitchFamily="2" charset="-127"/>
                </a:endParaRP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1983BAE-76EB-6263-3D1D-0B008AF23CB2}"/>
                  </a:ext>
                </a:extLst>
              </p:cNvPr>
              <p:cNvSpPr txBox="1"/>
              <p:nvPr userDrawn="1"/>
            </p:nvSpPr>
            <p:spPr>
              <a:xfrm>
                <a:off x="1279839" y="902270"/>
                <a:ext cx="994403" cy="18935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>
                <a:defPPr>
                  <a:defRPr lang="ko-KR"/>
                </a:defPPr>
                <a:lvl1pPr defTabSz="906851">
                  <a:spcBef>
                    <a:spcPts val="400"/>
                  </a:spcBef>
                  <a:spcAft>
                    <a:spcPts val="198"/>
                  </a:spcAft>
                  <a:defRPr sz="1700" spc="-5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 lvl="0"/>
                <a:r>
                  <a:rPr lang="ko-KR" altLang="en-US" sz="1778" dirty="0">
                    <a:solidFill>
                      <a:schemeClr val="tx1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회사소개</a:t>
                </a:r>
              </a:p>
            </p:txBody>
          </p:sp>
        </p:grpSp>
        <p:cxnSp>
          <p:nvCxnSpPr>
            <p:cNvPr id="5" name="직선 연결선 4">
              <a:extLst>
                <a:ext uri="{FF2B5EF4-FFF2-40B4-BE49-F238E27FC236}">
                  <a16:creationId xmlns:a16="http://schemas.microsoft.com/office/drawing/2014/main" id="{95A4CC79-6A4B-C8B8-5196-2097B11A544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24634" y="888511"/>
              <a:ext cx="0" cy="257961"/>
            </a:xfrm>
            <a:prstGeom prst="line">
              <a:avLst/>
            </a:prstGeom>
            <a:ln w="22225">
              <a:solidFill>
                <a:srgbClr val="303D6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99A65531-0DA0-DCD9-2E1D-225204B0990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396001" y="888511"/>
              <a:ext cx="0" cy="257961"/>
            </a:xfrm>
            <a:prstGeom prst="line">
              <a:avLst/>
            </a:prstGeom>
            <a:ln w="22225">
              <a:solidFill>
                <a:srgbClr val="303D6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1A5A2512-D21C-1FCC-9A7A-EA79BC90BDE3}"/>
                </a:ext>
              </a:extLst>
            </p:cNvPr>
            <p:cNvSpPr/>
            <p:nvPr userDrawn="1"/>
          </p:nvSpPr>
          <p:spPr>
            <a:xfrm>
              <a:off x="2171639" y="888511"/>
              <a:ext cx="1173956" cy="23574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defTabSz="806100">
                <a:spcBef>
                  <a:spcPts val="356"/>
                </a:spcBef>
                <a:spcAft>
                  <a:spcPts val="176"/>
                </a:spcAft>
                <a:defRPr/>
              </a:pPr>
              <a:r>
                <a:rPr lang="ko-KR" altLang="en-US" sz="1511" spc="-44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관리실적 현황</a:t>
              </a:r>
              <a:endParaRPr lang="en-US" altLang="ko-KR" sz="1511" spc="-44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</p:grp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F3B2152-222E-8C3A-B8E5-02A94C974B6C}"/>
              </a:ext>
            </a:extLst>
          </p:cNvPr>
          <p:cNvSpPr/>
          <p:nvPr userDrawn="1"/>
        </p:nvSpPr>
        <p:spPr>
          <a:xfrm>
            <a:off x="8873757" y="5520907"/>
            <a:ext cx="1408354" cy="160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latin typeface="KoPub돋움체 Light" panose="00000300000000000000" pitchFamily="2" charset="-127"/>
              <a:ea typeface="KoPub돋움체 Light" panose="00000300000000000000" pitchFamily="2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B58A1EB5-B997-DADC-9DEC-8BF533BA245E}"/>
              </a:ext>
            </a:extLst>
          </p:cNvPr>
          <p:cNvSpPr/>
          <p:nvPr userDrawn="1"/>
        </p:nvSpPr>
        <p:spPr>
          <a:xfrm>
            <a:off x="6284033" y="5520907"/>
            <a:ext cx="1408354" cy="160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latin typeface="KoPub돋움체 Light" panose="00000300000000000000" pitchFamily="2" charset="-127"/>
              <a:ea typeface="KoPub돋움체 Light" panose="00000300000000000000" pitchFamily="2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9874D6E7-56CC-7CEA-DEA1-0F992E884881}"/>
              </a:ext>
            </a:extLst>
          </p:cNvPr>
          <p:cNvSpPr/>
          <p:nvPr userDrawn="1"/>
        </p:nvSpPr>
        <p:spPr>
          <a:xfrm>
            <a:off x="7988506" y="3417676"/>
            <a:ext cx="1408354" cy="160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0000"/>
              </a:lnSpc>
            </a:pPr>
            <a:endParaRPr lang="ko-KR" altLang="en-US" sz="800" dirty="0">
              <a:latin typeface="KoPub돋움체 Light" panose="00000300000000000000" pitchFamily="2" charset="-127"/>
              <a:ea typeface="KoPub돋움체 Light" panose="00000300000000000000" pitchFamily="2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AA4C6AD8-035D-7A03-018B-F2015437224E}"/>
              </a:ext>
            </a:extLst>
          </p:cNvPr>
          <p:cNvSpPr/>
          <p:nvPr userDrawn="1"/>
        </p:nvSpPr>
        <p:spPr>
          <a:xfrm>
            <a:off x="1104583" y="5520907"/>
            <a:ext cx="1408354" cy="160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latin typeface="KoPub돋움체 Light" panose="00000300000000000000" pitchFamily="2" charset="-127"/>
              <a:ea typeface="KoPub돋움체 Light" panose="00000300000000000000" pitchFamily="2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6B5000FF-B2EF-6C1A-D777-A2DA279415A5}"/>
              </a:ext>
            </a:extLst>
          </p:cNvPr>
          <p:cNvSpPr/>
          <p:nvPr userDrawn="1"/>
        </p:nvSpPr>
        <p:spPr>
          <a:xfrm>
            <a:off x="1104583" y="3417676"/>
            <a:ext cx="1408354" cy="160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latin typeface="KoPub돋움체 Light" panose="00000300000000000000" pitchFamily="2" charset="-127"/>
              <a:ea typeface="KoPub돋움체 Light" panose="00000300000000000000" pitchFamily="2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67DC5B8E-D592-DF71-A29E-C73A8B82D1DB}"/>
              </a:ext>
            </a:extLst>
          </p:cNvPr>
          <p:cNvSpPr/>
          <p:nvPr userDrawn="1"/>
        </p:nvSpPr>
        <p:spPr>
          <a:xfrm>
            <a:off x="4546545" y="3417676"/>
            <a:ext cx="1408354" cy="160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latin typeface="KoPub돋움체 Light" panose="00000300000000000000" pitchFamily="2" charset="-127"/>
              <a:ea typeface="KoPub돋움체 Light" panose="00000300000000000000" pitchFamily="2" charset="-127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218DE493-F3E4-36F0-7444-8889D92B801B}"/>
              </a:ext>
            </a:extLst>
          </p:cNvPr>
          <p:cNvSpPr/>
          <p:nvPr userDrawn="1"/>
        </p:nvSpPr>
        <p:spPr>
          <a:xfrm>
            <a:off x="3694308" y="5520907"/>
            <a:ext cx="1408354" cy="160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89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20" name="현장사진 1">
            <a:extLst>
              <a:ext uri="{FF2B5EF4-FFF2-40B4-BE49-F238E27FC236}">
                <a16:creationId xmlns:a16="http://schemas.microsoft.com/office/drawing/2014/main" id="{382AAE97-23CE-CF37-048F-B63A6179654F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104583" y="2206473"/>
            <a:ext cx="3219095" cy="112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</a:lstStyle>
          <a:p>
            <a:r>
              <a:rPr lang="ko-KR" altLang="en-US"/>
              <a:t>건물사진</a:t>
            </a:r>
            <a:endParaRPr lang="ko-KR" altLang="en-US" dirty="0"/>
          </a:p>
        </p:txBody>
      </p:sp>
      <p:sp>
        <p:nvSpPr>
          <p:cNvPr id="21" name="현장명 1">
            <a:extLst>
              <a:ext uri="{FF2B5EF4-FFF2-40B4-BE49-F238E27FC236}">
                <a16:creationId xmlns:a16="http://schemas.microsoft.com/office/drawing/2014/main" id="{EA2D337F-E3EC-A5E2-9039-C469D655FA3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04583" y="3521789"/>
            <a:ext cx="1810741" cy="16000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889">
                <a:ln>
                  <a:noFill/>
                </a:ln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  <a:lvl2pPr marL="457188" indent="0">
              <a:buNone/>
              <a:defRPr sz="889">
                <a:latin typeface="KoPub돋움체_Pro Bold" panose="00000800000000000000" pitchFamily="50" charset="-127"/>
                <a:ea typeface="KoPub돋움체_Pro Bold" panose="00000800000000000000" pitchFamily="50" charset="-127"/>
              </a:defRPr>
            </a:lvl2pPr>
            <a:lvl3pPr marL="914376" indent="0">
              <a:buNone/>
              <a:defRPr sz="889">
                <a:latin typeface="KoPub돋움체_Pro Bold" panose="00000800000000000000" pitchFamily="50" charset="-127"/>
                <a:ea typeface="KoPub돋움체_Pro Bold" panose="00000800000000000000" pitchFamily="50" charset="-127"/>
              </a:defRPr>
            </a:lvl3pPr>
            <a:lvl4pPr marL="1371564" indent="0">
              <a:buNone/>
              <a:defRPr sz="889">
                <a:latin typeface="KoPub돋움체_Pro Bold" panose="00000800000000000000" pitchFamily="50" charset="-127"/>
                <a:ea typeface="KoPub돋움체_Pro Bold" panose="00000800000000000000" pitchFamily="50" charset="-127"/>
              </a:defRPr>
            </a:lvl4pPr>
            <a:lvl5pPr marL="1828752" indent="0">
              <a:buNone/>
              <a:defRPr sz="889">
                <a:latin typeface="KoPub돋움체_Pro Bold" panose="00000800000000000000" pitchFamily="50" charset="-127"/>
                <a:ea typeface="KoPub돋움체_Pro Bold" panose="00000800000000000000" pitchFamily="50" charset="-127"/>
              </a:defRPr>
            </a:lvl5pPr>
          </a:lstStyle>
          <a:p>
            <a:pPr lvl="0"/>
            <a:r>
              <a:rPr lang="ko-KR" altLang="en-US" dirty="0" err="1"/>
              <a:t>현장명</a:t>
            </a:r>
            <a:endParaRPr lang="ko-KR" altLang="en-US" dirty="0"/>
          </a:p>
        </p:txBody>
      </p:sp>
      <p:sp>
        <p:nvSpPr>
          <p:cNvPr id="22" name="연면적 1">
            <a:extLst>
              <a:ext uri="{FF2B5EF4-FFF2-40B4-BE49-F238E27FC236}">
                <a16:creationId xmlns:a16="http://schemas.microsoft.com/office/drawing/2014/main" id="{5F059F44-2CA1-2D72-AE43-018D7F95852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04583" y="3717105"/>
            <a:ext cx="1810741" cy="16000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889">
                <a:ln>
                  <a:noFill/>
                </a:ln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  <a:lvl2pPr marL="457188" indent="0">
              <a:buNone/>
              <a:defRPr sz="889">
                <a:latin typeface="KoPub돋움체_Pro Bold" panose="00000800000000000000" pitchFamily="50" charset="-127"/>
                <a:ea typeface="KoPub돋움체_Pro Bold" panose="00000800000000000000" pitchFamily="50" charset="-127"/>
              </a:defRPr>
            </a:lvl2pPr>
            <a:lvl3pPr marL="914376" indent="0">
              <a:buNone/>
              <a:defRPr sz="889">
                <a:latin typeface="KoPub돋움체_Pro Bold" panose="00000800000000000000" pitchFamily="50" charset="-127"/>
                <a:ea typeface="KoPub돋움체_Pro Bold" panose="00000800000000000000" pitchFamily="50" charset="-127"/>
              </a:defRPr>
            </a:lvl3pPr>
            <a:lvl4pPr marL="1371564" indent="0">
              <a:buNone/>
              <a:defRPr sz="889">
                <a:latin typeface="KoPub돋움체_Pro Bold" panose="00000800000000000000" pitchFamily="50" charset="-127"/>
                <a:ea typeface="KoPub돋움체_Pro Bold" panose="00000800000000000000" pitchFamily="50" charset="-127"/>
              </a:defRPr>
            </a:lvl4pPr>
            <a:lvl5pPr marL="1828752" indent="0">
              <a:buNone/>
              <a:defRPr sz="889">
                <a:latin typeface="KoPub돋움체_Pro Bold" panose="00000800000000000000" pitchFamily="50" charset="-127"/>
                <a:ea typeface="KoPub돋움체_Pro Bold" panose="00000800000000000000" pitchFamily="50" charset="-127"/>
              </a:defRPr>
            </a:lvl5pPr>
          </a:lstStyle>
          <a:p>
            <a:pPr lvl="0"/>
            <a:r>
              <a:rPr lang="ko-KR" altLang="en-US" dirty="0"/>
              <a:t>연면적 </a:t>
            </a:r>
            <a:r>
              <a:rPr lang="en-US" altLang="ko-KR" dirty="0"/>
              <a:t>PY</a:t>
            </a:r>
            <a:endParaRPr lang="ko-KR" altLang="en-US" dirty="0"/>
          </a:p>
        </p:txBody>
      </p:sp>
      <p:sp>
        <p:nvSpPr>
          <p:cNvPr id="23" name="현장사진 2">
            <a:extLst>
              <a:ext uri="{FF2B5EF4-FFF2-40B4-BE49-F238E27FC236}">
                <a16:creationId xmlns:a16="http://schemas.microsoft.com/office/drawing/2014/main" id="{033E2904-0D92-F00F-1BE5-B13403DF377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546545" y="2206473"/>
            <a:ext cx="3219095" cy="112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</a:lstStyle>
          <a:p>
            <a:r>
              <a:rPr lang="ko-KR" altLang="en-US"/>
              <a:t>건물사진</a:t>
            </a:r>
            <a:endParaRPr lang="ko-KR" altLang="en-US" dirty="0"/>
          </a:p>
        </p:txBody>
      </p:sp>
      <p:sp>
        <p:nvSpPr>
          <p:cNvPr id="24" name="현장명 2">
            <a:extLst>
              <a:ext uri="{FF2B5EF4-FFF2-40B4-BE49-F238E27FC236}">
                <a16:creationId xmlns:a16="http://schemas.microsoft.com/office/drawing/2014/main" id="{E79E9348-902A-0390-589A-B4AE36B8685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46545" y="3521789"/>
            <a:ext cx="1810741" cy="16000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889">
                <a:ln>
                  <a:noFill/>
                </a:ln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  <a:lvl2pPr marL="457188" indent="0">
              <a:buNone/>
              <a:defRPr sz="889">
                <a:latin typeface="KoPub돋움체_Pro Bold" panose="00000800000000000000" pitchFamily="50" charset="-127"/>
                <a:ea typeface="KoPub돋움체_Pro Bold" panose="00000800000000000000" pitchFamily="50" charset="-127"/>
              </a:defRPr>
            </a:lvl2pPr>
            <a:lvl3pPr marL="914376" indent="0">
              <a:buNone/>
              <a:defRPr sz="889">
                <a:latin typeface="KoPub돋움체_Pro Bold" panose="00000800000000000000" pitchFamily="50" charset="-127"/>
                <a:ea typeface="KoPub돋움체_Pro Bold" panose="00000800000000000000" pitchFamily="50" charset="-127"/>
              </a:defRPr>
            </a:lvl3pPr>
            <a:lvl4pPr marL="1371564" indent="0">
              <a:buNone/>
              <a:defRPr sz="889">
                <a:latin typeface="KoPub돋움체_Pro Bold" panose="00000800000000000000" pitchFamily="50" charset="-127"/>
                <a:ea typeface="KoPub돋움체_Pro Bold" panose="00000800000000000000" pitchFamily="50" charset="-127"/>
              </a:defRPr>
            </a:lvl4pPr>
            <a:lvl5pPr marL="1828752" indent="0">
              <a:buNone/>
              <a:defRPr sz="889">
                <a:latin typeface="KoPub돋움체_Pro Bold" panose="00000800000000000000" pitchFamily="50" charset="-127"/>
                <a:ea typeface="KoPub돋움체_Pro Bold" panose="00000800000000000000" pitchFamily="50" charset="-127"/>
              </a:defRPr>
            </a:lvl5pPr>
          </a:lstStyle>
          <a:p>
            <a:pPr lvl="0"/>
            <a:r>
              <a:rPr lang="ko-KR" altLang="en-US" dirty="0" err="1"/>
              <a:t>현장명</a:t>
            </a:r>
            <a:endParaRPr lang="ko-KR" altLang="en-US" dirty="0"/>
          </a:p>
        </p:txBody>
      </p:sp>
      <p:sp>
        <p:nvSpPr>
          <p:cNvPr id="25" name="연면적 2">
            <a:extLst>
              <a:ext uri="{FF2B5EF4-FFF2-40B4-BE49-F238E27FC236}">
                <a16:creationId xmlns:a16="http://schemas.microsoft.com/office/drawing/2014/main" id="{7564404F-D6EF-7886-B051-B833DFB1184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46545" y="3717105"/>
            <a:ext cx="1810741" cy="16000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889">
                <a:ln>
                  <a:noFill/>
                </a:ln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  <a:lvl2pPr marL="457188" indent="0">
              <a:buNone/>
              <a:defRPr sz="889">
                <a:latin typeface="KoPub돋움체_Pro Bold" panose="00000800000000000000" pitchFamily="50" charset="-127"/>
                <a:ea typeface="KoPub돋움체_Pro Bold" panose="00000800000000000000" pitchFamily="50" charset="-127"/>
              </a:defRPr>
            </a:lvl2pPr>
            <a:lvl3pPr marL="914376" indent="0">
              <a:buNone/>
              <a:defRPr sz="889">
                <a:latin typeface="KoPub돋움체_Pro Bold" panose="00000800000000000000" pitchFamily="50" charset="-127"/>
                <a:ea typeface="KoPub돋움체_Pro Bold" panose="00000800000000000000" pitchFamily="50" charset="-127"/>
              </a:defRPr>
            </a:lvl3pPr>
            <a:lvl4pPr marL="1371564" indent="0">
              <a:buNone/>
              <a:defRPr sz="889">
                <a:latin typeface="KoPub돋움체_Pro Bold" panose="00000800000000000000" pitchFamily="50" charset="-127"/>
                <a:ea typeface="KoPub돋움체_Pro Bold" panose="00000800000000000000" pitchFamily="50" charset="-127"/>
              </a:defRPr>
            </a:lvl4pPr>
            <a:lvl5pPr marL="1828752" indent="0">
              <a:buNone/>
              <a:defRPr sz="889">
                <a:latin typeface="KoPub돋움체_Pro Bold" panose="00000800000000000000" pitchFamily="50" charset="-127"/>
                <a:ea typeface="KoPub돋움체_Pro Bold" panose="00000800000000000000" pitchFamily="50" charset="-127"/>
              </a:defRPr>
            </a:lvl5pPr>
          </a:lstStyle>
          <a:p>
            <a:pPr lvl="0"/>
            <a:r>
              <a:rPr lang="ko-KR" altLang="en-US" dirty="0"/>
              <a:t>연면적 </a:t>
            </a:r>
            <a:r>
              <a:rPr lang="en-US" altLang="ko-KR" dirty="0"/>
              <a:t>PY</a:t>
            </a:r>
            <a:endParaRPr lang="ko-KR" altLang="en-US" dirty="0"/>
          </a:p>
        </p:txBody>
      </p:sp>
      <p:sp>
        <p:nvSpPr>
          <p:cNvPr id="26" name="현장사진 3">
            <a:extLst>
              <a:ext uri="{FF2B5EF4-FFF2-40B4-BE49-F238E27FC236}">
                <a16:creationId xmlns:a16="http://schemas.microsoft.com/office/drawing/2014/main" id="{882EE802-EB99-A99C-36C8-B2F2F6C0428F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7988506" y="2206473"/>
            <a:ext cx="3219095" cy="112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</a:lstStyle>
          <a:p>
            <a:r>
              <a:rPr lang="ko-KR" altLang="en-US" dirty="0"/>
              <a:t>건물사진</a:t>
            </a:r>
          </a:p>
        </p:txBody>
      </p:sp>
      <p:sp>
        <p:nvSpPr>
          <p:cNvPr id="27" name="현장명 3">
            <a:extLst>
              <a:ext uri="{FF2B5EF4-FFF2-40B4-BE49-F238E27FC236}">
                <a16:creationId xmlns:a16="http://schemas.microsoft.com/office/drawing/2014/main" id="{6F789DFA-9258-7E24-BD0F-C29B6F7B368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988506" y="3521789"/>
            <a:ext cx="1810741" cy="16000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889">
                <a:ln>
                  <a:noFill/>
                </a:ln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  <a:lvl2pPr marL="457188" indent="0">
              <a:buNone/>
              <a:defRPr sz="889">
                <a:latin typeface="KoPub돋움체_Pro Bold" panose="00000800000000000000" pitchFamily="50" charset="-127"/>
                <a:ea typeface="KoPub돋움체_Pro Bold" panose="00000800000000000000" pitchFamily="50" charset="-127"/>
              </a:defRPr>
            </a:lvl2pPr>
            <a:lvl3pPr marL="914376" indent="0">
              <a:buNone/>
              <a:defRPr sz="889">
                <a:latin typeface="KoPub돋움체_Pro Bold" panose="00000800000000000000" pitchFamily="50" charset="-127"/>
                <a:ea typeface="KoPub돋움체_Pro Bold" panose="00000800000000000000" pitchFamily="50" charset="-127"/>
              </a:defRPr>
            </a:lvl3pPr>
            <a:lvl4pPr marL="1371564" indent="0">
              <a:buNone/>
              <a:defRPr sz="889">
                <a:latin typeface="KoPub돋움체_Pro Bold" panose="00000800000000000000" pitchFamily="50" charset="-127"/>
                <a:ea typeface="KoPub돋움체_Pro Bold" panose="00000800000000000000" pitchFamily="50" charset="-127"/>
              </a:defRPr>
            </a:lvl4pPr>
            <a:lvl5pPr marL="1828752" indent="0">
              <a:buNone/>
              <a:defRPr sz="889">
                <a:latin typeface="KoPub돋움체_Pro Bold" panose="00000800000000000000" pitchFamily="50" charset="-127"/>
                <a:ea typeface="KoPub돋움체_Pro Bold" panose="00000800000000000000" pitchFamily="50" charset="-127"/>
              </a:defRPr>
            </a:lvl5pPr>
          </a:lstStyle>
          <a:p>
            <a:pPr lvl="0"/>
            <a:r>
              <a:rPr lang="ko-KR" altLang="en-US" dirty="0" err="1"/>
              <a:t>현장명</a:t>
            </a:r>
            <a:endParaRPr lang="ko-KR" altLang="en-US" dirty="0"/>
          </a:p>
        </p:txBody>
      </p:sp>
      <p:sp>
        <p:nvSpPr>
          <p:cNvPr id="28" name="연면적 3">
            <a:extLst>
              <a:ext uri="{FF2B5EF4-FFF2-40B4-BE49-F238E27FC236}">
                <a16:creationId xmlns:a16="http://schemas.microsoft.com/office/drawing/2014/main" id="{73D0D10D-34CB-B917-1F84-E9B33572716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988506" y="3717105"/>
            <a:ext cx="1810741" cy="16000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889">
                <a:ln>
                  <a:noFill/>
                </a:ln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  <a:lvl2pPr marL="457188" indent="0">
              <a:buNone/>
              <a:defRPr sz="889">
                <a:latin typeface="KoPub돋움체_Pro Bold" panose="00000800000000000000" pitchFamily="50" charset="-127"/>
                <a:ea typeface="KoPub돋움체_Pro Bold" panose="00000800000000000000" pitchFamily="50" charset="-127"/>
              </a:defRPr>
            </a:lvl2pPr>
            <a:lvl3pPr marL="914376" indent="0">
              <a:buNone/>
              <a:defRPr sz="889">
                <a:latin typeface="KoPub돋움체_Pro Bold" panose="00000800000000000000" pitchFamily="50" charset="-127"/>
                <a:ea typeface="KoPub돋움체_Pro Bold" panose="00000800000000000000" pitchFamily="50" charset="-127"/>
              </a:defRPr>
            </a:lvl3pPr>
            <a:lvl4pPr marL="1371564" indent="0">
              <a:buNone/>
              <a:defRPr sz="889">
                <a:latin typeface="KoPub돋움체_Pro Bold" panose="00000800000000000000" pitchFamily="50" charset="-127"/>
                <a:ea typeface="KoPub돋움체_Pro Bold" panose="00000800000000000000" pitchFamily="50" charset="-127"/>
              </a:defRPr>
            </a:lvl4pPr>
            <a:lvl5pPr marL="1828752" indent="0">
              <a:buNone/>
              <a:defRPr sz="889">
                <a:latin typeface="KoPub돋움체_Pro Bold" panose="00000800000000000000" pitchFamily="50" charset="-127"/>
                <a:ea typeface="KoPub돋움체_Pro Bold" panose="00000800000000000000" pitchFamily="50" charset="-127"/>
              </a:defRPr>
            </a:lvl5pPr>
          </a:lstStyle>
          <a:p>
            <a:pPr lvl="0"/>
            <a:r>
              <a:rPr lang="ko-KR" altLang="en-US" dirty="0"/>
              <a:t>연면적 </a:t>
            </a:r>
            <a:r>
              <a:rPr lang="en-US" altLang="ko-KR" dirty="0"/>
              <a:t>PY</a:t>
            </a:r>
            <a:endParaRPr lang="ko-KR" altLang="en-US" dirty="0"/>
          </a:p>
        </p:txBody>
      </p:sp>
      <p:sp>
        <p:nvSpPr>
          <p:cNvPr id="35" name="현장사진 6">
            <a:extLst>
              <a:ext uri="{FF2B5EF4-FFF2-40B4-BE49-F238E27FC236}">
                <a16:creationId xmlns:a16="http://schemas.microsoft.com/office/drawing/2014/main" id="{837A7CD4-27FA-628B-C089-271715DD6FDD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1104583" y="4273394"/>
            <a:ext cx="2333844" cy="112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</a:lstStyle>
          <a:p>
            <a:r>
              <a:rPr lang="ko-KR" altLang="en-US"/>
              <a:t>건물사진</a:t>
            </a:r>
            <a:endParaRPr lang="ko-KR" altLang="en-US" dirty="0"/>
          </a:p>
        </p:txBody>
      </p:sp>
      <p:sp>
        <p:nvSpPr>
          <p:cNvPr id="36" name="현장명 6">
            <a:extLst>
              <a:ext uri="{FF2B5EF4-FFF2-40B4-BE49-F238E27FC236}">
                <a16:creationId xmlns:a16="http://schemas.microsoft.com/office/drawing/2014/main" id="{1A0C8F15-8B87-E3EE-7090-36F42A88FF9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104583" y="5588709"/>
            <a:ext cx="1810741" cy="16000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889">
                <a:ln>
                  <a:noFill/>
                </a:ln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  <a:lvl2pPr marL="457188" indent="0">
              <a:buNone/>
              <a:defRPr sz="889">
                <a:latin typeface="KoPub돋움체_Pro Bold" panose="00000800000000000000" pitchFamily="50" charset="-127"/>
                <a:ea typeface="KoPub돋움체_Pro Bold" panose="00000800000000000000" pitchFamily="50" charset="-127"/>
              </a:defRPr>
            </a:lvl2pPr>
            <a:lvl3pPr marL="914376" indent="0">
              <a:buNone/>
              <a:defRPr sz="889">
                <a:latin typeface="KoPub돋움체_Pro Bold" panose="00000800000000000000" pitchFamily="50" charset="-127"/>
                <a:ea typeface="KoPub돋움체_Pro Bold" panose="00000800000000000000" pitchFamily="50" charset="-127"/>
              </a:defRPr>
            </a:lvl3pPr>
            <a:lvl4pPr marL="1371564" indent="0">
              <a:buNone/>
              <a:defRPr sz="889">
                <a:latin typeface="KoPub돋움체_Pro Bold" panose="00000800000000000000" pitchFamily="50" charset="-127"/>
                <a:ea typeface="KoPub돋움체_Pro Bold" panose="00000800000000000000" pitchFamily="50" charset="-127"/>
              </a:defRPr>
            </a:lvl4pPr>
            <a:lvl5pPr marL="1828752" indent="0">
              <a:buNone/>
              <a:defRPr sz="889">
                <a:latin typeface="KoPub돋움체_Pro Bold" panose="00000800000000000000" pitchFamily="50" charset="-127"/>
                <a:ea typeface="KoPub돋움체_Pro Bold" panose="00000800000000000000" pitchFamily="50" charset="-127"/>
              </a:defRPr>
            </a:lvl5pPr>
          </a:lstStyle>
          <a:p>
            <a:pPr lvl="0"/>
            <a:r>
              <a:rPr lang="ko-KR" altLang="en-US" dirty="0" err="1"/>
              <a:t>현장명</a:t>
            </a:r>
            <a:endParaRPr lang="ko-KR" altLang="en-US" dirty="0"/>
          </a:p>
        </p:txBody>
      </p:sp>
      <p:sp>
        <p:nvSpPr>
          <p:cNvPr id="37" name="연면적 6">
            <a:extLst>
              <a:ext uri="{FF2B5EF4-FFF2-40B4-BE49-F238E27FC236}">
                <a16:creationId xmlns:a16="http://schemas.microsoft.com/office/drawing/2014/main" id="{EDB86331-6772-78E4-E1E5-A9AE4E6DEB1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104583" y="5784025"/>
            <a:ext cx="1810741" cy="16000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889">
                <a:ln>
                  <a:noFill/>
                </a:ln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  <a:lvl2pPr marL="457188" indent="0">
              <a:buNone/>
              <a:defRPr sz="889">
                <a:latin typeface="KoPub돋움체_Pro Bold" panose="00000800000000000000" pitchFamily="50" charset="-127"/>
                <a:ea typeface="KoPub돋움체_Pro Bold" panose="00000800000000000000" pitchFamily="50" charset="-127"/>
              </a:defRPr>
            </a:lvl2pPr>
            <a:lvl3pPr marL="914376" indent="0">
              <a:buNone/>
              <a:defRPr sz="889">
                <a:latin typeface="KoPub돋움체_Pro Bold" panose="00000800000000000000" pitchFamily="50" charset="-127"/>
                <a:ea typeface="KoPub돋움체_Pro Bold" panose="00000800000000000000" pitchFamily="50" charset="-127"/>
              </a:defRPr>
            </a:lvl3pPr>
            <a:lvl4pPr marL="1371564" indent="0">
              <a:buNone/>
              <a:defRPr sz="889">
                <a:latin typeface="KoPub돋움체_Pro Bold" panose="00000800000000000000" pitchFamily="50" charset="-127"/>
                <a:ea typeface="KoPub돋움체_Pro Bold" panose="00000800000000000000" pitchFamily="50" charset="-127"/>
              </a:defRPr>
            </a:lvl4pPr>
            <a:lvl5pPr marL="1828752" indent="0">
              <a:buNone/>
              <a:defRPr sz="889">
                <a:latin typeface="KoPub돋움체_Pro Bold" panose="00000800000000000000" pitchFamily="50" charset="-127"/>
                <a:ea typeface="KoPub돋움체_Pro Bold" panose="00000800000000000000" pitchFamily="50" charset="-127"/>
              </a:defRPr>
            </a:lvl5pPr>
          </a:lstStyle>
          <a:p>
            <a:pPr lvl="0"/>
            <a:r>
              <a:rPr lang="ko-KR" altLang="en-US" dirty="0"/>
              <a:t>연면적 </a:t>
            </a:r>
            <a:r>
              <a:rPr lang="en-US" altLang="ko-KR" dirty="0"/>
              <a:t>PY</a:t>
            </a:r>
            <a:endParaRPr lang="ko-KR" altLang="en-US" dirty="0"/>
          </a:p>
        </p:txBody>
      </p:sp>
      <p:sp>
        <p:nvSpPr>
          <p:cNvPr id="38" name="현장사진 7">
            <a:extLst>
              <a:ext uri="{FF2B5EF4-FFF2-40B4-BE49-F238E27FC236}">
                <a16:creationId xmlns:a16="http://schemas.microsoft.com/office/drawing/2014/main" id="{8481FB41-6015-0CC4-7DCF-A0EE020956C5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3694308" y="4273394"/>
            <a:ext cx="2333844" cy="112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</a:lstStyle>
          <a:p>
            <a:r>
              <a:rPr lang="ko-KR" altLang="en-US"/>
              <a:t>건물사진</a:t>
            </a:r>
            <a:endParaRPr lang="ko-KR" altLang="en-US" dirty="0"/>
          </a:p>
        </p:txBody>
      </p:sp>
      <p:sp>
        <p:nvSpPr>
          <p:cNvPr id="39" name="현장명 7">
            <a:extLst>
              <a:ext uri="{FF2B5EF4-FFF2-40B4-BE49-F238E27FC236}">
                <a16:creationId xmlns:a16="http://schemas.microsoft.com/office/drawing/2014/main" id="{FC5272FD-39FB-30E6-EF06-C6A7A332658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694308" y="5588709"/>
            <a:ext cx="1810741" cy="16000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889">
                <a:ln>
                  <a:noFill/>
                </a:ln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  <a:lvl2pPr marL="457188" indent="0">
              <a:buNone/>
              <a:defRPr sz="889">
                <a:latin typeface="KoPub돋움체_Pro Bold" panose="00000800000000000000" pitchFamily="50" charset="-127"/>
                <a:ea typeface="KoPub돋움체_Pro Bold" panose="00000800000000000000" pitchFamily="50" charset="-127"/>
              </a:defRPr>
            </a:lvl2pPr>
            <a:lvl3pPr marL="914376" indent="0">
              <a:buNone/>
              <a:defRPr sz="889">
                <a:latin typeface="KoPub돋움체_Pro Bold" panose="00000800000000000000" pitchFamily="50" charset="-127"/>
                <a:ea typeface="KoPub돋움체_Pro Bold" panose="00000800000000000000" pitchFamily="50" charset="-127"/>
              </a:defRPr>
            </a:lvl3pPr>
            <a:lvl4pPr marL="1371564" indent="0">
              <a:buNone/>
              <a:defRPr sz="889">
                <a:latin typeface="KoPub돋움체_Pro Bold" panose="00000800000000000000" pitchFamily="50" charset="-127"/>
                <a:ea typeface="KoPub돋움체_Pro Bold" panose="00000800000000000000" pitchFamily="50" charset="-127"/>
              </a:defRPr>
            </a:lvl4pPr>
            <a:lvl5pPr marL="1828752" indent="0">
              <a:buNone/>
              <a:defRPr sz="889">
                <a:latin typeface="KoPub돋움체_Pro Bold" panose="00000800000000000000" pitchFamily="50" charset="-127"/>
                <a:ea typeface="KoPub돋움체_Pro Bold" panose="00000800000000000000" pitchFamily="50" charset="-127"/>
              </a:defRPr>
            </a:lvl5pPr>
          </a:lstStyle>
          <a:p>
            <a:pPr lvl="0"/>
            <a:r>
              <a:rPr lang="ko-KR" altLang="en-US" dirty="0" err="1"/>
              <a:t>현장명</a:t>
            </a:r>
            <a:endParaRPr lang="ko-KR" altLang="en-US" dirty="0"/>
          </a:p>
        </p:txBody>
      </p:sp>
      <p:sp>
        <p:nvSpPr>
          <p:cNvPr id="40" name="연면적 7">
            <a:extLst>
              <a:ext uri="{FF2B5EF4-FFF2-40B4-BE49-F238E27FC236}">
                <a16:creationId xmlns:a16="http://schemas.microsoft.com/office/drawing/2014/main" id="{8146C0E3-C9D3-9ED1-9162-B4D5C99BB65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694308" y="5784025"/>
            <a:ext cx="1810741" cy="16000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889">
                <a:ln>
                  <a:noFill/>
                </a:ln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  <a:lvl2pPr marL="457188" indent="0">
              <a:buNone/>
              <a:defRPr sz="889">
                <a:latin typeface="KoPub돋움체_Pro Bold" panose="00000800000000000000" pitchFamily="50" charset="-127"/>
                <a:ea typeface="KoPub돋움체_Pro Bold" panose="00000800000000000000" pitchFamily="50" charset="-127"/>
              </a:defRPr>
            </a:lvl2pPr>
            <a:lvl3pPr marL="914376" indent="0">
              <a:buNone/>
              <a:defRPr sz="889">
                <a:latin typeface="KoPub돋움체_Pro Bold" panose="00000800000000000000" pitchFamily="50" charset="-127"/>
                <a:ea typeface="KoPub돋움체_Pro Bold" panose="00000800000000000000" pitchFamily="50" charset="-127"/>
              </a:defRPr>
            </a:lvl3pPr>
            <a:lvl4pPr marL="1371564" indent="0">
              <a:buNone/>
              <a:defRPr sz="889">
                <a:latin typeface="KoPub돋움체_Pro Bold" panose="00000800000000000000" pitchFamily="50" charset="-127"/>
                <a:ea typeface="KoPub돋움체_Pro Bold" panose="00000800000000000000" pitchFamily="50" charset="-127"/>
              </a:defRPr>
            </a:lvl4pPr>
            <a:lvl5pPr marL="1828752" indent="0">
              <a:buNone/>
              <a:defRPr sz="889">
                <a:latin typeface="KoPub돋움체_Pro Bold" panose="00000800000000000000" pitchFamily="50" charset="-127"/>
                <a:ea typeface="KoPub돋움체_Pro Bold" panose="00000800000000000000" pitchFamily="50" charset="-127"/>
              </a:defRPr>
            </a:lvl5pPr>
          </a:lstStyle>
          <a:p>
            <a:pPr lvl="0"/>
            <a:r>
              <a:rPr lang="ko-KR" altLang="en-US" dirty="0"/>
              <a:t>연면적 </a:t>
            </a:r>
            <a:r>
              <a:rPr lang="en-US" altLang="ko-KR" dirty="0"/>
              <a:t>PY</a:t>
            </a:r>
            <a:endParaRPr lang="ko-KR" altLang="en-US" dirty="0"/>
          </a:p>
        </p:txBody>
      </p:sp>
      <p:sp>
        <p:nvSpPr>
          <p:cNvPr id="41" name="현장사진 8">
            <a:extLst>
              <a:ext uri="{FF2B5EF4-FFF2-40B4-BE49-F238E27FC236}">
                <a16:creationId xmlns:a16="http://schemas.microsoft.com/office/drawing/2014/main" id="{91328F8E-4DA7-F51C-A860-33B6192B99FE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6284032" y="4273394"/>
            <a:ext cx="2333844" cy="112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</a:lstStyle>
          <a:p>
            <a:r>
              <a:rPr lang="ko-KR" altLang="en-US"/>
              <a:t>건물사진</a:t>
            </a:r>
            <a:endParaRPr lang="ko-KR" altLang="en-US" dirty="0"/>
          </a:p>
        </p:txBody>
      </p:sp>
      <p:sp>
        <p:nvSpPr>
          <p:cNvPr id="42" name="현장명 8">
            <a:extLst>
              <a:ext uri="{FF2B5EF4-FFF2-40B4-BE49-F238E27FC236}">
                <a16:creationId xmlns:a16="http://schemas.microsoft.com/office/drawing/2014/main" id="{BA9E82DE-3D2C-CCA1-8BA5-8ABC4F5C790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284032" y="5588709"/>
            <a:ext cx="1810741" cy="16000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889">
                <a:ln>
                  <a:noFill/>
                </a:ln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  <a:lvl2pPr marL="457188" indent="0">
              <a:buNone/>
              <a:defRPr sz="889">
                <a:latin typeface="KoPub돋움체_Pro Bold" panose="00000800000000000000" pitchFamily="50" charset="-127"/>
                <a:ea typeface="KoPub돋움체_Pro Bold" panose="00000800000000000000" pitchFamily="50" charset="-127"/>
              </a:defRPr>
            </a:lvl2pPr>
            <a:lvl3pPr marL="914376" indent="0">
              <a:buNone/>
              <a:defRPr sz="889">
                <a:latin typeface="KoPub돋움체_Pro Bold" panose="00000800000000000000" pitchFamily="50" charset="-127"/>
                <a:ea typeface="KoPub돋움체_Pro Bold" panose="00000800000000000000" pitchFamily="50" charset="-127"/>
              </a:defRPr>
            </a:lvl3pPr>
            <a:lvl4pPr marL="1371564" indent="0">
              <a:buNone/>
              <a:defRPr sz="889">
                <a:latin typeface="KoPub돋움체_Pro Bold" panose="00000800000000000000" pitchFamily="50" charset="-127"/>
                <a:ea typeface="KoPub돋움체_Pro Bold" panose="00000800000000000000" pitchFamily="50" charset="-127"/>
              </a:defRPr>
            </a:lvl4pPr>
            <a:lvl5pPr marL="1828752" indent="0">
              <a:buNone/>
              <a:defRPr sz="889">
                <a:latin typeface="KoPub돋움체_Pro Bold" panose="00000800000000000000" pitchFamily="50" charset="-127"/>
                <a:ea typeface="KoPub돋움체_Pro Bold" panose="00000800000000000000" pitchFamily="50" charset="-127"/>
              </a:defRPr>
            </a:lvl5pPr>
          </a:lstStyle>
          <a:p>
            <a:pPr lvl="0"/>
            <a:r>
              <a:rPr lang="ko-KR" altLang="en-US" dirty="0" err="1"/>
              <a:t>현장명</a:t>
            </a:r>
            <a:endParaRPr lang="ko-KR" altLang="en-US" dirty="0"/>
          </a:p>
        </p:txBody>
      </p:sp>
      <p:sp>
        <p:nvSpPr>
          <p:cNvPr id="43" name="연면적 8">
            <a:extLst>
              <a:ext uri="{FF2B5EF4-FFF2-40B4-BE49-F238E27FC236}">
                <a16:creationId xmlns:a16="http://schemas.microsoft.com/office/drawing/2014/main" id="{22119683-F6BB-96BB-2643-B71FF56D609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284032" y="5784025"/>
            <a:ext cx="1810741" cy="16000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889">
                <a:ln>
                  <a:noFill/>
                </a:ln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  <a:lvl2pPr marL="457188" indent="0">
              <a:buNone/>
              <a:defRPr sz="889">
                <a:latin typeface="KoPub돋움체_Pro Bold" panose="00000800000000000000" pitchFamily="50" charset="-127"/>
                <a:ea typeface="KoPub돋움체_Pro Bold" panose="00000800000000000000" pitchFamily="50" charset="-127"/>
              </a:defRPr>
            </a:lvl2pPr>
            <a:lvl3pPr marL="914376" indent="0">
              <a:buNone/>
              <a:defRPr sz="889">
                <a:latin typeface="KoPub돋움체_Pro Bold" panose="00000800000000000000" pitchFamily="50" charset="-127"/>
                <a:ea typeface="KoPub돋움체_Pro Bold" panose="00000800000000000000" pitchFamily="50" charset="-127"/>
              </a:defRPr>
            </a:lvl3pPr>
            <a:lvl4pPr marL="1371564" indent="0">
              <a:buNone/>
              <a:defRPr sz="889">
                <a:latin typeface="KoPub돋움체_Pro Bold" panose="00000800000000000000" pitchFamily="50" charset="-127"/>
                <a:ea typeface="KoPub돋움체_Pro Bold" panose="00000800000000000000" pitchFamily="50" charset="-127"/>
              </a:defRPr>
            </a:lvl4pPr>
            <a:lvl5pPr marL="1828752" indent="0">
              <a:buNone/>
              <a:defRPr sz="889">
                <a:latin typeface="KoPub돋움체_Pro Bold" panose="00000800000000000000" pitchFamily="50" charset="-127"/>
                <a:ea typeface="KoPub돋움체_Pro Bold" panose="00000800000000000000" pitchFamily="50" charset="-127"/>
              </a:defRPr>
            </a:lvl5pPr>
          </a:lstStyle>
          <a:p>
            <a:pPr lvl="0"/>
            <a:r>
              <a:rPr lang="ko-KR" altLang="en-US" dirty="0"/>
              <a:t>연면적 </a:t>
            </a:r>
            <a:r>
              <a:rPr lang="en-US" altLang="ko-KR" dirty="0"/>
              <a:t>PY</a:t>
            </a:r>
            <a:endParaRPr lang="ko-KR" altLang="en-US" dirty="0"/>
          </a:p>
        </p:txBody>
      </p:sp>
      <p:sp>
        <p:nvSpPr>
          <p:cNvPr id="44" name="현장사진 9">
            <a:extLst>
              <a:ext uri="{FF2B5EF4-FFF2-40B4-BE49-F238E27FC236}">
                <a16:creationId xmlns:a16="http://schemas.microsoft.com/office/drawing/2014/main" id="{6BAF6496-62FD-94C6-0291-66CBEA054FFD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8873757" y="4273394"/>
            <a:ext cx="2333844" cy="112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</a:lstStyle>
          <a:p>
            <a:r>
              <a:rPr lang="ko-KR" altLang="en-US"/>
              <a:t>건물사진</a:t>
            </a:r>
            <a:endParaRPr lang="ko-KR" altLang="en-US" dirty="0"/>
          </a:p>
        </p:txBody>
      </p:sp>
      <p:sp>
        <p:nvSpPr>
          <p:cNvPr id="45" name="현장명 9">
            <a:extLst>
              <a:ext uri="{FF2B5EF4-FFF2-40B4-BE49-F238E27FC236}">
                <a16:creationId xmlns:a16="http://schemas.microsoft.com/office/drawing/2014/main" id="{F40738DA-DD4E-7FD9-6590-68012663580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73757" y="5588709"/>
            <a:ext cx="1810741" cy="16000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889">
                <a:ln>
                  <a:noFill/>
                </a:ln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  <a:lvl2pPr marL="457188" indent="0">
              <a:buNone/>
              <a:defRPr sz="889">
                <a:latin typeface="KoPub돋움체_Pro Bold" panose="00000800000000000000" pitchFamily="50" charset="-127"/>
                <a:ea typeface="KoPub돋움체_Pro Bold" panose="00000800000000000000" pitchFamily="50" charset="-127"/>
              </a:defRPr>
            </a:lvl2pPr>
            <a:lvl3pPr marL="914376" indent="0">
              <a:buNone/>
              <a:defRPr sz="889">
                <a:latin typeface="KoPub돋움체_Pro Bold" panose="00000800000000000000" pitchFamily="50" charset="-127"/>
                <a:ea typeface="KoPub돋움체_Pro Bold" panose="00000800000000000000" pitchFamily="50" charset="-127"/>
              </a:defRPr>
            </a:lvl3pPr>
            <a:lvl4pPr marL="1371564" indent="0">
              <a:buNone/>
              <a:defRPr sz="889">
                <a:latin typeface="KoPub돋움체_Pro Bold" panose="00000800000000000000" pitchFamily="50" charset="-127"/>
                <a:ea typeface="KoPub돋움체_Pro Bold" panose="00000800000000000000" pitchFamily="50" charset="-127"/>
              </a:defRPr>
            </a:lvl4pPr>
            <a:lvl5pPr marL="1828752" indent="0">
              <a:buNone/>
              <a:defRPr sz="889">
                <a:latin typeface="KoPub돋움체_Pro Bold" panose="00000800000000000000" pitchFamily="50" charset="-127"/>
                <a:ea typeface="KoPub돋움체_Pro Bold" panose="00000800000000000000" pitchFamily="50" charset="-127"/>
              </a:defRPr>
            </a:lvl5pPr>
          </a:lstStyle>
          <a:p>
            <a:pPr lvl="0"/>
            <a:r>
              <a:rPr lang="ko-KR" altLang="en-US" dirty="0" err="1"/>
              <a:t>현장명</a:t>
            </a:r>
            <a:endParaRPr lang="ko-KR" altLang="en-US" dirty="0"/>
          </a:p>
        </p:txBody>
      </p:sp>
      <p:sp>
        <p:nvSpPr>
          <p:cNvPr id="46" name="연면적 9">
            <a:extLst>
              <a:ext uri="{FF2B5EF4-FFF2-40B4-BE49-F238E27FC236}">
                <a16:creationId xmlns:a16="http://schemas.microsoft.com/office/drawing/2014/main" id="{F6378887-F6CA-010C-3050-D199C6BF08AA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3757" y="5784025"/>
            <a:ext cx="1810741" cy="16000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889">
                <a:ln>
                  <a:noFill/>
                </a:ln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  <a:lvl2pPr marL="457188" indent="0">
              <a:buNone/>
              <a:defRPr sz="889">
                <a:latin typeface="KoPub돋움체_Pro Bold" panose="00000800000000000000" pitchFamily="50" charset="-127"/>
                <a:ea typeface="KoPub돋움체_Pro Bold" panose="00000800000000000000" pitchFamily="50" charset="-127"/>
              </a:defRPr>
            </a:lvl2pPr>
            <a:lvl3pPr marL="914376" indent="0">
              <a:buNone/>
              <a:defRPr sz="889">
                <a:latin typeface="KoPub돋움체_Pro Bold" panose="00000800000000000000" pitchFamily="50" charset="-127"/>
                <a:ea typeface="KoPub돋움체_Pro Bold" panose="00000800000000000000" pitchFamily="50" charset="-127"/>
              </a:defRPr>
            </a:lvl3pPr>
            <a:lvl4pPr marL="1371564" indent="0">
              <a:buNone/>
              <a:defRPr sz="889">
                <a:latin typeface="KoPub돋움체_Pro Bold" panose="00000800000000000000" pitchFamily="50" charset="-127"/>
                <a:ea typeface="KoPub돋움체_Pro Bold" panose="00000800000000000000" pitchFamily="50" charset="-127"/>
              </a:defRPr>
            </a:lvl4pPr>
            <a:lvl5pPr marL="1828752" indent="0">
              <a:buNone/>
              <a:defRPr sz="889">
                <a:latin typeface="KoPub돋움체_Pro Bold" panose="00000800000000000000" pitchFamily="50" charset="-127"/>
                <a:ea typeface="KoPub돋움체_Pro Bold" panose="00000800000000000000" pitchFamily="50" charset="-127"/>
              </a:defRPr>
            </a:lvl5pPr>
          </a:lstStyle>
          <a:p>
            <a:pPr lvl="0"/>
            <a:r>
              <a:rPr lang="ko-KR" altLang="en-US" dirty="0"/>
              <a:t>연면적 </a:t>
            </a:r>
            <a:r>
              <a:rPr lang="en-US" altLang="ko-KR" dirty="0"/>
              <a:t>PY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8709892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CFF92685-9D2A-47C4-B449-B1E9C0685FD3}"/>
              </a:ext>
            </a:extLst>
          </p:cNvPr>
          <p:cNvGrpSpPr/>
          <p:nvPr userDrawn="1"/>
        </p:nvGrpSpPr>
        <p:grpSpPr>
          <a:xfrm>
            <a:off x="769987" y="727788"/>
            <a:ext cx="3085968" cy="291299"/>
            <a:chOff x="870849" y="818761"/>
            <a:chExt cx="2760897" cy="327711"/>
          </a:xfrm>
        </p:grpSpPr>
        <p:grpSp>
          <p:nvGrpSpPr>
            <p:cNvPr id="3" name="그룹 2">
              <a:extLst>
                <a:ext uri="{FF2B5EF4-FFF2-40B4-BE49-F238E27FC236}">
                  <a16:creationId xmlns:a16="http://schemas.microsoft.com/office/drawing/2014/main" id="{1E05F1BD-01CA-4E3F-8AA0-A8FD385260B6}"/>
                </a:ext>
              </a:extLst>
            </p:cNvPr>
            <p:cNvGrpSpPr/>
            <p:nvPr userDrawn="1"/>
          </p:nvGrpSpPr>
          <p:grpSpPr>
            <a:xfrm>
              <a:off x="870849" y="818761"/>
              <a:ext cx="1300790" cy="291529"/>
              <a:chOff x="973452" y="800100"/>
              <a:chExt cx="1300790" cy="291529"/>
            </a:xfrm>
          </p:grpSpPr>
          <p:sp>
            <p:nvSpPr>
              <p:cNvPr id="7" name="직사각형 6">
                <a:extLst>
                  <a:ext uri="{FF2B5EF4-FFF2-40B4-BE49-F238E27FC236}">
                    <a16:creationId xmlns:a16="http://schemas.microsoft.com/office/drawing/2014/main" id="{1BE29610-4A12-4A6C-918C-12D0D8E5D56F}"/>
                  </a:ext>
                </a:extLst>
              </p:cNvPr>
              <p:cNvSpPr/>
              <p:nvPr/>
            </p:nvSpPr>
            <p:spPr>
              <a:xfrm>
                <a:off x="973452" y="800100"/>
                <a:ext cx="612775" cy="19685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933" dirty="0">
                  <a:ea typeface="KoPub돋움체 Light" panose="00000300000000000000" pitchFamily="2" charset="-127"/>
                </a:endParaRPr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323503F-F6DB-46E6-A0B8-3C74FD0DC034}"/>
                  </a:ext>
                </a:extLst>
              </p:cNvPr>
              <p:cNvSpPr txBox="1"/>
              <p:nvPr userDrawn="1"/>
            </p:nvSpPr>
            <p:spPr>
              <a:xfrm>
                <a:off x="1279839" y="902270"/>
                <a:ext cx="994403" cy="18935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>
                <a:defPPr>
                  <a:defRPr lang="ko-KR"/>
                </a:defPPr>
                <a:lvl1pPr defTabSz="906851">
                  <a:spcBef>
                    <a:spcPts val="400"/>
                  </a:spcBef>
                  <a:spcAft>
                    <a:spcPts val="198"/>
                  </a:spcAft>
                  <a:defRPr sz="1700" spc="-5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 lvl="0"/>
                <a:r>
                  <a:rPr lang="ko-KR" altLang="en-US" sz="1778" dirty="0">
                    <a:solidFill>
                      <a:schemeClr val="tx1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회사소개</a:t>
                </a:r>
              </a:p>
            </p:txBody>
          </p:sp>
        </p:grpSp>
        <p:cxnSp>
          <p:nvCxnSpPr>
            <p:cNvPr id="4" name="직선 연결선 3">
              <a:extLst>
                <a:ext uri="{FF2B5EF4-FFF2-40B4-BE49-F238E27FC236}">
                  <a16:creationId xmlns:a16="http://schemas.microsoft.com/office/drawing/2014/main" id="{2D665B48-6DD0-4ED7-9B66-01A10C09AAA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24634" y="888511"/>
              <a:ext cx="0" cy="257961"/>
            </a:xfrm>
            <a:prstGeom prst="line">
              <a:avLst/>
            </a:prstGeom>
            <a:ln w="22225">
              <a:solidFill>
                <a:srgbClr val="303D6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직선 연결선 4">
              <a:extLst>
                <a:ext uri="{FF2B5EF4-FFF2-40B4-BE49-F238E27FC236}">
                  <a16:creationId xmlns:a16="http://schemas.microsoft.com/office/drawing/2014/main" id="{5073C361-6ED8-40E1-B706-0B9D84D52A4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631746" y="888511"/>
              <a:ext cx="0" cy="257961"/>
            </a:xfrm>
            <a:prstGeom prst="line">
              <a:avLst/>
            </a:prstGeom>
            <a:ln w="22225">
              <a:solidFill>
                <a:srgbClr val="303D6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BA1A0C57-BCB6-496B-961A-6EA229BD3272}"/>
                </a:ext>
              </a:extLst>
            </p:cNvPr>
            <p:cNvSpPr/>
            <p:nvPr userDrawn="1"/>
          </p:nvSpPr>
          <p:spPr>
            <a:xfrm>
              <a:off x="2171639" y="888511"/>
              <a:ext cx="1173956" cy="23574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defTabSz="806100">
                <a:spcBef>
                  <a:spcPts val="356"/>
                </a:spcBef>
                <a:spcAft>
                  <a:spcPts val="176"/>
                </a:spcAft>
                <a:defRPr/>
              </a:pPr>
              <a:r>
                <a:rPr lang="en-US" altLang="ko-KR" sz="1511" spc="-44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Global</a:t>
              </a:r>
              <a:r>
                <a:rPr lang="ko-KR" altLang="en-US" sz="1511" spc="-44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 고객 현황</a:t>
              </a:r>
              <a:endParaRPr lang="en-US" altLang="ko-KR" sz="1511" spc="-44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4355305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CFF92685-9D2A-47C4-B449-B1E9C0685FD3}"/>
              </a:ext>
            </a:extLst>
          </p:cNvPr>
          <p:cNvGrpSpPr/>
          <p:nvPr userDrawn="1"/>
        </p:nvGrpSpPr>
        <p:grpSpPr>
          <a:xfrm>
            <a:off x="769986" y="727788"/>
            <a:ext cx="2766126" cy="291299"/>
            <a:chOff x="870849" y="818761"/>
            <a:chExt cx="2474746" cy="327711"/>
          </a:xfrm>
        </p:grpSpPr>
        <p:grpSp>
          <p:nvGrpSpPr>
            <p:cNvPr id="3" name="그룹 2">
              <a:extLst>
                <a:ext uri="{FF2B5EF4-FFF2-40B4-BE49-F238E27FC236}">
                  <a16:creationId xmlns:a16="http://schemas.microsoft.com/office/drawing/2014/main" id="{1E05F1BD-01CA-4E3F-8AA0-A8FD385260B6}"/>
                </a:ext>
              </a:extLst>
            </p:cNvPr>
            <p:cNvGrpSpPr/>
            <p:nvPr userDrawn="1"/>
          </p:nvGrpSpPr>
          <p:grpSpPr>
            <a:xfrm>
              <a:off x="870849" y="818761"/>
              <a:ext cx="1300790" cy="291529"/>
              <a:chOff x="973452" y="800100"/>
              <a:chExt cx="1300790" cy="291529"/>
            </a:xfrm>
          </p:grpSpPr>
          <p:sp>
            <p:nvSpPr>
              <p:cNvPr id="7" name="직사각형 6">
                <a:extLst>
                  <a:ext uri="{FF2B5EF4-FFF2-40B4-BE49-F238E27FC236}">
                    <a16:creationId xmlns:a16="http://schemas.microsoft.com/office/drawing/2014/main" id="{1BE29610-4A12-4A6C-918C-12D0D8E5D56F}"/>
                  </a:ext>
                </a:extLst>
              </p:cNvPr>
              <p:cNvSpPr/>
              <p:nvPr/>
            </p:nvSpPr>
            <p:spPr>
              <a:xfrm>
                <a:off x="973452" y="800100"/>
                <a:ext cx="612775" cy="19685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933" dirty="0">
                  <a:ea typeface="KoPub돋움체 Light" panose="00000300000000000000" pitchFamily="2" charset="-127"/>
                </a:endParaRPr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323503F-F6DB-46E6-A0B8-3C74FD0DC034}"/>
                  </a:ext>
                </a:extLst>
              </p:cNvPr>
              <p:cNvSpPr txBox="1"/>
              <p:nvPr userDrawn="1"/>
            </p:nvSpPr>
            <p:spPr>
              <a:xfrm>
                <a:off x="1279839" y="902270"/>
                <a:ext cx="994403" cy="18935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>
                <a:defPPr>
                  <a:defRPr lang="ko-KR"/>
                </a:defPPr>
                <a:lvl1pPr defTabSz="906851">
                  <a:spcBef>
                    <a:spcPts val="400"/>
                  </a:spcBef>
                  <a:spcAft>
                    <a:spcPts val="198"/>
                  </a:spcAft>
                  <a:defRPr sz="1700" spc="-5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 lvl="0"/>
                <a:r>
                  <a:rPr lang="ko-KR" altLang="en-US" sz="1778" dirty="0">
                    <a:solidFill>
                      <a:schemeClr val="tx1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회사소개</a:t>
                </a:r>
              </a:p>
            </p:txBody>
          </p:sp>
        </p:grpSp>
        <p:cxnSp>
          <p:nvCxnSpPr>
            <p:cNvPr id="4" name="직선 연결선 3">
              <a:extLst>
                <a:ext uri="{FF2B5EF4-FFF2-40B4-BE49-F238E27FC236}">
                  <a16:creationId xmlns:a16="http://schemas.microsoft.com/office/drawing/2014/main" id="{2D665B48-6DD0-4ED7-9B66-01A10C09AAA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24634" y="888511"/>
              <a:ext cx="0" cy="257961"/>
            </a:xfrm>
            <a:prstGeom prst="line">
              <a:avLst/>
            </a:prstGeom>
            <a:ln w="22225">
              <a:solidFill>
                <a:srgbClr val="303D6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직선 연결선 4">
              <a:extLst>
                <a:ext uri="{FF2B5EF4-FFF2-40B4-BE49-F238E27FC236}">
                  <a16:creationId xmlns:a16="http://schemas.microsoft.com/office/drawing/2014/main" id="{5073C361-6ED8-40E1-B706-0B9D84D52A4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190724" y="888511"/>
              <a:ext cx="0" cy="257961"/>
            </a:xfrm>
            <a:prstGeom prst="line">
              <a:avLst/>
            </a:prstGeom>
            <a:ln w="22225">
              <a:solidFill>
                <a:srgbClr val="303D6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BA1A0C57-BCB6-496B-961A-6EA229BD3272}"/>
                </a:ext>
              </a:extLst>
            </p:cNvPr>
            <p:cNvSpPr/>
            <p:nvPr userDrawn="1"/>
          </p:nvSpPr>
          <p:spPr>
            <a:xfrm>
              <a:off x="2171639" y="888511"/>
              <a:ext cx="1173956" cy="23574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defTabSz="806100">
                <a:spcBef>
                  <a:spcPts val="356"/>
                </a:spcBef>
                <a:spcAft>
                  <a:spcPts val="176"/>
                </a:spcAft>
                <a:defRPr/>
              </a:pPr>
              <a:r>
                <a:rPr lang="ko-KR" altLang="en-US" sz="1511" spc="-44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관리 시스템</a:t>
              </a:r>
              <a:endParaRPr lang="en-US" altLang="ko-KR" sz="1511" spc="-44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7386880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EC2E9660-4CCD-431A-8023-121BE9FF098B}"/>
              </a:ext>
            </a:extLst>
          </p:cNvPr>
          <p:cNvSpPr/>
          <p:nvPr userDrawn="1"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>
              <a:ea typeface="KoPub돋움체_Pro Light" panose="000003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9074340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4D677585-A531-0166-B144-71480A85495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87763" y="612389"/>
            <a:ext cx="3219095" cy="320000"/>
          </a:xfrm>
          <a:prstGeom prst="rect">
            <a:avLst/>
          </a:prstGeom>
        </p:spPr>
        <p:txBody>
          <a:bodyPr wrap="none"/>
          <a:lstStyle>
            <a:lvl1pPr marL="0" indent="0" defTabSz="806100">
              <a:spcBef>
                <a:spcPts val="356"/>
              </a:spcBef>
              <a:spcAft>
                <a:spcPts val="176"/>
              </a:spcAft>
              <a:buNone/>
              <a:defRPr sz="1778">
                <a:solidFill>
                  <a:srgbClr val="237EB7"/>
                </a:solidFill>
                <a:latin typeface="KoPub돋움체_Pro Bold" panose="00000800000000000000" pitchFamily="50" charset="-127"/>
                <a:ea typeface="KoPub돋움체_Pro Bold" panose="00000800000000000000" pitchFamily="50" charset="-127"/>
              </a:defRPr>
            </a:lvl1pPr>
            <a:lvl2pPr marL="457188" indent="0">
              <a:buNone/>
              <a:defRPr/>
            </a:lvl2pPr>
            <a:lvl3pPr marL="914376" indent="0">
              <a:buNone/>
              <a:defRPr/>
            </a:lvl3pPr>
            <a:lvl4pPr marL="1371564" indent="0">
              <a:buNone/>
              <a:defRPr/>
            </a:lvl4pPr>
            <a:lvl5pPr marL="1828752" indent="0">
              <a:buNone/>
              <a:defRPr/>
            </a:lvl5pPr>
          </a:lstStyle>
          <a:p>
            <a:pPr defTabSz="906851">
              <a:spcBef>
                <a:spcPts val="400"/>
              </a:spcBef>
              <a:spcAft>
                <a:spcPts val="198"/>
              </a:spcAft>
            </a:pPr>
            <a:r>
              <a:rPr lang="en-US" altLang="ko-KR"/>
              <a:t>0. </a:t>
            </a:r>
            <a:r>
              <a:rPr lang="ko-KR" altLang="en-US"/>
              <a:t>제목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3266CD-2ADF-4E0B-AEC4-F96518498DEE}"/>
              </a:ext>
            </a:extLst>
          </p:cNvPr>
          <p:cNvSpPr txBox="1"/>
          <p:nvPr userDrawn="1"/>
        </p:nvSpPr>
        <p:spPr>
          <a:xfrm>
            <a:off x="702669" y="399513"/>
            <a:ext cx="1111485" cy="168319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ko-KR"/>
            </a:defPPr>
            <a:lvl1pPr lvl="0" defTabSz="906851">
              <a:spcBef>
                <a:spcPts val="400"/>
              </a:spcBef>
              <a:spcAft>
                <a:spcPts val="198"/>
              </a:spcAft>
              <a:defRPr sz="1600" spc="-5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_Pro Light" panose="00000300000000000000" pitchFamily="50" charset="-127"/>
                <a:ea typeface="KoPub돋움체_Pro Light" panose="00000300000000000000" pitchFamily="50" charset="-127"/>
              </a:defRPr>
            </a:lvl1pPr>
          </a:lstStyle>
          <a:p>
            <a:pPr lvl="0"/>
            <a:r>
              <a:rPr lang="en-US" altLang="ko-KR" sz="1422"/>
              <a:t>Ⅰ. </a:t>
            </a:r>
            <a:r>
              <a:rPr lang="ko-KR" altLang="en-US" sz="1422"/>
              <a:t>회사소개</a:t>
            </a:r>
          </a:p>
        </p:txBody>
      </p:sp>
      <p:sp>
        <p:nvSpPr>
          <p:cNvPr id="5" name="텍스트 개체 틀 20">
            <a:extLst>
              <a:ext uri="{FF2B5EF4-FFF2-40B4-BE49-F238E27FC236}">
                <a16:creationId xmlns:a16="http://schemas.microsoft.com/office/drawing/2014/main" id="{DB93AE42-4B35-CB94-4241-B3F7809D44D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597682" y="964978"/>
            <a:ext cx="9891650" cy="480000"/>
          </a:xfrm>
          <a:prstGeom prst="rect">
            <a:avLst/>
          </a:prstGeom>
        </p:spPr>
        <p:txBody>
          <a:bodyPr wrap="none" lIns="0" rIns="0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b="1" spc="-98" baseline="0">
                <a:solidFill>
                  <a:srgbClr val="1D1D1D"/>
                </a:solidFill>
                <a:latin typeface="KoPub돋움체_Pro Bold" panose="00000800000000000000" pitchFamily="50" charset="-127"/>
                <a:ea typeface="KoPub돋움체_Pro Bold" panose="00000800000000000000" pitchFamily="50" charset="-127"/>
              </a:defRPr>
            </a:lvl1pPr>
            <a:lvl2pPr marL="457188" indent="0">
              <a:buFontTx/>
              <a:buNone/>
              <a:defRPr sz="978" b="1"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2pPr>
            <a:lvl3pPr marL="914376" indent="0">
              <a:buFontTx/>
              <a:buNone/>
              <a:defRPr sz="978" b="1"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3pPr>
            <a:lvl4pPr marL="1371564" indent="0">
              <a:buFontTx/>
              <a:buNone/>
              <a:defRPr sz="978" b="1"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4pPr>
            <a:lvl5pPr marL="1828752" indent="0">
              <a:buFontTx/>
              <a:buNone/>
              <a:defRPr sz="978" b="1"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</p:spTree>
    <p:extLst>
      <p:ext uri="{BB962C8B-B14F-4D97-AF65-F5344CB8AC3E}">
        <p14:creationId xmlns:p14="http://schemas.microsoft.com/office/powerpoint/2010/main" val="394111210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 회사소개_실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>
            <a:extLst>
              <a:ext uri="{FF2B5EF4-FFF2-40B4-BE49-F238E27FC236}">
                <a16:creationId xmlns:a16="http://schemas.microsoft.com/office/drawing/2014/main" id="{A96349B6-0BA7-2444-3E3F-1E78994ABB31}"/>
              </a:ext>
            </a:extLst>
          </p:cNvPr>
          <p:cNvSpPr/>
          <p:nvPr userDrawn="1"/>
        </p:nvSpPr>
        <p:spPr>
          <a:xfrm>
            <a:off x="9677444" y="3588878"/>
            <a:ext cx="1810741" cy="64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>
              <a:ea typeface="KoPub돋움체_Pro Light" panose="00000300000000000000" pitchFamily="50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3123D62A-71EF-F1D3-4D25-0A4747F6CAF3}"/>
              </a:ext>
            </a:extLst>
          </p:cNvPr>
          <p:cNvSpPr/>
          <p:nvPr userDrawn="1"/>
        </p:nvSpPr>
        <p:spPr>
          <a:xfrm>
            <a:off x="7433751" y="3588878"/>
            <a:ext cx="1810741" cy="64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>
              <a:ea typeface="KoPub돋움체_Pro Light" panose="00000300000000000000" pitchFamily="50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CAA64776-A686-5681-4B2E-6205E0CA445A}"/>
              </a:ext>
            </a:extLst>
          </p:cNvPr>
          <p:cNvSpPr/>
          <p:nvPr userDrawn="1"/>
        </p:nvSpPr>
        <p:spPr>
          <a:xfrm>
            <a:off x="5190057" y="3588878"/>
            <a:ext cx="1810741" cy="64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>
              <a:ea typeface="KoPub돋움체_Pro Light" panose="00000300000000000000" pitchFamily="50" charset="-127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8D33EA16-ED91-1930-BE5D-6F6AD7CE7E65}"/>
              </a:ext>
            </a:extLst>
          </p:cNvPr>
          <p:cNvSpPr/>
          <p:nvPr userDrawn="1"/>
        </p:nvSpPr>
        <p:spPr>
          <a:xfrm>
            <a:off x="2946362" y="3598478"/>
            <a:ext cx="1810741" cy="64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>
              <a:ea typeface="KoPub돋움체_Pro Light" panose="00000300000000000000" pitchFamily="50" charset="-127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35CAD240-42B7-30A9-182B-B836D93A27E1}"/>
              </a:ext>
            </a:extLst>
          </p:cNvPr>
          <p:cNvSpPr/>
          <p:nvPr userDrawn="1"/>
        </p:nvSpPr>
        <p:spPr>
          <a:xfrm>
            <a:off x="702668" y="3598478"/>
            <a:ext cx="1810741" cy="64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>
              <a:ea typeface="KoPub돋움체_Pro Light" panose="00000300000000000000" pitchFamily="50" charset="-127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67D04243-C55C-6230-5DD8-72168829627D}"/>
              </a:ext>
            </a:extLst>
          </p:cNvPr>
          <p:cNvSpPr/>
          <p:nvPr userDrawn="1"/>
        </p:nvSpPr>
        <p:spPr>
          <a:xfrm>
            <a:off x="2946648" y="3869145"/>
            <a:ext cx="1810741" cy="64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>
              <a:ea typeface="KoPub돋움체_Pro Light" panose="00000300000000000000" pitchFamily="50" charset="-127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1D045005-EA6F-2CCA-9EF1-181E1049B320}"/>
              </a:ext>
            </a:extLst>
          </p:cNvPr>
          <p:cNvSpPr/>
          <p:nvPr userDrawn="1"/>
        </p:nvSpPr>
        <p:spPr>
          <a:xfrm>
            <a:off x="702668" y="3869145"/>
            <a:ext cx="1810741" cy="64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>
              <a:ea typeface="KoPub돋움체_Pro Light" panose="00000300000000000000" pitchFamily="50" charset="-127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508841C1-00EC-E91E-C361-74A32194F706}"/>
              </a:ext>
            </a:extLst>
          </p:cNvPr>
          <p:cNvSpPr/>
          <p:nvPr userDrawn="1"/>
        </p:nvSpPr>
        <p:spPr>
          <a:xfrm>
            <a:off x="7434609" y="3869145"/>
            <a:ext cx="1810741" cy="64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>
              <a:ea typeface="KoPub돋움체_Pro Light" panose="00000300000000000000" pitchFamily="50" charset="-127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2C33B330-309B-2955-FF59-6A464434359E}"/>
              </a:ext>
            </a:extLst>
          </p:cNvPr>
          <p:cNvSpPr/>
          <p:nvPr userDrawn="1"/>
        </p:nvSpPr>
        <p:spPr>
          <a:xfrm>
            <a:off x="5190629" y="3869145"/>
            <a:ext cx="1810741" cy="64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>
              <a:ea typeface="KoPub돋움체_Pro Light" panose="00000300000000000000" pitchFamily="50" charset="-127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DBEC22D7-9F6B-5847-61F1-B0D7AD4D4BA7}"/>
              </a:ext>
            </a:extLst>
          </p:cNvPr>
          <p:cNvSpPr/>
          <p:nvPr userDrawn="1"/>
        </p:nvSpPr>
        <p:spPr>
          <a:xfrm>
            <a:off x="9678590" y="3869145"/>
            <a:ext cx="1810741" cy="64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>
              <a:ea typeface="KoPub돋움체_Pro Light" panose="00000300000000000000" pitchFamily="50" charset="-127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4BE71868-B745-2A56-40F8-34AD902695CB}"/>
              </a:ext>
            </a:extLst>
          </p:cNvPr>
          <p:cNvSpPr/>
          <p:nvPr userDrawn="1"/>
        </p:nvSpPr>
        <p:spPr>
          <a:xfrm>
            <a:off x="702668" y="5670455"/>
            <a:ext cx="1810741" cy="64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>
              <a:ea typeface="KoPub돋움체_Pro Light" panose="00000300000000000000" pitchFamily="50" charset="-127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E63FFC9C-4779-49F0-0D56-805A131C442C}"/>
              </a:ext>
            </a:extLst>
          </p:cNvPr>
          <p:cNvSpPr/>
          <p:nvPr userDrawn="1"/>
        </p:nvSpPr>
        <p:spPr>
          <a:xfrm>
            <a:off x="702668" y="5950722"/>
            <a:ext cx="1810741" cy="64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>
              <a:ea typeface="KoPub돋움체_Pro Light" panose="00000300000000000000" pitchFamily="50" charset="-127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8EE5CC89-55DF-7A0D-DE6D-C518CAE3D2E8}"/>
              </a:ext>
            </a:extLst>
          </p:cNvPr>
          <p:cNvSpPr/>
          <p:nvPr userDrawn="1"/>
        </p:nvSpPr>
        <p:spPr>
          <a:xfrm>
            <a:off x="2946648" y="5670455"/>
            <a:ext cx="1810741" cy="64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>
              <a:ea typeface="KoPub돋움체_Pro Light" panose="00000300000000000000" pitchFamily="50" charset="-127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0C76C71B-9351-87D2-C403-934E5AD28F5C}"/>
              </a:ext>
            </a:extLst>
          </p:cNvPr>
          <p:cNvSpPr/>
          <p:nvPr userDrawn="1"/>
        </p:nvSpPr>
        <p:spPr>
          <a:xfrm>
            <a:off x="2946648" y="5950722"/>
            <a:ext cx="1810741" cy="64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>
              <a:ea typeface="KoPub돋움체_Pro Light" panose="00000300000000000000" pitchFamily="50" charset="-127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5D674DB8-DAA7-5C87-EDC7-70C8670E20A8}"/>
              </a:ext>
            </a:extLst>
          </p:cNvPr>
          <p:cNvSpPr/>
          <p:nvPr userDrawn="1"/>
        </p:nvSpPr>
        <p:spPr>
          <a:xfrm>
            <a:off x="5190629" y="5670455"/>
            <a:ext cx="1810741" cy="64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>
              <a:ea typeface="KoPub돋움체_Pro Light" panose="00000300000000000000" pitchFamily="50" charset="-127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42A95EED-0A79-24EB-4770-F18D5D9A50D6}"/>
              </a:ext>
            </a:extLst>
          </p:cNvPr>
          <p:cNvSpPr/>
          <p:nvPr userDrawn="1"/>
        </p:nvSpPr>
        <p:spPr>
          <a:xfrm>
            <a:off x="5190629" y="5950722"/>
            <a:ext cx="1810741" cy="64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>
              <a:ea typeface="KoPub돋움체_Pro Light" panose="00000300000000000000" pitchFamily="50" charset="-127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BDB7E5AC-6175-0710-BEA1-E09B80045BD9}"/>
              </a:ext>
            </a:extLst>
          </p:cNvPr>
          <p:cNvSpPr/>
          <p:nvPr userDrawn="1"/>
        </p:nvSpPr>
        <p:spPr>
          <a:xfrm>
            <a:off x="7434609" y="5670455"/>
            <a:ext cx="1810741" cy="64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>
              <a:ea typeface="KoPub돋움체_Pro Light" panose="00000300000000000000" pitchFamily="50" charset="-127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7422C016-E966-6BC4-D1A5-04CE7EA272A9}"/>
              </a:ext>
            </a:extLst>
          </p:cNvPr>
          <p:cNvSpPr/>
          <p:nvPr userDrawn="1"/>
        </p:nvSpPr>
        <p:spPr>
          <a:xfrm>
            <a:off x="7434609" y="5950722"/>
            <a:ext cx="1810741" cy="64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>
              <a:ea typeface="KoPub돋움체_Pro Light" panose="00000300000000000000" pitchFamily="50" charset="-127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D6B10A3F-EEE3-7484-4076-EC113458792F}"/>
              </a:ext>
            </a:extLst>
          </p:cNvPr>
          <p:cNvSpPr/>
          <p:nvPr userDrawn="1"/>
        </p:nvSpPr>
        <p:spPr>
          <a:xfrm>
            <a:off x="9678591" y="5670455"/>
            <a:ext cx="1810741" cy="64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>
              <a:ea typeface="KoPub돋움체_Pro Light" panose="00000300000000000000" pitchFamily="50" charset="-127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1E501825-C694-C615-4BE3-386F685D04EB}"/>
              </a:ext>
            </a:extLst>
          </p:cNvPr>
          <p:cNvSpPr/>
          <p:nvPr userDrawn="1"/>
        </p:nvSpPr>
        <p:spPr>
          <a:xfrm>
            <a:off x="9678591" y="5950722"/>
            <a:ext cx="1810741" cy="64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>
              <a:ea typeface="KoPub돋움체_Pro Light" panose="00000300000000000000" pitchFamily="50" charset="-127"/>
            </a:endParaRPr>
          </a:p>
        </p:txBody>
      </p:sp>
      <p:sp>
        <p:nvSpPr>
          <p:cNvPr id="40" name="텍스트 개체 틀 39">
            <a:extLst>
              <a:ext uri="{FF2B5EF4-FFF2-40B4-BE49-F238E27FC236}">
                <a16:creationId xmlns:a16="http://schemas.microsoft.com/office/drawing/2014/main" id="{746E8639-7F2C-2EA2-2429-9F2A854230A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02668" y="3651412"/>
            <a:ext cx="402387" cy="16000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marL="0" indent="0">
              <a:buNone/>
              <a:defRPr lang="ko-KR" altLang="en-US" sz="889" b="1" kern="0" smtClean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Bold" panose="00000800000000000000" pitchFamily="50" charset="-127"/>
                <a:ea typeface="KoPub돋움체_Pro Bold" panose="00000800000000000000" pitchFamily="50" charset="-127"/>
              </a:defRPr>
            </a:lvl1pPr>
            <a:lvl2pPr>
              <a:defRPr lang="ko-KR" altLang="en-US" sz="1600" smtClean="0"/>
            </a:lvl2pPr>
            <a:lvl3pPr>
              <a:defRPr lang="ko-KR" altLang="en-US" sz="1600" smtClean="0"/>
            </a:lvl3pPr>
            <a:lvl4pPr>
              <a:defRPr lang="ko-KR" altLang="en-US" sz="1600" smtClean="0"/>
            </a:lvl4pPr>
            <a:lvl5pPr>
              <a:defRPr lang="ko-KR" altLang="en-US" sz="1600"/>
            </a:lvl5pPr>
          </a:lstStyle>
          <a:p>
            <a:pPr marL="0" lvl="0" defTabSz="812810">
              <a:spcAft>
                <a:spcPts val="117"/>
              </a:spcAft>
              <a:buClr>
                <a:srgbClr val="000032"/>
              </a:buClr>
            </a:pPr>
            <a:r>
              <a:rPr lang="ko-KR" altLang="en-US"/>
              <a:t>건물명</a:t>
            </a:r>
          </a:p>
        </p:txBody>
      </p:sp>
      <p:sp>
        <p:nvSpPr>
          <p:cNvPr id="43" name="텍스트 개체 틀 39">
            <a:extLst>
              <a:ext uri="{FF2B5EF4-FFF2-40B4-BE49-F238E27FC236}">
                <a16:creationId xmlns:a16="http://schemas.microsoft.com/office/drawing/2014/main" id="{4D292873-B98D-6495-1359-49E92D48F57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946362" y="3651412"/>
            <a:ext cx="402387" cy="16000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marL="0" indent="0">
              <a:buNone/>
              <a:defRPr lang="ko-KR" altLang="en-US" sz="889" b="1" kern="0" smtClean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Bold" panose="00000800000000000000" pitchFamily="50" charset="-127"/>
                <a:ea typeface="KoPub돋움체_Pro Bold" panose="00000800000000000000" pitchFamily="50" charset="-127"/>
              </a:defRPr>
            </a:lvl1pPr>
            <a:lvl2pPr>
              <a:defRPr lang="ko-KR" altLang="en-US" sz="1600" smtClean="0"/>
            </a:lvl2pPr>
            <a:lvl3pPr>
              <a:defRPr lang="ko-KR" altLang="en-US" sz="1600" smtClean="0"/>
            </a:lvl3pPr>
            <a:lvl4pPr>
              <a:defRPr lang="ko-KR" altLang="en-US" sz="1600" smtClean="0"/>
            </a:lvl4pPr>
            <a:lvl5pPr>
              <a:defRPr lang="ko-KR" altLang="en-US" sz="1600"/>
            </a:lvl5pPr>
          </a:lstStyle>
          <a:p>
            <a:pPr marL="0" lvl="0" defTabSz="812810">
              <a:spcAft>
                <a:spcPts val="117"/>
              </a:spcAft>
              <a:buClr>
                <a:srgbClr val="000032"/>
              </a:buClr>
            </a:pPr>
            <a:r>
              <a:rPr lang="ko-KR" altLang="en-US"/>
              <a:t>건물명</a:t>
            </a:r>
          </a:p>
        </p:txBody>
      </p:sp>
      <p:sp>
        <p:nvSpPr>
          <p:cNvPr id="46" name="텍스트 개체 틀 39">
            <a:extLst>
              <a:ext uri="{FF2B5EF4-FFF2-40B4-BE49-F238E27FC236}">
                <a16:creationId xmlns:a16="http://schemas.microsoft.com/office/drawing/2014/main" id="{1B35E890-7079-6AAA-711F-BAC6AE46651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190057" y="3651412"/>
            <a:ext cx="402387" cy="16000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marL="0" indent="0">
              <a:buNone/>
              <a:defRPr lang="ko-KR" altLang="en-US" sz="889" b="1" kern="0" smtClean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Bold" panose="00000800000000000000" pitchFamily="50" charset="-127"/>
                <a:ea typeface="KoPub돋움체_Pro Bold" panose="00000800000000000000" pitchFamily="50" charset="-127"/>
              </a:defRPr>
            </a:lvl1pPr>
            <a:lvl2pPr>
              <a:defRPr lang="ko-KR" altLang="en-US" sz="1600" smtClean="0"/>
            </a:lvl2pPr>
            <a:lvl3pPr>
              <a:defRPr lang="ko-KR" altLang="en-US" sz="1600" smtClean="0"/>
            </a:lvl3pPr>
            <a:lvl4pPr>
              <a:defRPr lang="ko-KR" altLang="en-US" sz="1600" smtClean="0"/>
            </a:lvl4pPr>
            <a:lvl5pPr>
              <a:defRPr lang="ko-KR" altLang="en-US" sz="1600"/>
            </a:lvl5pPr>
          </a:lstStyle>
          <a:p>
            <a:pPr marL="0" lvl="0" defTabSz="812810">
              <a:spcAft>
                <a:spcPts val="117"/>
              </a:spcAft>
              <a:buClr>
                <a:srgbClr val="000032"/>
              </a:buClr>
            </a:pPr>
            <a:r>
              <a:rPr lang="ko-KR" altLang="en-US"/>
              <a:t>건물명</a:t>
            </a:r>
          </a:p>
        </p:txBody>
      </p:sp>
      <p:sp>
        <p:nvSpPr>
          <p:cNvPr id="48" name="텍스트 개체 틀 39">
            <a:extLst>
              <a:ext uri="{FF2B5EF4-FFF2-40B4-BE49-F238E27FC236}">
                <a16:creationId xmlns:a16="http://schemas.microsoft.com/office/drawing/2014/main" id="{3FB2AC2C-F78D-6ADA-B894-3F0F8DCEF59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433751" y="3651412"/>
            <a:ext cx="402387" cy="16000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marL="0" indent="0">
              <a:buNone/>
              <a:defRPr lang="ko-KR" altLang="en-US" sz="889" b="1" kern="0" smtClean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Bold" panose="00000800000000000000" pitchFamily="50" charset="-127"/>
                <a:ea typeface="KoPub돋움체_Pro Bold" panose="00000800000000000000" pitchFamily="50" charset="-127"/>
              </a:defRPr>
            </a:lvl1pPr>
            <a:lvl2pPr>
              <a:defRPr lang="ko-KR" altLang="en-US" sz="1600" smtClean="0"/>
            </a:lvl2pPr>
            <a:lvl3pPr>
              <a:defRPr lang="ko-KR" altLang="en-US" sz="1600" smtClean="0"/>
            </a:lvl3pPr>
            <a:lvl4pPr>
              <a:defRPr lang="ko-KR" altLang="en-US" sz="1600" smtClean="0"/>
            </a:lvl4pPr>
            <a:lvl5pPr>
              <a:defRPr lang="ko-KR" altLang="en-US" sz="1600"/>
            </a:lvl5pPr>
          </a:lstStyle>
          <a:p>
            <a:pPr marL="0" lvl="0" defTabSz="812810">
              <a:spcAft>
                <a:spcPts val="117"/>
              </a:spcAft>
              <a:buClr>
                <a:srgbClr val="000032"/>
              </a:buClr>
            </a:pPr>
            <a:r>
              <a:rPr lang="ko-KR" altLang="en-US"/>
              <a:t>건물명</a:t>
            </a:r>
          </a:p>
        </p:txBody>
      </p:sp>
      <p:sp>
        <p:nvSpPr>
          <p:cNvPr id="50" name="텍스트 개체 틀 39">
            <a:extLst>
              <a:ext uri="{FF2B5EF4-FFF2-40B4-BE49-F238E27FC236}">
                <a16:creationId xmlns:a16="http://schemas.microsoft.com/office/drawing/2014/main" id="{6B811FC2-D2FB-B650-BBD1-E1D7B068272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677444" y="3651412"/>
            <a:ext cx="402387" cy="16000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ko-KR" altLang="en-US" sz="889" b="1" kern="0" smtClean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Bold" panose="00000800000000000000" pitchFamily="50" charset="-127"/>
                <a:ea typeface="KoPub돋움체_Pro Bold" panose="00000800000000000000" pitchFamily="50" charset="-127"/>
              </a:defRPr>
            </a:lvl1pPr>
            <a:lvl2pPr>
              <a:defRPr lang="ko-KR" altLang="en-US" sz="1600" smtClean="0"/>
            </a:lvl2pPr>
            <a:lvl3pPr>
              <a:defRPr lang="ko-KR" altLang="en-US" sz="1600" smtClean="0"/>
            </a:lvl3pPr>
            <a:lvl4pPr>
              <a:defRPr lang="ko-KR" altLang="en-US" sz="1600" smtClean="0"/>
            </a:lvl4pPr>
            <a:lvl5pPr>
              <a:defRPr lang="ko-KR" altLang="en-US" sz="1600"/>
            </a:lvl5pPr>
          </a:lstStyle>
          <a:p>
            <a:pPr marL="0" lvl="0" defTabSz="812810">
              <a:spcAft>
                <a:spcPts val="117"/>
              </a:spcAft>
              <a:buClr>
                <a:srgbClr val="000032"/>
              </a:buClr>
            </a:pPr>
            <a:r>
              <a:rPr lang="ko-KR" altLang="en-US"/>
              <a:t>건물명</a:t>
            </a:r>
          </a:p>
        </p:txBody>
      </p:sp>
      <p:sp>
        <p:nvSpPr>
          <p:cNvPr id="52" name="텍스트 개체 틀 39">
            <a:extLst>
              <a:ext uri="{FF2B5EF4-FFF2-40B4-BE49-F238E27FC236}">
                <a16:creationId xmlns:a16="http://schemas.microsoft.com/office/drawing/2014/main" id="{4A0E6050-C28E-955D-38F2-9D333141511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02668" y="5732988"/>
            <a:ext cx="402387" cy="16000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marL="0" indent="0">
              <a:buNone/>
              <a:defRPr lang="ko-KR" altLang="en-US" sz="889" b="1" kern="0" smtClean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Bold" panose="00000800000000000000" pitchFamily="50" charset="-127"/>
                <a:ea typeface="KoPub돋움체_Pro Bold" panose="00000800000000000000" pitchFamily="50" charset="-127"/>
              </a:defRPr>
            </a:lvl1pPr>
            <a:lvl2pPr>
              <a:defRPr lang="ko-KR" altLang="en-US" sz="1600" smtClean="0"/>
            </a:lvl2pPr>
            <a:lvl3pPr>
              <a:defRPr lang="ko-KR" altLang="en-US" sz="1600" smtClean="0"/>
            </a:lvl3pPr>
            <a:lvl4pPr>
              <a:defRPr lang="ko-KR" altLang="en-US" sz="1600" smtClean="0"/>
            </a:lvl4pPr>
            <a:lvl5pPr>
              <a:defRPr lang="ko-KR" altLang="en-US" sz="1600"/>
            </a:lvl5pPr>
          </a:lstStyle>
          <a:p>
            <a:pPr marL="0" lvl="0" defTabSz="812810">
              <a:spcAft>
                <a:spcPts val="117"/>
              </a:spcAft>
              <a:buClr>
                <a:srgbClr val="000032"/>
              </a:buClr>
            </a:pPr>
            <a:r>
              <a:rPr lang="ko-KR" altLang="en-US"/>
              <a:t>건물명</a:t>
            </a:r>
          </a:p>
        </p:txBody>
      </p:sp>
      <p:sp>
        <p:nvSpPr>
          <p:cNvPr id="54" name="텍스트 개체 틀 39">
            <a:extLst>
              <a:ext uri="{FF2B5EF4-FFF2-40B4-BE49-F238E27FC236}">
                <a16:creationId xmlns:a16="http://schemas.microsoft.com/office/drawing/2014/main" id="{C457722D-FDAA-7DA9-CEF3-15CBEFDFE59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946362" y="5732988"/>
            <a:ext cx="402387" cy="16000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marL="0" indent="0">
              <a:buNone/>
              <a:defRPr lang="ko-KR" altLang="en-US" sz="889" b="1" kern="0" smtClean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Bold" panose="00000800000000000000" pitchFamily="50" charset="-127"/>
                <a:ea typeface="KoPub돋움체_Pro Bold" panose="00000800000000000000" pitchFamily="50" charset="-127"/>
              </a:defRPr>
            </a:lvl1pPr>
            <a:lvl2pPr>
              <a:defRPr lang="ko-KR" altLang="en-US" sz="1600" smtClean="0"/>
            </a:lvl2pPr>
            <a:lvl3pPr>
              <a:defRPr lang="ko-KR" altLang="en-US" sz="1600" smtClean="0"/>
            </a:lvl3pPr>
            <a:lvl4pPr>
              <a:defRPr lang="ko-KR" altLang="en-US" sz="1600" smtClean="0"/>
            </a:lvl4pPr>
            <a:lvl5pPr>
              <a:defRPr lang="ko-KR" altLang="en-US" sz="1600"/>
            </a:lvl5pPr>
          </a:lstStyle>
          <a:p>
            <a:pPr marL="0" lvl="0" defTabSz="812810">
              <a:spcAft>
                <a:spcPts val="117"/>
              </a:spcAft>
              <a:buClr>
                <a:srgbClr val="000032"/>
              </a:buClr>
            </a:pPr>
            <a:r>
              <a:rPr lang="ko-KR" altLang="en-US"/>
              <a:t>건물명</a:t>
            </a:r>
          </a:p>
        </p:txBody>
      </p:sp>
      <p:sp>
        <p:nvSpPr>
          <p:cNvPr id="56" name="텍스트 개체 틀 39">
            <a:extLst>
              <a:ext uri="{FF2B5EF4-FFF2-40B4-BE49-F238E27FC236}">
                <a16:creationId xmlns:a16="http://schemas.microsoft.com/office/drawing/2014/main" id="{DE63EA10-3C9B-4353-3B95-5F3365722CF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190057" y="5732988"/>
            <a:ext cx="402387" cy="16000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marL="0" indent="0">
              <a:buNone/>
              <a:defRPr lang="ko-KR" altLang="en-US" sz="889" b="1" kern="0" smtClean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Bold" panose="00000800000000000000" pitchFamily="50" charset="-127"/>
                <a:ea typeface="KoPub돋움체_Pro Bold" panose="00000800000000000000" pitchFamily="50" charset="-127"/>
              </a:defRPr>
            </a:lvl1pPr>
            <a:lvl2pPr>
              <a:defRPr lang="ko-KR" altLang="en-US" sz="1600" smtClean="0"/>
            </a:lvl2pPr>
            <a:lvl3pPr>
              <a:defRPr lang="ko-KR" altLang="en-US" sz="1600" smtClean="0"/>
            </a:lvl3pPr>
            <a:lvl4pPr>
              <a:defRPr lang="ko-KR" altLang="en-US" sz="1600" smtClean="0"/>
            </a:lvl4pPr>
            <a:lvl5pPr>
              <a:defRPr lang="ko-KR" altLang="en-US" sz="1600"/>
            </a:lvl5pPr>
          </a:lstStyle>
          <a:p>
            <a:pPr marL="0" lvl="0" defTabSz="812810">
              <a:spcAft>
                <a:spcPts val="117"/>
              </a:spcAft>
              <a:buClr>
                <a:srgbClr val="000032"/>
              </a:buClr>
            </a:pPr>
            <a:r>
              <a:rPr lang="ko-KR" altLang="en-US"/>
              <a:t>건물명</a:t>
            </a:r>
          </a:p>
        </p:txBody>
      </p:sp>
      <p:sp>
        <p:nvSpPr>
          <p:cNvPr id="58" name="텍스트 개체 틀 39">
            <a:extLst>
              <a:ext uri="{FF2B5EF4-FFF2-40B4-BE49-F238E27FC236}">
                <a16:creationId xmlns:a16="http://schemas.microsoft.com/office/drawing/2014/main" id="{960B8E36-6B1C-3E60-BCA0-36772210081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433751" y="5732988"/>
            <a:ext cx="402387" cy="16000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marL="0" indent="0">
              <a:buNone/>
              <a:defRPr lang="ko-KR" altLang="en-US" sz="889" b="1" kern="0" smtClean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Bold" panose="00000800000000000000" pitchFamily="50" charset="-127"/>
                <a:ea typeface="KoPub돋움체_Pro Bold" panose="00000800000000000000" pitchFamily="50" charset="-127"/>
              </a:defRPr>
            </a:lvl1pPr>
            <a:lvl2pPr>
              <a:defRPr lang="ko-KR" altLang="en-US" sz="1600" smtClean="0"/>
            </a:lvl2pPr>
            <a:lvl3pPr>
              <a:defRPr lang="ko-KR" altLang="en-US" sz="1600" smtClean="0"/>
            </a:lvl3pPr>
            <a:lvl4pPr>
              <a:defRPr lang="ko-KR" altLang="en-US" sz="1600" smtClean="0"/>
            </a:lvl4pPr>
            <a:lvl5pPr>
              <a:defRPr lang="ko-KR" altLang="en-US" sz="1600"/>
            </a:lvl5pPr>
          </a:lstStyle>
          <a:p>
            <a:pPr marL="0" lvl="0" defTabSz="812810">
              <a:spcAft>
                <a:spcPts val="117"/>
              </a:spcAft>
              <a:buClr>
                <a:srgbClr val="000032"/>
              </a:buClr>
            </a:pPr>
            <a:r>
              <a:rPr lang="ko-KR" altLang="en-US"/>
              <a:t>건물명</a:t>
            </a:r>
          </a:p>
        </p:txBody>
      </p:sp>
      <p:sp>
        <p:nvSpPr>
          <p:cNvPr id="60" name="텍스트 개체 틀 39">
            <a:extLst>
              <a:ext uri="{FF2B5EF4-FFF2-40B4-BE49-F238E27FC236}">
                <a16:creationId xmlns:a16="http://schemas.microsoft.com/office/drawing/2014/main" id="{5B8D82E3-8566-DAC1-EB37-8FC665121516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677444" y="5732988"/>
            <a:ext cx="402387" cy="16000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marL="0" indent="0">
              <a:buNone/>
              <a:defRPr lang="ko-KR" altLang="en-US" sz="889" b="1" kern="0" smtClean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Bold" panose="00000800000000000000" pitchFamily="50" charset="-127"/>
                <a:ea typeface="KoPub돋움체_Pro Bold" panose="00000800000000000000" pitchFamily="50" charset="-127"/>
              </a:defRPr>
            </a:lvl1pPr>
            <a:lvl2pPr>
              <a:defRPr lang="ko-KR" altLang="en-US" sz="1600" smtClean="0"/>
            </a:lvl2pPr>
            <a:lvl3pPr>
              <a:defRPr lang="ko-KR" altLang="en-US" sz="1600" smtClean="0"/>
            </a:lvl3pPr>
            <a:lvl4pPr>
              <a:defRPr lang="ko-KR" altLang="en-US" sz="1600" smtClean="0"/>
            </a:lvl4pPr>
            <a:lvl5pPr>
              <a:defRPr lang="ko-KR" altLang="en-US" sz="1600"/>
            </a:lvl5pPr>
          </a:lstStyle>
          <a:p>
            <a:pPr marL="0" lvl="0" defTabSz="812810">
              <a:spcAft>
                <a:spcPts val="117"/>
              </a:spcAft>
              <a:buClr>
                <a:srgbClr val="000032"/>
              </a:buClr>
            </a:pPr>
            <a:r>
              <a:rPr lang="ko-KR" altLang="en-US"/>
              <a:t>건물명</a:t>
            </a:r>
          </a:p>
        </p:txBody>
      </p:sp>
      <p:sp>
        <p:nvSpPr>
          <p:cNvPr id="90" name="텍스트 개체 틀 20">
            <a:extLst>
              <a:ext uri="{FF2B5EF4-FFF2-40B4-BE49-F238E27FC236}">
                <a16:creationId xmlns:a16="http://schemas.microsoft.com/office/drawing/2014/main" id="{89E1E781-979B-62F6-F8D2-C5DD8253A78B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1086944" y="3852460"/>
            <a:ext cx="402387" cy="160000"/>
          </a:xfrm>
          <a:prstGeom prst="rect">
            <a:avLst/>
          </a:prstGeom>
        </p:spPr>
        <p:txBody>
          <a:bodyPr wrap="none" lIns="0" tIns="0" rIns="0" bIns="0" anchor="ctr"/>
          <a:lstStyle>
            <a:lvl1pPr marL="0" indent="0" algn="r">
              <a:lnSpc>
                <a:spcPct val="100000"/>
              </a:lnSpc>
              <a:spcBef>
                <a:spcPts val="0"/>
              </a:spcBef>
              <a:buFontTx/>
              <a:buNone/>
              <a:defRPr sz="711" b="1">
                <a:solidFill>
                  <a:srgbClr val="7F7F7F"/>
                </a:solidFill>
                <a:latin typeface="KoPub돋움체_Pro Bold" panose="00000800000000000000" pitchFamily="50" charset="-127"/>
                <a:ea typeface="KoPub돋움체_Pro Bold" panose="00000800000000000000" pitchFamily="50" charset="-127"/>
              </a:defRPr>
            </a:lvl1pPr>
            <a:lvl2pPr marL="457188" indent="0">
              <a:buFontTx/>
              <a:buNone/>
              <a:defRPr sz="978" b="1"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2pPr>
            <a:lvl3pPr marL="914376" indent="0">
              <a:buFontTx/>
              <a:buNone/>
              <a:defRPr sz="978" b="1"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3pPr>
            <a:lvl4pPr marL="1371564" indent="0">
              <a:buFontTx/>
              <a:buNone/>
              <a:defRPr sz="978" b="1"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4pPr>
            <a:lvl5pPr marL="1828752" indent="0">
              <a:buFontTx/>
              <a:buNone/>
              <a:defRPr sz="978" b="1"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5pPr>
          </a:lstStyle>
          <a:p>
            <a:pPr lvl="0"/>
            <a:r>
              <a:rPr lang="ko-KR" altLang="en-US"/>
              <a:t>실적규모</a:t>
            </a:r>
          </a:p>
        </p:txBody>
      </p:sp>
      <p:sp>
        <p:nvSpPr>
          <p:cNvPr id="91" name="텍스트 개체 틀 20">
            <a:extLst>
              <a:ext uri="{FF2B5EF4-FFF2-40B4-BE49-F238E27FC236}">
                <a16:creationId xmlns:a16="http://schemas.microsoft.com/office/drawing/2014/main" id="{395AC70A-65CD-26B6-89E2-4710D71C5976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842963" y="3852460"/>
            <a:ext cx="402387" cy="160000"/>
          </a:xfrm>
          <a:prstGeom prst="rect">
            <a:avLst/>
          </a:prstGeom>
        </p:spPr>
        <p:txBody>
          <a:bodyPr wrap="none" lIns="0" tIns="0" rIns="0" bIns="0" anchor="ctr"/>
          <a:lstStyle>
            <a:lvl1pPr marL="0" indent="0" algn="r">
              <a:lnSpc>
                <a:spcPct val="100000"/>
              </a:lnSpc>
              <a:spcBef>
                <a:spcPts val="0"/>
              </a:spcBef>
              <a:buFontTx/>
              <a:buNone/>
              <a:defRPr sz="711" b="1">
                <a:solidFill>
                  <a:srgbClr val="7F7F7F"/>
                </a:solidFill>
                <a:latin typeface="KoPub돋움체_Pro Bold" panose="00000800000000000000" pitchFamily="50" charset="-127"/>
                <a:ea typeface="KoPub돋움체_Pro Bold" panose="00000800000000000000" pitchFamily="50" charset="-127"/>
              </a:defRPr>
            </a:lvl1pPr>
            <a:lvl2pPr marL="457188" indent="0">
              <a:buFontTx/>
              <a:buNone/>
              <a:defRPr sz="978" b="1"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2pPr>
            <a:lvl3pPr marL="914376" indent="0">
              <a:buFontTx/>
              <a:buNone/>
              <a:defRPr sz="978" b="1"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3pPr>
            <a:lvl4pPr marL="1371564" indent="0">
              <a:buFontTx/>
              <a:buNone/>
              <a:defRPr sz="978" b="1"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4pPr>
            <a:lvl5pPr marL="1828752" indent="0">
              <a:buFontTx/>
              <a:buNone/>
              <a:defRPr sz="978" b="1"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5pPr>
          </a:lstStyle>
          <a:p>
            <a:pPr lvl="0"/>
            <a:r>
              <a:rPr lang="ko-KR" altLang="en-US"/>
              <a:t>실적규모</a:t>
            </a:r>
          </a:p>
        </p:txBody>
      </p:sp>
      <p:sp>
        <p:nvSpPr>
          <p:cNvPr id="92" name="텍스트 개체 틀 20">
            <a:extLst>
              <a:ext uri="{FF2B5EF4-FFF2-40B4-BE49-F238E27FC236}">
                <a16:creationId xmlns:a16="http://schemas.microsoft.com/office/drawing/2014/main" id="{A12CA3CC-C436-9270-A68C-BC8BF2F54434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6598983" y="3852460"/>
            <a:ext cx="402387" cy="160000"/>
          </a:xfrm>
          <a:prstGeom prst="rect">
            <a:avLst/>
          </a:prstGeom>
        </p:spPr>
        <p:txBody>
          <a:bodyPr wrap="none" lIns="0" tIns="0" rIns="0" bIns="0" anchor="ctr"/>
          <a:lstStyle>
            <a:lvl1pPr marL="0" indent="0" algn="r">
              <a:lnSpc>
                <a:spcPct val="100000"/>
              </a:lnSpc>
              <a:spcBef>
                <a:spcPts val="0"/>
              </a:spcBef>
              <a:buFontTx/>
              <a:buNone/>
              <a:defRPr sz="711" b="1">
                <a:solidFill>
                  <a:srgbClr val="7F7F7F"/>
                </a:solidFill>
                <a:latin typeface="KoPub돋움체_Pro Bold" panose="00000800000000000000" pitchFamily="50" charset="-127"/>
                <a:ea typeface="KoPub돋움체_Pro Bold" panose="00000800000000000000" pitchFamily="50" charset="-127"/>
              </a:defRPr>
            </a:lvl1pPr>
            <a:lvl2pPr marL="457188" indent="0">
              <a:buFontTx/>
              <a:buNone/>
              <a:defRPr sz="978" b="1"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2pPr>
            <a:lvl3pPr marL="914376" indent="0">
              <a:buFontTx/>
              <a:buNone/>
              <a:defRPr sz="978" b="1"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3pPr>
            <a:lvl4pPr marL="1371564" indent="0">
              <a:buFontTx/>
              <a:buNone/>
              <a:defRPr sz="978" b="1"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4pPr>
            <a:lvl5pPr marL="1828752" indent="0">
              <a:buFontTx/>
              <a:buNone/>
              <a:defRPr sz="978" b="1"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5pPr>
          </a:lstStyle>
          <a:p>
            <a:pPr lvl="0"/>
            <a:r>
              <a:rPr lang="ko-KR" altLang="en-US"/>
              <a:t>실적규모</a:t>
            </a:r>
          </a:p>
        </p:txBody>
      </p:sp>
      <p:sp>
        <p:nvSpPr>
          <p:cNvPr id="93" name="텍스트 개체 틀 20">
            <a:extLst>
              <a:ext uri="{FF2B5EF4-FFF2-40B4-BE49-F238E27FC236}">
                <a16:creationId xmlns:a16="http://schemas.microsoft.com/office/drawing/2014/main" id="{A44C9BB2-4D1D-D386-C326-ED0632F380F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4355002" y="3852460"/>
            <a:ext cx="402387" cy="160000"/>
          </a:xfrm>
          <a:prstGeom prst="rect">
            <a:avLst/>
          </a:prstGeom>
        </p:spPr>
        <p:txBody>
          <a:bodyPr wrap="none" lIns="0" tIns="0" rIns="0" bIns="0" anchor="ctr"/>
          <a:lstStyle>
            <a:lvl1pPr marL="0" indent="0" algn="r">
              <a:lnSpc>
                <a:spcPct val="100000"/>
              </a:lnSpc>
              <a:spcBef>
                <a:spcPts val="0"/>
              </a:spcBef>
              <a:buFontTx/>
              <a:buNone/>
              <a:defRPr sz="711" b="1">
                <a:solidFill>
                  <a:srgbClr val="7F7F7F"/>
                </a:solidFill>
                <a:latin typeface="KoPub돋움체_Pro Bold" panose="00000800000000000000" pitchFamily="50" charset="-127"/>
                <a:ea typeface="KoPub돋움체_Pro Bold" panose="00000800000000000000" pitchFamily="50" charset="-127"/>
              </a:defRPr>
            </a:lvl1pPr>
            <a:lvl2pPr marL="457188" indent="0">
              <a:buFontTx/>
              <a:buNone/>
              <a:defRPr sz="978" b="1"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2pPr>
            <a:lvl3pPr marL="914376" indent="0">
              <a:buFontTx/>
              <a:buNone/>
              <a:defRPr sz="978" b="1"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3pPr>
            <a:lvl4pPr marL="1371564" indent="0">
              <a:buFontTx/>
              <a:buNone/>
              <a:defRPr sz="978" b="1"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4pPr>
            <a:lvl5pPr marL="1828752" indent="0">
              <a:buFontTx/>
              <a:buNone/>
              <a:defRPr sz="978" b="1"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5pPr>
          </a:lstStyle>
          <a:p>
            <a:pPr lvl="0"/>
            <a:r>
              <a:rPr lang="ko-KR" altLang="en-US"/>
              <a:t>실적규모</a:t>
            </a:r>
          </a:p>
        </p:txBody>
      </p:sp>
      <p:sp>
        <p:nvSpPr>
          <p:cNvPr id="94" name="텍스트 개체 틀 20">
            <a:extLst>
              <a:ext uri="{FF2B5EF4-FFF2-40B4-BE49-F238E27FC236}">
                <a16:creationId xmlns:a16="http://schemas.microsoft.com/office/drawing/2014/main" id="{24E1F7AA-A689-8D12-3D53-D488B9D79825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2111022" y="3852460"/>
            <a:ext cx="402387" cy="160000"/>
          </a:xfrm>
          <a:prstGeom prst="rect">
            <a:avLst/>
          </a:prstGeom>
        </p:spPr>
        <p:txBody>
          <a:bodyPr wrap="none" lIns="0" tIns="0" rIns="0" bIns="0" anchor="ctr"/>
          <a:lstStyle>
            <a:lvl1pPr marL="0" indent="0" algn="r">
              <a:lnSpc>
                <a:spcPct val="100000"/>
              </a:lnSpc>
              <a:spcBef>
                <a:spcPts val="0"/>
              </a:spcBef>
              <a:buFontTx/>
              <a:buNone/>
              <a:defRPr sz="711" b="1">
                <a:solidFill>
                  <a:srgbClr val="7F7F7F"/>
                </a:solidFill>
                <a:latin typeface="KoPub돋움체_Pro Bold" panose="00000800000000000000" pitchFamily="50" charset="-127"/>
                <a:ea typeface="KoPub돋움체_Pro Bold" panose="00000800000000000000" pitchFamily="50" charset="-127"/>
              </a:defRPr>
            </a:lvl1pPr>
            <a:lvl2pPr marL="457188" indent="0">
              <a:buFontTx/>
              <a:buNone/>
              <a:defRPr sz="978" b="1"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2pPr>
            <a:lvl3pPr marL="914376" indent="0">
              <a:buFontTx/>
              <a:buNone/>
              <a:defRPr sz="978" b="1"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3pPr>
            <a:lvl4pPr marL="1371564" indent="0">
              <a:buFontTx/>
              <a:buNone/>
              <a:defRPr sz="978" b="1"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4pPr>
            <a:lvl5pPr marL="1828752" indent="0">
              <a:buFontTx/>
              <a:buNone/>
              <a:defRPr sz="978" b="1"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5pPr>
          </a:lstStyle>
          <a:p>
            <a:pPr lvl="0"/>
            <a:r>
              <a:rPr lang="ko-KR" altLang="en-US"/>
              <a:t>실적규모</a:t>
            </a:r>
          </a:p>
        </p:txBody>
      </p:sp>
      <p:sp>
        <p:nvSpPr>
          <p:cNvPr id="95" name="텍스트 개체 틀 20">
            <a:extLst>
              <a:ext uri="{FF2B5EF4-FFF2-40B4-BE49-F238E27FC236}">
                <a16:creationId xmlns:a16="http://schemas.microsoft.com/office/drawing/2014/main" id="{B74DCA30-C5B4-7B68-2B39-9B9584C547F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11086944" y="5934037"/>
            <a:ext cx="402387" cy="160000"/>
          </a:xfrm>
          <a:prstGeom prst="rect">
            <a:avLst/>
          </a:prstGeom>
        </p:spPr>
        <p:txBody>
          <a:bodyPr wrap="none" lIns="0" tIns="0" rIns="0" bIns="0" anchor="ctr"/>
          <a:lstStyle>
            <a:lvl1pPr marL="0" indent="0" algn="r">
              <a:lnSpc>
                <a:spcPct val="100000"/>
              </a:lnSpc>
              <a:spcBef>
                <a:spcPts val="0"/>
              </a:spcBef>
              <a:buFontTx/>
              <a:buNone/>
              <a:defRPr sz="711" b="1">
                <a:solidFill>
                  <a:srgbClr val="7F7F7F"/>
                </a:solidFill>
                <a:latin typeface="KoPub돋움체_Pro Bold" panose="00000800000000000000" pitchFamily="50" charset="-127"/>
                <a:ea typeface="KoPub돋움체_Pro Bold" panose="00000800000000000000" pitchFamily="50" charset="-127"/>
              </a:defRPr>
            </a:lvl1pPr>
            <a:lvl2pPr marL="457188" indent="0">
              <a:buFontTx/>
              <a:buNone/>
              <a:defRPr sz="978" b="1"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2pPr>
            <a:lvl3pPr marL="914376" indent="0">
              <a:buFontTx/>
              <a:buNone/>
              <a:defRPr sz="978" b="1"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3pPr>
            <a:lvl4pPr marL="1371564" indent="0">
              <a:buFontTx/>
              <a:buNone/>
              <a:defRPr sz="978" b="1"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4pPr>
            <a:lvl5pPr marL="1828752" indent="0">
              <a:buFontTx/>
              <a:buNone/>
              <a:defRPr sz="978" b="1"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5pPr>
          </a:lstStyle>
          <a:p>
            <a:pPr lvl="0"/>
            <a:r>
              <a:rPr lang="ko-KR" altLang="en-US"/>
              <a:t>실적규모</a:t>
            </a:r>
          </a:p>
        </p:txBody>
      </p:sp>
      <p:sp>
        <p:nvSpPr>
          <p:cNvPr id="96" name="텍스트 개체 틀 20">
            <a:extLst>
              <a:ext uri="{FF2B5EF4-FFF2-40B4-BE49-F238E27FC236}">
                <a16:creationId xmlns:a16="http://schemas.microsoft.com/office/drawing/2014/main" id="{BEABDF4F-5269-96DD-2718-3EE465B190DC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8842963" y="5934037"/>
            <a:ext cx="402387" cy="160000"/>
          </a:xfrm>
          <a:prstGeom prst="rect">
            <a:avLst/>
          </a:prstGeom>
        </p:spPr>
        <p:txBody>
          <a:bodyPr wrap="none" lIns="0" tIns="0" rIns="0" bIns="0" anchor="ctr"/>
          <a:lstStyle>
            <a:lvl1pPr marL="0" indent="0" algn="r">
              <a:lnSpc>
                <a:spcPct val="100000"/>
              </a:lnSpc>
              <a:spcBef>
                <a:spcPts val="0"/>
              </a:spcBef>
              <a:buFontTx/>
              <a:buNone/>
              <a:defRPr sz="711" b="1">
                <a:solidFill>
                  <a:srgbClr val="7F7F7F"/>
                </a:solidFill>
                <a:latin typeface="KoPub돋움체_Pro Bold" panose="00000800000000000000" pitchFamily="50" charset="-127"/>
                <a:ea typeface="KoPub돋움체_Pro Bold" panose="00000800000000000000" pitchFamily="50" charset="-127"/>
              </a:defRPr>
            </a:lvl1pPr>
            <a:lvl2pPr marL="457188" indent="0">
              <a:buFontTx/>
              <a:buNone/>
              <a:defRPr sz="978" b="1"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2pPr>
            <a:lvl3pPr marL="914376" indent="0">
              <a:buFontTx/>
              <a:buNone/>
              <a:defRPr sz="978" b="1"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3pPr>
            <a:lvl4pPr marL="1371564" indent="0">
              <a:buFontTx/>
              <a:buNone/>
              <a:defRPr sz="978" b="1"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4pPr>
            <a:lvl5pPr marL="1828752" indent="0">
              <a:buFontTx/>
              <a:buNone/>
              <a:defRPr sz="978" b="1"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5pPr>
          </a:lstStyle>
          <a:p>
            <a:pPr lvl="0"/>
            <a:r>
              <a:rPr lang="ko-KR" altLang="en-US"/>
              <a:t>실적규모</a:t>
            </a:r>
          </a:p>
        </p:txBody>
      </p:sp>
      <p:sp>
        <p:nvSpPr>
          <p:cNvPr id="97" name="텍스트 개체 틀 20">
            <a:extLst>
              <a:ext uri="{FF2B5EF4-FFF2-40B4-BE49-F238E27FC236}">
                <a16:creationId xmlns:a16="http://schemas.microsoft.com/office/drawing/2014/main" id="{64A5E660-2D4C-BF37-C01B-00ABAB46FFE8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6598983" y="5934037"/>
            <a:ext cx="402387" cy="160000"/>
          </a:xfrm>
          <a:prstGeom prst="rect">
            <a:avLst/>
          </a:prstGeom>
        </p:spPr>
        <p:txBody>
          <a:bodyPr wrap="none" lIns="0" tIns="0" rIns="0" bIns="0" anchor="ctr"/>
          <a:lstStyle>
            <a:lvl1pPr marL="0" indent="0" algn="r">
              <a:lnSpc>
                <a:spcPct val="100000"/>
              </a:lnSpc>
              <a:spcBef>
                <a:spcPts val="0"/>
              </a:spcBef>
              <a:buFontTx/>
              <a:buNone/>
              <a:defRPr sz="711" b="1">
                <a:solidFill>
                  <a:srgbClr val="7F7F7F"/>
                </a:solidFill>
                <a:latin typeface="KoPub돋움체_Pro Bold" panose="00000800000000000000" pitchFamily="50" charset="-127"/>
                <a:ea typeface="KoPub돋움체_Pro Bold" panose="00000800000000000000" pitchFamily="50" charset="-127"/>
              </a:defRPr>
            </a:lvl1pPr>
            <a:lvl2pPr marL="457188" indent="0">
              <a:buFontTx/>
              <a:buNone/>
              <a:defRPr sz="978" b="1"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2pPr>
            <a:lvl3pPr marL="914376" indent="0">
              <a:buFontTx/>
              <a:buNone/>
              <a:defRPr sz="978" b="1"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3pPr>
            <a:lvl4pPr marL="1371564" indent="0">
              <a:buFontTx/>
              <a:buNone/>
              <a:defRPr sz="978" b="1"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4pPr>
            <a:lvl5pPr marL="1828752" indent="0">
              <a:buFontTx/>
              <a:buNone/>
              <a:defRPr sz="978" b="1"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5pPr>
          </a:lstStyle>
          <a:p>
            <a:pPr lvl="0"/>
            <a:r>
              <a:rPr lang="ko-KR" altLang="en-US"/>
              <a:t>실적규모</a:t>
            </a:r>
          </a:p>
        </p:txBody>
      </p:sp>
      <p:sp>
        <p:nvSpPr>
          <p:cNvPr id="98" name="텍스트 개체 틀 20">
            <a:extLst>
              <a:ext uri="{FF2B5EF4-FFF2-40B4-BE49-F238E27FC236}">
                <a16:creationId xmlns:a16="http://schemas.microsoft.com/office/drawing/2014/main" id="{62C4EF15-DF85-CE34-A7AB-52F170D7FB84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4355002" y="5934037"/>
            <a:ext cx="402387" cy="160000"/>
          </a:xfrm>
          <a:prstGeom prst="rect">
            <a:avLst/>
          </a:prstGeom>
        </p:spPr>
        <p:txBody>
          <a:bodyPr wrap="none" lIns="0" tIns="0" rIns="0" bIns="0" anchor="ctr"/>
          <a:lstStyle>
            <a:lvl1pPr marL="0" indent="0" algn="r">
              <a:lnSpc>
                <a:spcPct val="100000"/>
              </a:lnSpc>
              <a:spcBef>
                <a:spcPts val="0"/>
              </a:spcBef>
              <a:buFontTx/>
              <a:buNone/>
              <a:defRPr sz="711" b="1">
                <a:solidFill>
                  <a:srgbClr val="7F7F7F"/>
                </a:solidFill>
                <a:latin typeface="KoPub돋움체_Pro Bold" panose="00000800000000000000" pitchFamily="50" charset="-127"/>
                <a:ea typeface="KoPub돋움체_Pro Bold" panose="00000800000000000000" pitchFamily="50" charset="-127"/>
              </a:defRPr>
            </a:lvl1pPr>
            <a:lvl2pPr marL="457188" indent="0">
              <a:buFontTx/>
              <a:buNone/>
              <a:defRPr sz="978" b="1"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2pPr>
            <a:lvl3pPr marL="914376" indent="0">
              <a:buFontTx/>
              <a:buNone/>
              <a:defRPr sz="978" b="1"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3pPr>
            <a:lvl4pPr marL="1371564" indent="0">
              <a:buFontTx/>
              <a:buNone/>
              <a:defRPr sz="978" b="1"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4pPr>
            <a:lvl5pPr marL="1828752" indent="0">
              <a:buFontTx/>
              <a:buNone/>
              <a:defRPr sz="978" b="1"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5pPr>
          </a:lstStyle>
          <a:p>
            <a:pPr lvl="0"/>
            <a:r>
              <a:rPr lang="ko-KR" altLang="en-US"/>
              <a:t>실적규모</a:t>
            </a:r>
          </a:p>
        </p:txBody>
      </p:sp>
      <p:sp>
        <p:nvSpPr>
          <p:cNvPr id="99" name="텍스트 개체 틀 20">
            <a:extLst>
              <a:ext uri="{FF2B5EF4-FFF2-40B4-BE49-F238E27FC236}">
                <a16:creationId xmlns:a16="http://schemas.microsoft.com/office/drawing/2014/main" id="{CA71DFF6-5E4B-CB35-4C05-7CCF5975670E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2111022" y="5934037"/>
            <a:ext cx="402387" cy="160000"/>
          </a:xfrm>
          <a:prstGeom prst="rect">
            <a:avLst/>
          </a:prstGeom>
        </p:spPr>
        <p:txBody>
          <a:bodyPr wrap="none" lIns="0" tIns="0" rIns="0" bIns="0" anchor="ctr"/>
          <a:lstStyle>
            <a:lvl1pPr marL="0" indent="0" algn="r">
              <a:lnSpc>
                <a:spcPct val="100000"/>
              </a:lnSpc>
              <a:spcBef>
                <a:spcPts val="0"/>
              </a:spcBef>
              <a:buFontTx/>
              <a:buNone/>
              <a:defRPr sz="711" b="1">
                <a:solidFill>
                  <a:srgbClr val="7F7F7F"/>
                </a:solidFill>
                <a:latin typeface="KoPub돋움체_Pro Bold" panose="00000800000000000000" pitchFamily="50" charset="-127"/>
                <a:ea typeface="KoPub돋움체_Pro Bold" panose="00000800000000000000" pitchFamily="50" charset="-127"/>
              </a:defRPr>
            </a:lvl1pPr>
            <a:lvl2pPr marL="457188" indent="0">
              <a:buFontTx/>
              <a:buNone/>
              <a:defRPr sz="978" b="1"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2pPr>
            <a:lvl3pPr marL="914376" indent="0">
              <a:buFontTx/>
              <a:buNone/>
              <a:defRPr sz="978" b="1"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3pPr>
            <a:lvl4pPr marL="1371564" indent="0">
              <a:buFontTx/>
              <a:buNone/>
              <a:defRPr sz="978" b="1"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4pPr>
            <a:lvl5pPr marL="1828752" indent="0">
              <a:buFontTx/>
              <a:buNone/>
              <a:defRPr sz="978" b="1"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5pPr>
          </a:lstStyle>
          <a:p>
            <a:pPr lvl="0"/>
            <a:r>
              <a:rPr lang="ko-KR" altLang="en-US"/>
              <a:t>실적규모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69EEB1E-14BF-E084-91DC-87FA89C340B6}"/>
              </a:ext>
            </a:extLst>
          </p:cNvPr>
          <p:cNvSpPr txBox="1"/>
          <p:nvPr userDrawn="1"/>
        </p:nvSpPr>
        <p:spPr>
          <a:xfrm>
            <a:off x="702669" y="399513"/>
            <a:ext cx="1111485" cy="168319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ko-KR"/>
            </a:defPPr>
            <a:lvl1pPr lvl="0" defTabSz="906851">
              <a:spcBef>
                <a:spcPts val="400"/>
              </a:spcBef>
              <a:spcAft>
                <a:spcPts val="198"/>
              </a:spcAft>
              <a:defRPr sz="1600" spc="-5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_Pro Light" panose="00000300000000000000" pitchFamily="50" charset="-127"/>
                <a:ea typeface="KoPub돋움체_Pro Light" panose="00000300000000000000" pitchFamily="50" charset="-127"/>
              </a:defRPr>
            </a:lvl1pPr>
          </a:lstStyle>
          <a:p>
            <a:pPr lvl="0"/>
            <a:r>
              <a:rPr lang="en-US" altLang="ko-KR" sz="1422"/>
              <a:t>Ⅰ. </a:t>
            </a:r>
            <a:r>
              <a:rPr lang="ko-KR" altLang="en-US" sz="1422"/>
              <a:t>회사소개</a:t>
            </a:r>
          </a:p>
        </p:txBody>
      </p:sp>
      <p:sp>
        <p:nvSpPr>
          <p:cNvPr id="5" name="텍스트 개체 틀 12">
            <a:extLst>
              <a:ext uri="{FF2B5EF4-FFF2-40B4-BE49-F238E27FC236}">
                <a16:creationId xmlns:a16="http://schemas.microsoft.com/office/drawing/2014/main" id="{83AA0DFA-D2AB-1289-5281-435E6CED48E8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887763" y="612389"/>
            <a:ext cx="3219095" cy="320000"/>
          </a:xfrm>
          <a:prstGeom prst="rect">
            <a:avLst/>
          </a:prstGeom>
        </p:spPr>
        <p:txBody>
          <a:bodyPr wrap="none"/>
          <a:lstStyle>
            <a:lvl1pPr marL="0" indent="0" defTabSz="806100">
              <a:spcBef>
                <a:spcPts val="356"/>
              </a:spcBef>
              <a:spcAft>
                <a:spcPts val="176"/>
              </a:spcAft>
              <a:buNone/>
              <a:defRPr sz="1778">
                <a:solidFill>
                  <a:srgbClr val="237EB7"/>
                </a:solidFill>
                <a:latin typeface="KoPub돋움체_Pro Bold" panose="00000800000000000000" pitchFamily="50" charset="-127"/>
                <a:ea typeface="KoPub돋움체_Pro Bold" panose="00000800000000000000" pitchFamily="50" charset="-127"/>
              </a:defRPr>
            </a:lvl1pPr>
            <a:lvl2pPr marL="457188" indent="0">
              <a:buNone/>
              <a:defRPr/>
            </a:lvl2pPr>
            <a:lvl3pPr marL="914376" indent="0">
              <a:buNone/>
              <a:defRPr/>
            </a:lvl3pPr>
            <a:lvl4pPr marL="1371564" indent="0">
              <a:buNone/>
              <a:defRPr/>
            </a:lvl4pPr>
            <a:lvl5pPr marL="1828752" indent="0">
              <a:buNone/>
              <a:defRPr/>
            </a:lvl5pPr>
          </a:lstStyle>
          <a:p>
            <a:pPr defTabSz="906851">
              <a:spcBef>
                <a:spcPts val="400"/>
              </a:spcBef>
              <a:spcAft>
                <a:spcPts val="198"/>
              </a:spcAft>
            </a:pPr>
            <a:r>
              <a:rPr lang="en-US" altLang="ko-KR"/>
              <a:t>0. </a:t>
            </a:r>
            <a:r>
              <a:rPr lang="ko-KR" altLang="en-US"/>
              <a:t>제목</a:t>
            </a:r>
          </a:p>
        </p:txBody>
      </p:sp>
      <p:sp>
        <p:nvSpPr>
          <p:cNvPr id="3" name="텍스트 개체 틀 20">
            <a:extLst>
              <a:ext uri="{FF2B5EF4-FFF2-40B4-BE49-F238E27FC236}">
                <a16:creationId xmlns:a16="http://schemas.microsoft.com/office/drawing/2014/main" id="{55212D33-C8B9-CB37-8E05-75BD3D3A8A47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1597682" y="964978"/>
            <a:ext cx="9891650" cy="480000"/>
          </a:xfrm>
          <a:prstGeom prst="rect">
            <a:avLst/>
          </a:prstGeom>
        </p:spPr>
        <p:txBody>
          <a:bodyPr wrap="none" lIns="0" rIns="0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b="1" spc="-98" baseline="0">
                <a:solidFill>
                  <a:srgbClr val="1D1D1D"/>
                </a:solidFill>
                <a:latin typeface="KoPub돋움체_Pro Bold" panose="00000800000000000000" pitchFamily="50" charset="-127"/>
                <a:ea typeface="KoPub돋움체_Pro Bold" panose="00000800000000000000" pitchFamily="50" charset="-127"/>
              </a:defRPr>
            </a:lvl1pPr>
            <a:lvl2pPr marL="457188" indent="0">
              <a:buFontTx/>
              <a:buNone/>
              <a:defRPr sz="978" b="1"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2pPr>
            <a:lvl3pPr marL="914376" indent="0">
              <a:buFontTx/>
              <a:buNone/>
              <a:defRPr sz="978" b="1"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3pPr>
            <a:lvl4pPr marL="1371564" indent="0">
              <a:buFontTx/>
              <a:buNone/>
              <a:defRPr sz="978" b="1"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4pPr>
            <a:lvl5pPr marL="1828752" indent="0">
              <a:buFontTx/>
              <a:buNone/>
              <a:defRPr sz="978" b="1"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9" name="그림 개체 틀 8">
            <a:extLst>
              <a:ext uri="{FF2B5EF4-FFF2-40B4-BE49-F238E27FC236}">
                <a16:creationId xmlns:a16="http://schemas.microsoft.com/office/drawing/2014/main" id="{24F23092-6D9C-18FB-8FC7-9FD60972B7A1}"/>
              </a:ext>
            </a:extLst>
          </p:cNvPr>
          <p:cNvSpPr>
            <a:spLocks noGrp="1"/>
          </p:cNvSpPr>
          <p:nvPr>
            <p:ph type="pic" sz="quarter" idx="57"/>
          </p:nvPr>
        </p:nvSpPr>
        <p:spPr>
          <a:xfrm>
            <a:off x="702668" y="2352518"/>
            <a:ext cx="1810741" cy="112000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algn="ctr">
              <a:defRPr lang="ko-KR" altLang="en-US" sz="889" b="1" kern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Bold" panose="00000800000000000000" pitchFamily="50" charset="-127"/>
                <a:ea typeface="KoPub돋움체_Pro Bold" panose="00000800000000000000" pitchFamily="50" charset="-127"/>
              </a:defRPr>
            </a:lvl1pPr>
          </a:lstStyle>
          <a:p>
            <a:pPr marL="0" lvl="0" indent="0" defTabSz="812810">
              <a:spcAft>
                <a:spcPts val="117"/>
              </a:spcAft>
              <a:buClr>
                <a:srgbClr val="000032"/>
              </a:buClr>
              <a:buNone/>
            </a:pPr>
            <a:endParaRPr lang="ko-KR" altLang="en-US"/>
          </a:p>
        </p:txBody>
      </p:sp>
      <p:sp>
        <p:nvSpPr>
          <p:cNvPr id="12" name="그림 개체 틀 8">
            <a:extLst>
              <a:ext uri="{FF2B5EF4-FFF2-40B4-BE49-F238E27FC236}">
                <a16:creationId xmlns:a16="http://schemas.microsoft.com/office/drawing/2014/main" id="{BCD4BA6A-892E-1989-D3A5-D88461A76B6D}"/>
              </a:ext>
            </a:extLst>
          </p:cNvPr>
          <p:cNvSpPr>
            <a:spLocks noGrp="1"/>
          </p:cNvSpPr>
          <p:nvPr>
            <p:ph type="pic" sz="quarter" idx="58"/>
          </p:nvPr>
        </p:nvSpPr>
        <p:spPr>
          <a:xfrm>
            <a:off x="702668" y="4451271"/>
            <a:ext cx="1810741" cy="112000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algn="ctr">
              <a:defRPr lang="ko-KR" altLang="en-US" sz="889" b="1" kern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Bold" panose="00000800000000000000" pitchFamily="50" charset="-127"/>
                <a:ea typeface="KoPub돋움체_Pro Bold" panose="00000800000000000000" pitchFamily="50" charset="-127"/>
              </a:defRPr>
            </a:lvl1pPr>
          </a:lstStyle>
          <a:p>
            <a:pPr marL="0" lvl="0" indent="0" defTabSz="812810">
              <a:spcAft>
                <a:spcPts val="117"/>
              </a:spcAft>
              <a:buClr>
                <a:srgbClr val="000032"/>
              </a:buClr>
              <a:buNone/>
            </a:pPr>
            <a:endParaRPr lang="ko-KR" altLang="en-US"/>
          </a:p>
        </p:txBody>
      </p:sp>
      <p:sp>
        <p:nvSpPr>
          <p:cNvPr id="13" name="그림 개체 틀 8">
            <a:extLst>
              <a:ext uri="{FF2B5EF4-FFF2-40B4-BE49-F238E27FC236}">
                <a16:creationId xmlns:a16="http://schemas.microsoft.com/office/drawing/2014/main" id="{D45A8713-EA3F-E917-CED1-D967007E8A94}"/>
              </a:ext>
            </a:extLst>
          </p:cNvPr>
          <p:cNvSpPr>
            <a:spLocks noGrp="1"/>
          </p:cNvSpPr>
          <p:nvPr>
            <p:ph type="pic" sz="quarter" idx="59"/>
          </p:nvPr>
        </p:nvSpPr>
        <p:spPr>
          <a:xfrm>
            <a:off x="2946362" y="2352518"/>
            <a:ext cx="1810741" cy="112000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algn="ctr">
              <a:defRPr lang="ko-KR" altLang="en-US" sz="889" b="1" kern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Bold" panose="00000800000000000000" pitchFamily="50" charset="-127"/>
                <a:ea typeface="KoPub돋움체_Pro Bold" panose="00000800000000000000" pitchFamily="50" charset="-127"/>
              </a:defRPr>
            </a:lvl1pPr>
          </a:lstStyle>
          <a:p>
            <a:pPr marL="0" lvl="0" indent="0" defTabSz="812810">
              <a:spcAft>
                <a:spcPts val="117"/>
              </a:spcAft>
              <a:buClr>
                <a:srgbClr val="000032"/>
              </a:buClr>
              <a:buNone/>
            </a:pPr>
            <a:endParaRPr lang="ko-KR" altLang="en-US"/>
          </a:p>
        </p:txBody>
      </p:sp>
      <p:sp>
        <p:nvSpPr>
          <p:cNvPr id="14" name="그림 개체 틀 8">
            <a:extLst>
              <a:ext uri="{FF2B5EF4-FFF2-40B4-BE49-F238E27FC236}">
                <a16:creationId xmlns:a16="http://schemas.microsoft.com/office/drawing/2014/main" id="{A5AB29EC-C471-F93C-DCD6-F222149B6C39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>
          <a:xfrm>
            <a:off x="2946362" y="4451271"/>
            <a:ext cx="1810741" cy="112000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algn="ctr">
              <a:defRPr lang="ko-KR" altLang="en-US" sz="889" b="1" kern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Bold" panose="00000800000000000000" pitchFamily="50" charset="-127"/>
                <a:ea typeface="KoPub돋움체_Pro Bold" panose="00000800000000000000" pitchFamily="50" charset="-127"/>
              </a:defRPr>
            </a:lvl1pPr>
          </a:lstStyle>
          <a:p>
            <a:pPr marL="0" lvl="0" indent="0" defTabSz="812810">
              <a:spcAft>
                <a:spcPts val="117"/>
              </a:spcAft>
              <a:buClr>
                <a:srgbClr val="000032"/>
              </a:buClr>
              <a:buNone/>
            </a:pPr>
            <a:endParaRPr lang="ko-KR" altLang="en-US"/>
          </a:p>
        </p:txBody>
      </p:sp>
      <p:sp>
        <p:nvSpPr>
          <p:cNvPr id="15" name="그림 개체 틀 8">
            <a:extLst>
              <a:ext uri="{FF2B5EF4-FFF2-40B4-BE49-F238E27FC236}">
                <a16:creationId xmlns:a16="http://schemas.microsoft.com/office/drawing/2014/main" id="{F47470B6-D99B-E00B-344B-04BC82BA024F}"/>
              </a:ext>
            </a:extLst>
          </p:cNvPr>
          <p:cNvSpPr>
            <a:spLocks noGrp="1"/>
          </p:cNvSpPr>
          <p:nvPr>
            <p:ph type="pic" sz="quarter" idx="61"/>
          </p:nvPr>
        </p:nvSpPr>
        <p:spPr>
          <a:xfrm>
            <a:off x="5190057" y="2352518"/>
            <a:ext cx="1810741" cy="112000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algn="ctr">
              <a:defRPr lang="ko-KR" altLang="en-US" sz="889" b="1" kern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Bold" panose="00000800000000000000" pitchFamily="50" charset="-127"/>
                <a:ea typeface="KoPub돋움체_Pro Bold" panose="00000800000000000000" pitchFamily="50" charset="-127"/>
              </a:defRPr>
            </a:lvl1pPr>
          </a:lstStyle>
          <a:p>
            <a:pPr marL="0" lvl="0" indent="0" defTabSz="812810">
              <a:spcAft>
                <a:spcPts val="117"/>
              </a:spcAft>
              <a:buClr>
                <a:srgbClr val="000032"/>
              </a:buClr>
              <a:buNone/>
            </a:pPr>
            <a:endParaRPr lang="ko-KR" altLang="en-US"/>
          </a:p>
        </p:txBody>
      </p:sp>
      <p:sp>
        <p:nvSpPr>
          <p:cNvPr id="21" name="그림 개체 틀 8">
            <a:extLst>
              <a:ext uri="{FF2B5EF4-FFF2-40B4-BE49-F238E27FC236}">
                <a16:creationId xmlns:a16="http://schemas.microsoft.com/office/drawing/2014/main" id="{1009E8A8-B080-5F6F-DAA5-21F5F62F2F53}"/>
              </a:ext>
            </a:extLst>
          </p:cNvPr>
          <p:cNvSpPr>
            <a:spLocks noGrp="1"/>
          </p:cNvSpPr>
          <p:nvPr>
            <p:ph type="pic" sz="quarter" idx="62"/>
          </p:nvPr>
        </p:nvSpPr>
        <p:spPr>
          <a:xfrm>
            <a:off x="5190057" y="4451271"/>
            <a:ext cx="1810741" cy="112000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algn="ctr">
              <a:defRPr lang="ko-KR" altLang="en-US" sz="889" b="1" kern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Bold" panose="00000800000000000000" pitchFamily="50" charset="-127"/>
                <a:ea typeface="KoPub돋움체_Pro Bold" panose="00000800000000000000" pitchFamily="50" charset="-127"/>
              </a:defRPr>
            </a:lvl1pPr>
          </a:lstStyle>
          <a:p>
            <a:pPr marL="0" lvl="0" indent="0" defTabSz="812810">
              <a:spcAft>
                <a:spcPts val="117"/>
              </a:spcAft>
              <a:buClr>
                <a:srgbClr val="000032"/>
              </a:buClr>
              <a:buNone/>
            </a:pPr>
            <a:endParaRPr lang="ko-KR" altLang="en-US"/>
          </a:p>
        </p:txBody>
      </p:sp>
      <p:sp>
        <p:nvSpPr>
          <p:cNvPr id="37" name="그림 개체 틀 8">
            <a:extLst>
              <a:ext uri="{FF2B5EF4-FFF2-40B4-BE49-F238E27FC236}">
                <a16:creationId xmlns:a16="http://schemas.microsoft.com/office/drawing/2014/main" id="{1D91061B-5FD0-B5EF-65B4-2F036B7C8035}"/>
              </a:ext>
            </a:extLst>
          </p:cNvPr>
          <p:cNvSpPr>
            <a:spLocks noGrp="1"/>
          </p:cNvSpPr>
          <p:nvPr>
            <p:ph type="pic" sz="quarter" idx="63"/>
          </p:nvPr>
        </p:nvSpPr>
        <p:spPr>
          <a:xfrm>
            <a:off x="7433751" y="2352518"/>
            <a:ext cx="1810741" cy="112000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algn="ctr">
              <a:defRPr lang="ko-KR" altLang="en-US" sz="889" b="1" kern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Bold" panose="00000800000000000000" pitchFamily="50" charset="-127"/>
                <a:ea typeface="KoPub돋움체_Pro Bold" panose="00000800000000000000" pitchFamily="50" charset="-127"/>
              </a:defRPr>
            </a:lvl1pPr>
          </a:lstStyle>
          <a:p>
            <a:pPr marL="0" lvl="0" indent="0" defTabSz="812810">
              <a:spcAft>
                <a:spcPts val="117"/>
              </a:spcAft>
              <a:buClr>
                <a:srgbClr val="000032"/>
              </a:buClr>
              <a:buNone/>
            </a:pPr>
            <a:endParaRPr lang="ko-KR" altLang="en-US"/>
          </a:p>
        </p:txBody>
      </p:sp>
      <p:sp>
        <p:nvSpPr>
          <p:cNvPr id="38" name="그림 개체 틀 8">
            <a:extLst>
              <a:ext uri="{FF2B5EF4-FFF2-40B4-BE49-F238E27FC236}">
                <a16:creationId xmlns:a16="http://schemas.microsoft.com/office/drawing/2014/main" id="{88EABB70-4625-F4B8-28AE-27B9A56849C2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7433751" y="4451271"/>
            <a:ext cx="1810741" cy="112000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algn="ctr">
              <a:defRPr lang="ko-KR" altLang="en-US" sz="889" b="1" kern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Bold" panose="00000800000000000000" pitchFamily="50" charset="-127"/>
                <a:ea typeface="KoPub돋움체_Pro Bold" panose="00000800000000000000" pitchFamily="50" charset="-127"/>
              </a:defRPr>
            </a:lvl1pPr>
          </a:lstStyle>
          <a:p>
            <a:pPr marL="0" lvl="0" indent="0" defTabSz="812810">
              <a:spcAft>
                <a:spcPts val="117"/>
              </a:spcAft>
              <a:buClr>
                <a:srgbClr val="000032"/>
              </a:buClr>
              <a:buNone/>
            </a:pPr>
            <a:endParaRPr lang="ko-KR" altLang="en-US"/>
          </a:p>
        </p:txBody>
      </p:sp>
      <p:sp>
        <p:nvSpPr>
          <p:cNvPr id="39" name="그림 개체 틀 8">
            <a:extLst>
              <a:ext uri="{FF2B5EF4-FFF2-40B4-BE49-F238E27FC236}">
                <a16:creationId xmlns:a16="http://schemas.microsoft.com/office/drawing/2014/main" id="{025443CA-C925-9928-AE4E-C943440EE1C2}"/>
              </a:ext>
            </a:extLst>
          </p:cNvPr>
          <p:cNvSpPr>
            <a:spLocks noGrp="1"/>
          </p:cNvSpPr>
          <p:nvPr>
            <p:ph type="pic" sz="quarter" idx="65"/>
          </p:nvPr>
        </p:nvSpPr>
        <p:spPr>
          <a:xfrm>
            <a:off x="9677444" y="2352518"/>
            <a:ext cx="1810741" cy="112000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algn="ctr">
              <a:defRPr lang="ko-KR" altLang="en-US" sz="889" b="1" kern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Bold" panose="00000800000000000000" pitchFamily="50" charset="-127"/>
                <a:ea typeface="KoPub돋움체_Pro Bold" panose="00000800000000000000" pitchFamily="50" charset="-127"/>
              </a:defRPr>
            </a:lvl1pPr>
          </a:lstStyle>
          <a:p>
            <a:pPr marL="0" lvl="0" indent="0" defTabSz="812810">
              <a:spcAft>
                <a:spcPts val="117"/>
              </a:spcAft>
              <a:buClr>
                <a:srgbClr val="000032"/>
              </a:buClr>
              <a:buNone/>
            </a:pPr>
            <a:endParaRPr lang="ko-KR" altLang="en-US"/>
          </a:p>
        </p:txBody>
      </p:sp>
      <p:sp>
        <p:nvSpPr>
          <p:cNvPr id="41" name="그림 개체 틀 8">
            <a:extLst>
              <a:ext uri="{FF2B5EF4-FFF2-40B4-BE49-F238E27FC236}">
                <a16:creationId xmlns:a16="http://schemas.microsoft.com/office/drawing/2014/main" id="{4A5B9C0D-D809-836A-CD73-5581C878D44A}"/>
              </a:ext>
            </a:extLst>
          </p:cNvPr>
          <p:cNvSpPr>
            <a:spLocks noGrp="1"/>
          </p:cNvSpPr>
          <p:nvPr>
            <p:ph type="pic" sz="quarter" idx="66"/>
          </p:nvPr>
        </p:nvSpPr>
        <p:spPr>
          <a:xfrm>
            <a:off x="9677444" y="4451271"/>
            <a:ext cx="1810741" cy="112000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algn="ctr">
              <a:defRPr lang="ko-KR" altLang="en-US" sz="889" b="1" kern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Bold" panose="00000800000000000000" pitchFamily="50" charset="-127"/>
                <a:ea typeface="KoPub돋움체_Pro Bold" panose="00000800000000000000" pitchFamily="50" charset="-127"/>
              </a:defRPr>
            </a:lvl1pPr>
          </a:lstStyle>
          <a:p>
            <a:pPr marL="0" lvl="0" indent="0" defTabSz="812810">
              <a:spcAft>
                <a:spcPts val="117"/>
              </a:spcAft>
              <a:buClr>
                <a:srgbClr val="000032"/>
              </a:buClr>
              <a:buNone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005325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1DD477D-BAC9-4B5E-55A3-E6779770B91E}"/>
              </a:ext>
            </a:extLst>
          </p:cNvPr>
          <p:cNvSpPr txBox="1"/>
          <p:nvPr userDrawn="1"/>
        </p:nvSpPr>
        <p:spPr>
          <a:xfrm>
            <a:off x="702669" y="399513"/>
            <a:ext cx="1111485" cy="168319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ko-KR"/>
            </a:defPPr>
            <a:lvl1pPr lvl="0" defTabSz="906851">
              <a:spcBef>
                <a:spcPts val="400"/>
              </a:spcBef>
              <a:spcAft>
                <a:spcPts val="198"/>
              </a:spcAft>
              <a:defRPr sz="1600" spc="-5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_Pro Light" panose="00000300000000000000" pitchFamily="50" charset="-127"/>
                <a:ea typeface="KoPub돋움체_Pro Light" panose="00000300000000000000" pitchFamily="50" charset="-127"/>
              </a:defRPr>
            </a:lvl1pPr>
          </a:lstStyle>
          <a:p>
            <a:pPr lvl="0"/>
            <a:r>
              <a:rPr lang="en-US" altLang="ko-KR" sz="1422"/>
              <a:t>Ⅱ. </a:t>
            </a:r>
            <a:r>
              <a:rPr lang="ko-KR" altLang="en-US" sz="1422"/>
              <a:t>안전 및 비상대응</a:t>
            </a:r>
          </a:p>
        </p:txBody>
      </p:sp>
      <p:sp>
        <p:nvSpPr>
          <p:cNvPr id="8" name="텍스트 개체 틀 12">
            <a:extLst>
              <a:ext uri="{FF2B5EF4-FFF2-40B4-BE49-F238E27FC236}">
                <a16:creationId xmlns:a16="http://schemas.microsoft.com/office/drawing/2014/main" id="{63FE54D3-7C1B-0E7A-40A6-6961C2D173B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87763" y="612389"/>
            <a:ext cx="3219095" cy="320000"/>
          </a:xfrm>
          <a:prstGeom prst="rect">
            <a:avLst/>
          </a:prstGeom>
        </p:spPr>
        <p:txBody>
          <a:bodyPr wrap="none"/>
          <a:lstStyle>
            <a:lvl1pPr marL="0" indent="0" defTabSz="806100">
              <a:spcBef>
                <a:spcPts val="356"/>
              </a:spcBef>
              <a:spcAft>
                <a:spcPts val="176"/>
              </a:spcAft>
              <a:buNone/>
              <a:defRPr sz="1778">
                <a:solidFill>
                  <a:srgbClr val="237EB7"/>
                </a:solidFill>
                <a:latin typeface="KoPub돋움체_Pro Bold" panose="00000800000000000000" pitchFamily="50" charset="-127"/>
                <a:ea typeface="KoPub돋움체_Pro Bold" panose="00000800000000000000" pitchFamily="50" charset="-127"/>
              </a:defRPr>
            </a:lvl1pPr>
            <a:lvl2pPr marL="457188" indent="0">
              <a:buNone/>
              <a:defRPr/>
            </a:lvl2pPr>
            <a:lvl3pPr marL="914376" indent="0">
              <a:buNone/>
              <a:defRPr/>
            </a:lvl3pPr>
            <a:lvl4pPr marL="1371564" indent="0">
              <a:buNone/>
              <a:defRPr/>
            </a:lvl4pPr>
            <a:lvl5pPr marL="1828752" indent="0">
              <a:buNone/>
              <a:defRPr/>
            </a:lvl5pPr>
          </a:lstStyle>
          <a:p>
            <a:pPr defTabSz="906851">
              <a:spcBef>
                <a:spcPts val="400"/>
              </a:spcBef>
              <a:spcAft>
                <a:spcPts val="198"/>
              </a:spcAft>
            </a:pPr>
            <a:r>
              <a:rPr lang="en-US" altLang="ko-KR"/>
              <a:t>0. </a:t>
            </a:r>
            <a:r>
              <a:rPr lang="ko-KR" altLang="en-US"/>
              <a:t>제목</a:t>
            </a:r>
          </a:p>
        </p:txBody>
      </p:sp>
      <p:sp>
        <p:nvSpPr>
          <p:cNvPr id="2" name="텍스트 개체 틀 20">
            <a:extLst>
              <a:ext uri="{FF2B5EF4-FFF2-40B4-BE49-F238E27FC236}">
                <a16:creationId xmlns:a16="http://schemas.microsoft.com/office/drawing/2014/main" id="{A138AC97-4E14-531A-D3EC-C0AA1EC4165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597682" y="964978"/>
            <a:ext cx="9891650" cy="480000"/>
          </a:xfrm>
          <a:prstGeom prst="rect">
            <a:avLst/>
          </a:prstGeom>
        </p:spPr>
        <p:txBody>
          <a:bodyPr wrap="none" lIns="0" rIns="0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b="1" spc="-98" baseline="0">
                <a:solidFill>
                  <a:srgbClr val="1D1D1D"/>
                </a:solidFill>
                <a:latin typeface="KoPub돋움체_Pro Bold" panose="00000800000000000000" pitchFamily="50" charset="-127"/>
                <a:ea typeface="KoPub돋움체_Pro Bold" panose="00000800000000000000" pitchFamily="50" charset="-127"/>
              </a:defRPr>
            </a:lvl1pPr>
            <a:lvl2pPr marL="457188" indent="0">
              <a:buFontTx/>
              <a:buNone/>
              <a:defRPr sz="978" b="1"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2pPr>
            <a:lvl3pPr marL="914376" indent="0">
              <a:buFontTx/>
              <a:buNone/>
              <a:defRPr sz="978" b="1"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3pPr>
            <a:lvl4pPr marL="1371564" indent="0">
              <a:buFontTx/>
              <a:buNone/>
              <a:defRPr sz="978" b="1"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4pPr>
            <a:lvl5pPr marL="1828752" indent="0">
              <a:buFontTx/>
              <a:buNone/>
              <a:defRPr sz="978" b="1"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</p:spTree>
    <p:extLst>
      <p:ext uri="{BB962C8B-B14F-4D97-AF65-F5344CB8AC3E}">
        <p14:creationId xmlns:p14="http://schemas.microsoft.com/office/powerpoint/2010/main" val="352584640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EA041ABF-E27B-C118-8F47-74AE45731AFB}"/>
              </a:ext>
            </a:extLst>
          </p:cNvPr>
          <p:cNvSpPr txBox="1"/>
          <p:nvPr userDrawn="1"/>
        </p:nvSpPr>
        <p:spPr>
          <a:xfrm>
            <a:off x="702669" y="399513"/>
            <a:ext cx="1111485" cy="168319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ko-KR"/>
            </a:defPPr>
            <a:lvl1pPr lvl="0" defTabSz="906851">
              <a:spcBef>
                <a:spcPts val="400"/>
              </a:spcBef>
              <a:spcAft>
                <a:spcPts val="198"/>
              </a:spcAft>
              <a:defRPr sz="1600" spc="-5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_Pro Light" panose="00000300000000000000" pitchFamily="50" charset="-127"/>
                <a:ea typeface="KoPub돋움체_Pro Light" panose="00000300000000000000" pitchFamily="50" charset="-127"/>
              </a:defRPr>
            </a:lvl1pPr>
          </a:lstStyle>
          <a:p>
            <a:pPr lvl="0"/>
            <a:r>
              <a:rPr lang="en-US" altLang="ko-KR" sz="1422"/>
              <a:t>Ⅲ. </a:t>
            </a:r>
            <a:r>
              <a:rPr lang="ko-KR" altLang="en-US" sz="1422"/>
              <a:t>업무수행의 이해</a:t>
            </a:r>
          </a:p>
        </p:txBody>
      </p:sp>
      <p:sp>
        <p:nvSpPr>
          <p:cNvPr id="10" name="텍스트 개체 틀 12">
            <a:extLst>
              <a:ext uri="{FF2B5EF4-FFF2-40B4-BE49-F238E27FC236}">
                <a16:creationId xmlns:a16="http://schemas.microsoft.com/office/drawing/2014/main" id="{E3A73957-B2FE-CABA-090A-A0640E858B7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87763" y="612389"/>
            <a:ext cx="3219095" cy="320000"/>
          </a:xfrm>
          <a:prstGeom prst="rect">
            <a:avLst/>
          </a:prstGeom>
        </p:spPr>
        <p:txBody>
          <a:bodyPr wrap="none"/>
          <a:lstStyle>
            <a:lvl1pPr marL="0" indent="0" defTabSz="806100">
              <a:spcBef>
                <a:spcPts val="356"/>
              </a:spcBef>
              <a:spcAft>
                <a:spcPts val="176"/>
              </a:spcAft>
              <a:buNone/>
              <a:defRPr sz="1778">
                <a:solidFill>
                  <a:srgbClr val="237EB7"/>
                </a:solidFill>
                <a:latin typeface="KoPub돋움체_Pro Bold" panose="00000800000000000000" pitchFamily="50" charset="-127"/>
                <a:ea typeface="KoPub돋움체_Pro Bold" panose="00000800000000000000" pitchFamily="50" charset="-127"/>
              </a:defRPr>
            </a:lvl1pPr>
            <a:lvl2pPr marL="457188" indent="0">
              <a:buNone/>
              <a:defRPr/>
            </a:lvl2pPr>
            <a:lvl3pPr marL="914376" indent="0">
              <a:buNone/>
              <a:defRPr/>
            </a:lvl3pPr>
            <a:lvl4pPr marL="1371564" indent="0">
              <a:buNone/>
              <a:defRPr/>
            </a:lvl4pPr>
            <a:lvl5pPr marL="1828752" indent="0">
              <a:buNone/>
              <a:defRPr/>
            </a:lvl5pPr>
          </a:lstStyle>
          <a:p>
            <a:pPr defTabSz="906851">
              <a:spcBef>
                <a:spcPts val="400"/>
              </a:spcBef>
              <a:spcAft>
                <a:spcPts val="198"/>
              </a:spcAft>
            </a:pPr>
            <a:r>
              <a:rPr lang="en-US" altLang="ko-KR"/>
              <a:t>0. </a:t>
            </a:r>
            <a:r>
              <a:rPr lang="ko-KR" altLang="en-US"/>
              <a:t>제목</a:t>
            </a:r>
          </a:p>
        </p:txBody>
      </p:sp>
      <p:sp>
        <p:nvSpPr>
          <p:cNvPr id="2" name="텍스트 개체 틀 20">
            <a:extLst>
              <a:ext uri="{FF2B5EF4-FFF2-40B4-BE49-F238E27FC236}">
                <a16:creationId xmlns:a16="http://schemas.microsoft.com/office/drawing/2014/main" id="{F119EEA5-E9CE-30A0-3151-F1DF229051B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597682" y="964978"/>
            <a:ext cx="9891650" cy="480000"/>
          </a:xfrm>
          <a:prstGeom prst="rect">
            <a:avLst/>
          </a:prstGeom>
        </p:spPr>
        <p:txBody>
          <a:bodyPr wrap="none" lIns="0" rIns="0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b="1" spc="-98" baseline="0">
                <a:solidFill>
                  <a:srgbClr val="1D1D1D"/>
                </a:solidFill>
                <a:latin typeface="KoPub돋움체_Pro Bold" panose="00000800000000000000" pitchFamily="50" charset="-127"/>
                <a:ea typeface="KoPub돋움체_Pro Bold" panose="00000800000000000000" pitchFamily="50" charset="-127"/>
              </a:defRPr>
            </a:lvl1pPr>
            <a:lvl2pPr marL="457188" indent="0">
              <a:buFontTx/>
              <a:buNone/>
              <a:defRPr sz="978" b="1"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2pPr>
            <a:lvl3pPr marL="914376" indent="0">
              <a:buFontTx/>
              <a:buNone/>
              <a:defRPr sz="978" b="1"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3pPr>
            <a:lvl4pPr marL="1371564" indent="0">
              <a:buFontTx/>
              <a:buNone/>
              <a:defRPr sz="978" b="1"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4pPr>
            <a:lvl5pPr marL="1828752" indent="0">
              <a:buFontTx/>
              <a:buNone/>
              <a:defRPr sz="978" b="1"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</p:spTree>
    <p:extLst>
      <p:ext uri="{BB962C8B-B14F-4D97-AF65-F5344CB8AC3E}">
        <p14:creationId xmlns:p14="http://schemas.microsoft.com/office/powerpoint/2010/main" val="403602487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2BBDD54-A0FA-61B4-753A-40BDB8A514AA}"/>
              </a:ext>
            </a:extLst>
          </p:cNvPr>
          <p:cNvSpPr txBox="1"/>
          <p:nvPr userDrawn="1"/>
        </p:nvSpPr>
        <p:spPr>
          <a:xfrm>
            <a:off x="702669" y="399513"/>
            <a:ext cx="1111485" cy="168319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ko-KR"/>
            </a:defPPr>
            <a:lvl1pPr lvl="0" defTabSz="906851">
              <a:spcBef>
                <a:spcPts val="400"/>
              </a:spcBef>
              <a:spcAft>
                <a:spcPts val="198"/>
              </a:spcAft>
              <a:defRPr sz="1600" spc="-5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_Pro Light" panose="00000300000000000000" pitchFamily="50" charset="-127"/>
                <a:ea typeface="KoPub돋움체_Pro Light" panose="00000300000000000000" pitchFamily="50" charset="-127"/>
              </a:defRPr>
            </a:lvl1pPr>
          </a:lstStyle>
          <a:p>
            <a:pPr lvl="0"/>
            <a:r>
              <a:rPr lang="en-US" altLang="ko-KR" sz="1422"/>
              <a:t>Ⅳ. </a:t>
            </a:r>
            <a:r>
              <a:rPr lang="ko-KR" altLang="en-US" sz="1422"/>
              <a:t>지원 및 인력관리</a:t>
            </a:r>
          </a:p>
        </p:txBody>
      </p:sp>
      <p:sp>
        <p:nvSpPr>
          <p:cNvPr id="8" name="텍스트 개체 틀 12">
            <a:extLst>
              <a:ext uri="{FF2B5EF4-FFF2-40B4-BE49-F238E27FC236}">
                <a16:creationId xmlns:a16="http://schemas.microsoft.com/office/drawing/2014/main" id="{0E7B188B-78F2-3381-39D3-27137C5E65F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87763" y="612389"/>
            <a:ext cx="3219095" cy="320000"/>
          </a:xfrm>
          <a:prstGeom prst="rect">
            <a:avLst/>
          </a:prstGeom>
        </p:spPr>
        <p:txBody>
          <a:bodyPr wrap="none"/>
          <a:lstStyle>
            <a:lvl1pPr marL="0" indent="0" defTabSz="806100">
              <a:spcBef>
                <a:spcPts val="356"/>
              </a:spcBef>
              <a:spcAft>
                <a:spcPts val="176"/>
              </a:spcAft>
              <a:buNone/>
              <a:defRPr sz="1778">
                <a:solidFill>
                  <a:srgbClr val="237EB7"/>
                </a:solidFill>
                <a:latin typeface="KoPub돋움체_Pro Bold" panose="00000800000000000000" pitchFamily="50" charset="-127"/>
                <a:ea typeface="KoPub돋움체_Pro Bold" panose="00000800000000000000" pitchFamily="50" charset="-127"/>
              </a:defRPr>
            </a:lvl1pPr>
            <a:lvl2pPr marL="457188" indent="0">
              <a:buNone/>
              <a:defRPr/>
            </a:lvl2pPr>
            <a:lvl3pPr marL="914376" indent="0">
              <a:buNone/>
              <a:defRPr/>
            </a:lvl3pPr>
            <a:lvl4pPr marL="1371564" indent="0">
              <a:buNone/>
              <a:defRPr/>
            </a:lvl4pPr>
            <a:lvl5pPr marL="1828752" indent="0">
              <a:buNone/>
              <a:defRPr/>
            </a:lvl5pPr>
          </a:lstStyle>
          <a:p>
            <a:pPr defTabSz="906851">
              <a:spcBef>
                <a:spcPts val="400"/>
              </a:spcBef>
              <a:spcAft>
                <a:spcPts val="198"/>
              </a:spcAft>
            </a:pPr>
            <a:r>
              <a:rPr lang="en-US" altLang="ko-KR"/>
              <a:t>0. </a:t>
            </a:r>
            <a:r>
              <a:rPr lang="ko-KR" altLang="en-US"/>
              <a:t>제목</a:t>
            </a:r>
          </a:p>
        </p:txBody>
      </p:sp>
      <p:sp>
        <p:nvSpPr>
          <p:cNvPr id="2" name="텍스트 개체 틀 20">
            <a:extLst>
              <a:ext uri="{FF2B5EF4-FFF2-40B4-BE49-F238E27FC236}">
                <a16:creationId xmlns:a16="http://schemas.microsoft.com/office/drawing/2014/main" id="{3BBFED6F-B9A3-EFAD-034F-73818CB2D5C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597682" y="964978"/>
            <a:ext cx="9891650" cy="480000"/>
          </a:xfrm>
          <a:prstGeom prst="rect">
            <a:avLst/>
          </a:prstGeom>
        </p:spPr>
        <p:txBody>
          <a:bodyPr wrap="none" lIns="0" rIns="0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b="1" spc="-98" baseline="0">
                <a:solidFill>
                  <a:srgbClr val="1D1D1D"/>
                </a:solidFill>
                <a:latin typeface="KoPub돋움체_Pro Bold" panose="00000800000000000000" pitchFamily="50" charset="-127"/>
                <a:ea typeface="KoPub돋움체_Pro Bold" panose="00000800000000000000" pitchFamily="50" charset="-127"/>
              </a:defRPr>
            </a:lvl1pPr>
            <a:lvl2pPr marL="457188" indent="0">
              <a:buFontTx/>
              <a:buNone/>
              <a:defRPr sz="978" b="1"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2pPr>
            <a:lvl3pPr marL="914376" indent="0">
              <a:buFontTx/>
              <a:buNone/>
              <a:defRPr sz="978" b="1"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3pPr>
            <a:lvl4pPr marL="1371564" indent="0">
              <a:buFontTx/>
              <a:buNone/>
              <a:defRPr sz="978" b="1"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4pPr>
            <a:lvl5pPr marL="1828752" indent="0">
              <a:buFontTx/>
              <a:buNone/>
              <a:defRPr sz="978" b="1"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</p:spTree>
    <p:extLst>
      <p:ext uri="{BB962C8B-B14F-4D97-AF65-F5344CB8AC3E}">
        <p14:creationId xmlns:p14="http://schemas.microsoft.com/office/powerpoint/2010/main" val="113731351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BA48599-8FCA-7808-8210-D6A5B9B17540}"/>
              </a:ext>
            </a:extLst>
          </p:cNvPr>
          <p:cNvSpPr txBox="1"/>
          <p:nvPr userDrawn="1"/>
        </p:nvSpPr>
        <p:spPr>
          <a:xfrm>
            <a:off x="702669" y="399513"/>
            <a:ext cx="1111485" cy="168319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ko-KR"/>
            </a:defPPr>
            <a:lvl1pPr lvl="0" defTabSz="906851">
              <a:spcBef>
                <a:spcPts val="400"/>
              </a:spcBef>
              <a:spcAft>
                <a:spcPts val="198"/>
              </a:spcAft>
              <a:defRPr sz="1600" spc="-5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_Pro Light" panose="00000300000000000000" pitchFamily="50" charset="-127"/>
                <a:ea typeface="KoPub돋움체_Pro Light" panose="00000300000000000000" pitchFamily="50" charset="-127"/>
              </a:defRPr>
            </a:lvl1pPr>
          </a:lstStyle>
          <a:p>
            <a:pPr lvl="0"/>
            <a:r>
              <a:rPr lang="en-US" altLang="ko-KR" sz="1422"/>
              <a:t>Ⅴ. </a:t>
            </a:r>
            <a:r>
              <a:rPr lang="ko-KR" altLang="en-US" sz="1422"/>
              <a:t>차별화 제안</a:t>
            </a:r>
          </a:p>
        </p:txBody>
      </p:sp>
      <p:sp>
        <p:nvSpPr>
          <p:cNvPr id="8" name="텍스트 개체 틀 12">
            <a:extLst>
              <a:ext uri="{FF2B5EF4-FFF2-40B4-BE49-F238E27FC236}">
                <a16:creationId xmlns:a16="http://schemas.microsoft.com/office/drawing/2014/main" id="{75719D38-F46D-C8B2-7A76-7CD2B0D13EC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87763" y="612389"/>
            <a:ext cx="3219095" cy="320000"/>
          </a:xfrm>
          <a:prstGeom prst="rect">
            <a:avLst/>
          </a:prstGeom>
        </p:spPr>
        <p:txBody>
          <a:bodyPr wrap="none"/>
          <a:lstStyle>
            <a:lvl1pPr marL="0" indent="0" defTabSz="806100">
              <a:spcBef>
                <a:spcPts val="356"/>
              </a:spcBef>
              <a:spcAft>
                <a:spcPts val="176"/>
              </a:spcAft>
              <a:buNone/>
              <a:defRPr sz="1778">
                <a:solidFill>
                  <a:srgbClr val="237EB7"/>
                </a:solidFill>
                <a:latin typeface="KoPub돋움체_Pro Bold" panose="00000800000000000000" pitchFamily="50" charset="-127"/>
                <a:ea typeface="KoPub돋움체_Pro Bold" panose="00000800000000000000" pitchFamily="50" charset="-127"/>
              </a:defRPr>
            </a:lvl1pPr>
            <a:lvl2pPr marL="457188" indent="0">
              <a:buNone/>
              <a:defRPr/>
            </a:lvl2pPr>
            <a:lvl3pPr marL="914376" indent="0">
              <a:buNone/>
              <a:defRPr/>
            </a:lvl3pPr>
            <a:lvl4pPr marL="1371564" indent="0">
              <a:buNone/>
              <a:defRPr/>
            </a:lvl4pPr>
            <a:lvl5pPr marL="1828752" indent="0">
              <a:buNone/>
              <a:defRPr/>
            </a:lvl5pPr>
          </a:lstStyle>
          <a:p>
            <a:pPr defTabSz="906851">
              <a:spcBef>
                <a:spcPts val="400"/>
              </a:spcBef>
              <a:spcAft>
                <a:spcPts val="198"/>
              </a:spcAft>
            </a:pPr>
            <a:r>
              <a:rPr lang="en-US" altLang="ko-KR"/>
              <a:t>0. </a:t>
            </a:r>
            <a:r>
              <a:rPr lang="ko-KR" altLang="en-US"/>
              <a:t>제목</a:t>
            </a:r>
          </a:p>
        </p:txBody>
      </p:sp>
      <p:sp>
        <p:nvSpPr>
          <p:cNvPr id="2" name="텍스트 개체 틀 20">
            <a:extLst>
              <a:ext uri="{FF2B5EF4-FFF2-40B4-BE49-F238E27FC236}">
                <a16:creationId xmlns:a16="http://schemas.microsoft.com/office/drawing/2014/main" id="{A9DE7E56-5E2E-289E-EA7F-B7BEA15A361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597682" y="964978"/>
            <a:ext cx="9891650" cy="480000"/>
          </a:xfrm>
          <a:prstGeom prst="rect">
            <a:avLst/>
          </a:prstGeom>
        </p:spPr>
        <p:txBody>
          <a:bodyPr wrap="none" lIns="0" rIns="0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b="1" spc="-98" baseline="0">
                <a:solidFill>
                  <a:srgbClr val="1D1D1D"/>
                </a:solidFill>
                <a:latin typeface="KoPub돋움체_Pro Bold" panose="00000800000000000000" pitchFamily="50" charset="-127"/>
                <a:ea typeface="KoPub돋움체_Pro Bold" panose="00000800000000000000" pitchFamily="50" charset="-127"/>
              </a:defRPr>
            </a:lvl1pPr>
            <a:lvl2pPr marL="457188" indent="0">
              <a:buFontTx/>
              <a:buNone/>
              <a:defRPr sz="978" b="1"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2pPr>
            <a:lvl3pPr marL="914376" indent="0">
              <a:buFontTx/>
              <a:buNone/>
              <a:defRPr sz="978" b="1"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3pPr>
            <a:lvl4pPr marL="1371564" indent="0">
              <a:buFontTx/>
              <a:buNone/>
              <a:defRPr sz="978" b="1"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4pPr>
            <a:lvl5pPr marL="1828752" indent="0">
              <a:buFontTx/>
              <a:buNone/>
              <a:defRPr sz="978" b="1"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</p:spTree>
    <p:extLst>
      <p:ext uri="{BB962C8B-B14F-4D97-AF65-F5344CB8AC3E}">
        <p14:creationId xmlns:p14="http://schemas.microsoft.com/office/powerpoint/2010/main" val="377828618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BA48599-8FCA-7808-8210-D6A5B9B17540}"/>
              </a:ext>
            </a:extLst>
          </p:cNvPr>
          <p:cNvSpPr txBox="1"/>
          <p:nvPr userDrawn="1"/>
        </p:nvSpPr>
        <p:spPr>
          <a:xfrm>
            <a:off x="702669" y="399513"/>
            <a:ext cx="1111485" cy="168319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ko-KR"/>
            </a:defPPr>
            <a:lvl1pPr lvl="0" defTabSz="906851">
              <a:spcBef>
                <a:spcPts val="400"/>
              </a:spcBef>
              <a:spcAft>
                <a:spcPts val="198"/>
              </a:spcAft>
              <a:defRPr sz="1600" spc="-5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_Pro Light" panose="00000300000000000000" pitchFamily="50" charset="-127"/>
                <a:ea typeface="KoPub돋움체_Pro Light" panose="00000300000000000000" pitchFamily="50" charset="-127"/>
              </a:defRPr>
            </a:lvl1pPr>
          </a:lstStyle>
          <a:p>
            <a:pPr lvl="0"/>
            <a:r>
              <a:rPr lang="en-US" altLang="ko-KR" sz="1422"/>
              <a:t>Ⅶ. </a:t>
            </a:r>
            <a:r>
              <a:rPr lang="ko-KR" altLang="en-US" sz="1422"/>
              <a:t>특화 제안</a:t>
            </a:r>
          </a:p>
        </p:txBody>
      </p:sp>
      <p:sp>
        <p:nvSpPr>
          <p:cNvPr id="8" name="텍스트 개체 틀 12">
            <a:extLst>
              <a:ext uri="{FF2B5EF4-FFF2-40B4-BE49-F238E27FC236}">
                <a16:creationId xmlns:a16="http://schemas.microsoft.com/office/drawing/2014/main" id="{75719D38-F46D-C8B2-7A76-7CD2B0D13EC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87763" y="612389"/>
            <a:ext cx="3219095" cy="320000"/>
          </a:xfrm>
          <a:prstGeom prst="rect">
            <a:avLst/>
          </a:prstGeom>
        </p:spPr>
        <p:txBody>
          <a:bodyPr wrap="none"/>
          <a:lstStyle>
            <a:lvl1pPr marL="0" indent="0" defTabSz="806100">
              <a:spcBef>
                <a:spcPts val="356"/>
              </a:spcBef>
              <a:spcAft>
                <a:spcPts val="176"/>
              </a:spcAft>
              <a:buNone/>
              <a:defRPr sz="1778">
                <a:solidFill>
                  <a:srgbClr val="2A495F"/>
                </a:solidFill>
                <a:latin typeface="KoPub돋움체_Pro Bold" panose="00000800000000000000" pitchFamily="50" charset="-127"/>
                <a:ea typeface="KoPub돋움체_Pro Bold" panose="00000800000000000000" pitchFamily="50" charset="-127"/>
              </a:defRPr>
            </a:lvl1pPr>
            <a:lvl2pPr marL="457188" indent="0">
              <a:buNone/>
              <a:defRPr/>
            </a:lvl2pPr>
            <a:lvl3pPr marL="914376" indent="0">
              <a:buNone/>
              <a:defRPr/>
            </a:lvl3pPr>
            <a:lvl4pPr marL="1371564" indent="0">
              <a:buNone/>
              <a:defRPr/>
            </a:lvl4pPr>
            <a:lvl5pPr marL="1828752" indent="0">
              <a:buNone/>
              <a:defRPr/>
            </a:lvl5pPr>
          </a:lstStyle>
          <a:p>
            <a:pPr defTabSz="906851">
              <a:spcBef>
                <a:spcPts val="400"/>
              </a:spcBef>
              <a:spcAft>
                <a:spcPts val="198"/>
              </a:spcAft>
            </a:pPr>
            <a:r>
              <a:rPr lang="en-US" altLang="ko-KR"/>
              <a:t>0. </a:t>
            </a:r>
            <a:r>
              <a:rPr lang="ko-KR" altLang="en-US"/>
              <a:t>제목</a:t>
            </a:r>
          </a:p>
        </p:txBody>
      </p:sp>
      <p:sp>
        <p:nvSpPr>
          <p:cNvPr id="2" name="텍스트 개체 틀 20">
            <a:extLst>
              <a:ext uri="{FF2B5EF4-FFF2-40B4-BE49-F238E27FC236}">
                <a16:creationId xmlns:a16="http://schemas.microsoft.com/office/drawing/2014/main" id="{A9DE7E56-5E2E-289E-EA7F-B7BEA15A361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597682" y="964978"/>
            <a:ext cx="9891650" cy="480000"/>
          </a:xfrm>
          <a:prstGeom prst="rect">
            <a:avLst/>
          </a:prstGeom>
        </p:spPr>
        <p:txBody>
          <a:bodyPr wrap="none" lIns="0" rIns="0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b="1" spc="-98" baseline="0">
                <a:solidFill>
                  <a:srgbClr val="7C542C"/>
                </a:solidFill>
                <a:latin typeface="KoPub돋움체_Pro Bold" panose="00000800000000000000" pitchFamily="50" charset="-127"/>
                <a:ea typeface="KoPub돋움체_Pro Bold" panose="00000800000000000000" pitchFamily="50" charset="-127"/>
              </a:defRPr>
            </a:lvl1pPr>
            <a:lvl2pPr marL="457188" indent="0">
              <a:buFontTx/>
              <a:buNone/>
              <a:defRPr sz="978" b="1"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2pPr>
            <a:lvl3pPr marL="914376" indent="0">
              <a:buFontTx/>
              <a:buNone/>
              <a:defRPr sz="978" b="1"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3pPr>
            <a:lvl4pPr marL="1371564" indent="0">
              <a:buFontTx/>
              <a:buNone/>
              <a:defRPr sz="978" b="1"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4pPr>
            <a:lvl5pPr marL="1828752" indent="0">
              <a:buFontTx/>
              <a:buNone/>
              <a:defRPr sz="978" b="1"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</p:spTree>
    <p:extLst>
      <p:ext uri="{BB962C8B-B14F-4D97-AF65-F5344CB8AC3E}">
        <p14:creationId xmlns:p14="http://schemas.microsoft.com/office/powerpoint/2010/main" val="408657732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525BA5B-2B03-D988-A4C6-2BE993A475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A6BDBB1-A3E3-CAE9-9327-E0A517A37F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DD7D70D-926D-5056-D629-ED97F434BC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23DA3-40A3-4571-A369-4CC6475D1AA6}" type="datetimeFigureOut">
              <a:rPr lang="ko-KR" altLang="en-US" smtClean="0"/>
              <a:t>2025-08-05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BF82E60-0356-7045-69D8-234628384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4749D50-1CB6-3FD2-EB10-CC7623732A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A6958-2C08-4344-8D4D-782CE832C8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094577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FE47EDB-B1FF-FCCA-53BB-3047178683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4E354C0-61DE-604B-377E-6EC2D0DBAA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02D91F5-765C-E78E-A895-B816F6DC69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23DA3-40A3-4571-A369-4CC6475D1AA6}" type="datetimeFigureOut">
              <a:rPr lang="ko-KR" altLang="en-US" smtClean="0"/>
              <a:t>2025-08-05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6F29DF5-9477-6358-6A66-379C5549E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8FBAB2F-47EA-30BA-CB5D-F24FB7BEF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A6958-2C08-4344-8D4D-782CE832C8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7114678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3CA727-281D-5B33-9513-9A54A6B903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75BD5AD-9C83-2479-0351-AF33FE90BA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74A619D-4A4E-2157-F2D1-393C6B3BA8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23DA3-40A3-4571-A369-4CC6475D1AA6}" type="datetimeFigureOut">
              <a:rPr lang="ko-KR" altLang="en-US" smtClean="0"/>
              <a:t>2025-08-05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765ADBB-54B0-F669-9164-276DC5C75F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557A0A9-3E90-CD63-E13B-CB3F3DAF0B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A6958-2C08-4344-8D4D-782CE832C8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224007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C17566-9460-A71C-7CCD-AAE732765C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C7E238A-94FA-A7B1-8960-0C7D9D85B9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A2DACA5-76F0-6D5D-0121-7495B40AED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66E9FB6-1D93-D733-D6A5-0E25A31088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23DA3-40A3-4571-A369-4CC6475D1AA6}" type="datetimeFigureOut">
              <a:rPr lang="ko-KR" altLang="en-US" smtClean="0"/>
              <a:t>2025-08-05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B3EEBEE-64A2-27A4-C18C-445B615B4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F15C0C2-BA67-9E1A-5A35-BC91FAB6D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A6958-2C08-4344-8D4D-782CE832C8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2157675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0F0DB3-A8D2-62D4-2AB1-E755393164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BEA0C38-5C73-1CDC-81C1-A769186817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3D89A63-D7F3-CB9D-EEC0-E98D7A2F6B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E8F6FC5-E605-0E6A-83A2-5F0730A9E7C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0C093F68-2BD7-E1EB-21BF-242CCFBC879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08E67A17-DECB-A0EE-1A92-21A0C9D115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23DA3-40A3-4571-A369-4CC6475D1AA6}" type="datetimeFigureOut">
              <a:rPr lang="ko-KR" altLang="en-US" smtClean="0"/>
              <a:t>2025-08-05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9540BC97-A640-E93E-03F5-A1307ADFD7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044D0E6-4464-6238-2CEE-1F6DA5223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A6958-2C08-4344-8D4D-782CE832C8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8431931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3B025F-EE95-914B-15DE-9C6642F120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5A1E91A-DE96-2E15-3BB0-2BB4E6033C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23DA3-40A3-4571-A369-4CC6475D1AA6}" type="datetimeFigureOut">
              <a:rPr lang="ko-KR" altLang="en-US" smtClean="0"/>
              <a:t>2025-08-05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340C5FD-2AC9-0AE7-3CEF-46C68A4284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FF74FAD-9E17-7558-104F-16FF31927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A6958-2C08-4344-8D4D-782CE832C8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0211401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32F1F78-6150-E43F-DC0C-FDF97D24FD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23DA3-40A3-4571-A369-4CC6475D1AA6}" type="datetimeFigureOut">
              <a:rPr lang="ko-KR" altLang="en-US" smtClean="0"/>
              <a:t>2025-08-05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2061569-0A6C-8683-5B02-29B5F23B5E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5BC0A5E-6F83-4FB3-F055-0CC5132851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A6958-2C08-4344-8D4D-782CE832C8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7940683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F12EC71-A571-8E44-9875-E479A32237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077421E-AA8E-AE61-99E7-825AC6DCB1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37DBA5C-F8D2-67D2-0AAF-219CDE6170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4859A70-83C2-EF02-3239-CF915B6665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23DA3-40A3-4571-A369-4CC6475D1AA6}" type="datetimeFigureOut">
              <a:rPr lang="ko-KR" altLang="en-US" smtClean="0"/>
              <a:t>2025-08-05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15803F2-4E98-C6D9-8111-3D25CA3E2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2199D98-1A97-523A-504A-1FA26DCE8E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A6958-2C08-4344-8D4D-782CE832C8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9561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39D934-EB66-B49B-18C0-87CF06D53C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9D4CF5F-33A9-9DA3-1720-06F2C42AE92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7884A5F-9E30-F865-CFCB-22ED9C2B46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696499E-F719-5E2F-BD33-E1B97421D9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23DA3-40A3-4571-A369-4CC6475D1AA6}" type="datetimeFigureOut">
              <a:rPr lang="ko-KR" altLang="en-US" smtClean="0"/>
              <a:t>2025-08-05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48D0FAE-0783-F210-4F57-CCEC3B3E4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DC72725-ADA2-7415-85F6-DE62042C13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A6958-2C08-4344-8D4D-782CE832C8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6347295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97110C-0A5B-0138-35AA-90B2E680A0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5C5A233-3265-F5DF-BD89-99F32A102C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E3E21F5-1B27-2316-AE50-B81022E91C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23DA3-40A3-4571-A369-4CC6475D1AA6}" type="datetimeFigureOut">
              <a:rPr lang="ko-KR" altLang="en-US" smtClean="0"/>
              <a:t>2025-08-05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AB81685-601F-0CED-D91E-E5CFE9710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C130E41-DF76-A672-1C7F-4DD5919E5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A6958-2C08-4344-8D4D-782CE832C8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6117195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63F3F08-AC31-63CC-8AD8-D71BCE1EEB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E24BECB-5DB0-84BB-814D-E557D53A30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7EC2E84-CA56-636C-BBA8-7658EAC2AB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23DA3-40A3-4571-A369-4CC6475D1AA6}" type="datetimeFigureOut">
              <a:rPr lang="ko-KR" altLang="en-US" smtClean="0"/>
              <a:t>2025-08-05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B759E3D-E7F9-95BA-CFF0-57C5BAC704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0A758B0-EB1B-6E41-64EE-2B85E6153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A6958-2C08-4344-8D4D-782CE832C8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3371056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00513545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소아고형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8D2CFED-269A-3404-0DDC-BF799383B01B}"/>
              </a:ext>
            </a:extLst>
          </p:cNvPr>
          <p:cNvSpPr txBox="1"/>
          <p:nvPr userDrawn="1"/>
        </p:nvSpPr>
        <p:spPr>
          <a:xfrm>
            <a:off x="6096000" y="598295"/>
            <a:ext cx="5434012" cy="230832"/>
          </a:xfrm>
          <a:prstGeom prst="rect">
            <a:avLst/>
          </a:prstGeom>
          <a:noFill/>
        </p:spPr>
        <p:txBody>
          <a:bodyPr wrap="square" lIns="90000" rIns="0" rtlCol="0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2E3345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소아고형암 환자 치료전후 인지신체 기능 평가 시스템 구축 및 평가 지원 사업</a:t>
            </a:r>
            <a:r>
              <a:rPr lang="ko-KR" altLang="en-US" sz="90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2E3345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자문</a:t>
            </a:r>
            <a:endParaRPr kumimoji="0" lang="ko-KR" altLang="en-US" sz="900" b="0" i="0" u="none" strike="noStrike" kern="1200" cap="none" spc="0" normalizeH="0" baseline="0" noProof="0" dirty="0">
              <a:ln>
                <a:solidFill>
                  <a:srgbClr val="FF0000">
                    <a:alpha val="0"/>
                  </a:srgbClr>
                </a:solidFill>
              </a:ln>
              <a:solidFill>
                <a:srgbClr val="2E3345"/>
              </a:solidFill>
              <a:effectLst/>
              <a:uLnTx/>
              <a:uFillTx/>
              <a:latin typeface="G마켓 산스 TTF Medium" panose="02000000000000000000" pitchFamily="2" charset="-127"/>
              <a:ea typeface="G마켓 산스 TTF Medium" panose="02000000000000000000" pitchFamily="2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86577019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65446103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3CA727-281D-5B33-9513-9A54A6B903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75BD5AD-9C83-2479-0351-AF33FE90BA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74A619D-4A4E-2157-F2D1-393C6B3BA8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23DA3-40A3-4571-A369-4CC6475D1AA6}" type="datetimeFigureOut">
              <a:rPr lang="ko-KR" altLang="en-US" smtClean="0"/>
              <a:t>2025-08-05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765ADBB-54B0-F669-9164-276DC5C75F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557A0A9-3E90-CD63-E13B-CB3F3DAF0B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A6958-2C08-4344-8D4D-782CE832C8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7975506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C17566-9460-A71C-7CCD-AAE732765C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C7E238A-94FA-A7B1-8960-0C7D9D85B9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A2DACA5-76F0-6D5D-0121-7495B40AED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66E9FB6-1D93-D733-D6A5-0E25A31088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23DA3-40A3-4571-A369-4CC6475D1AA6}" type="datetimeFigureOut">
              <a:rPr lang="ko-KR" altLang="en-US" smtClean="0"/>
              <a:t>2025-08-05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B3EEBEE-64A2-27A4-C18C-445B615B4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F15C0C2-BA67-9E1A-5A35-BC91FAB6D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A6958-2C08-4344-8D4D-782CE832C8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1836236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0F0DB3-A8D2-62D4-2AB1-E755393164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BEA0C38-5C73-1CDC-81C1-A769186817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3D89A63-D7F3-CB9D-EEC0-E98D7A2F6B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E8F6FC5-E605-0E6A-83A2-5F0730A9E7C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0C093F68-2BD7-E1EB-21BF-242CCFBC879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08E67A17-DECB-A0EE-1A92-21A0C9D115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23DA3-40A3-4571-A369-4CC6475D1AA6}" type="datetimeFigureOut">
              <a:rPr lang="ko-KR" altLang="en-US" smtClean="0"/>
              <a:t>2025-08-05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9540BC97-A640-E93E-03F5-A1307ADFD7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044D0E6-4464-6238-2CEE-1F6DA5223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A6958-2C08-4344-8D4D-782CE832C8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6941333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3B025F-EE95-914B-15DE-9C6642F120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5A1E91A-DE96-2E15-3BB0-2BB4E6033C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23DA3-40A3-4571-A369-4CC6475D1AA6}" type="datetimeFigureOut">
              <a:rPr lang="ko-KR" altLang="en-US" smtClean="0"/>
              <a:t>2025-08-05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340C5FD-2AC9-0AE7-3CEF-46C68A4284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FF74FAD-9E17-7558-104F-16FF31927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A6958-2C08-4344-8D4D-782CE832C8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1190006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32F1F78-6150-E43F-DC0C-FDF97D24FD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23DA3-40A3-4571-A369-4CC6475D1AA6}" type="datetimeFigureOut">
              <a:rPr lang="ko-KR" altLang="en-US" smtClean="0"/>
              <a:t>2025-08-05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2061569-0A6C-8683-5B02-29B5F23B5E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5BC0A5E-6F83-4FB3-F055-0CC5132851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A6958-2C08-4344-8D4D-782CE832C8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506003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F12EC71-A571-8E44-9875-E479A32237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077421E-AA8E-AE61-99E7-825AC6DCB1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37DBA5C-F8D2-67D2-0AAF-219CDE6170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4859A70-83C2-EF02-3239-CF915B6665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23DA3-40A3-4571-A369-4CC6475D1AA6}" type="datetimeFigureOut">
              <a:rPr lang="ko-KR" altLang="en-US" smtClean="0"/>
              <a:t>2025-08-05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15803F2-4E98-C6D9-8111-3D25CA3E2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2199D98-1A97-523A-504A-1FA26DCE8E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A6958-2C08-4344-8D4D-782CE832C8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216954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39D934-EB66-B49B-18C0-87CF06D53C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9D4CF5F-33A9-9DA3-1720-06F2C42AE92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7884A5F-9E30-F865-CFCB-22ED9C2B46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696499E-F719-5E2F-BD33-E1B97421D9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23DA3-40A3-4571-A369-4CC6475D1AA6}" type="datetimeFigureOut">
              <a:rPr lang="ko-KR" altLang="en-US" smtClean="0"/>
              <a:t>2025-08-05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48D0FAE-0783-F210-4F57-CCEC3B3E4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DC72725-ADA2-7415-85F6-DE62042C13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A6958-2C08-4344-8D4D-782CE832C8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7826764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97110C-0A5B-0138-35AA-90B2E680A0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5C5A233-3265-F5DF-BD89-99F32A102C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E3E21F5-1B27-2316-AE50-B81022E91C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23DA3-40A3-4571-A369-4CC6475D1AA6}" type="datetimeFigureOut">
              <a:rPr lang="ko-KR" altLang="en-US" smtClean="0"/>
              <a:t>2025-08-05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AB81685-601F-0CED-D91E-E5CFE9710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C130E41-DF76-A672-1C7F-4DD5919E5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A6958-2C08-4344-8D4D-782CE832C8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7285573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63F3F08-AC31-63CC-8AD8-D71BCE1EEB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E24BECB-5DB0-84BB-814D-E557D53A30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7EC2E84-CA56-636C-BBA8-7658EAC2AB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23DA3-40A3-4571-A369-4CC6475D1AA6}" type="datetimeFigureOut">
              <a:rPr lang="ko-KR" altLang="en-US" smtClean="0"/>
              <a:t>2025-08-05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B759E3D-E7F9-95BA-CFF0-57C5BAC704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0A758B0-EB1B-6E41-64EE-2B85E6153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A6958-2C08-4344-8D4D-782CE832C8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4862728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0224086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525BA5B-2B03-D988-A4C6-2BE993A475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A6BDBB1-A3E3-CAE9-9327-E0A517A37F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DD7D70D-926D-5056-D629-ED97F434BC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23DA3-40A3-4571-A369-4CC6475D1AA6}" type="datetimeFigureOut">
              <a:rPr lang="ko-KR" altLang="en-US" smtClean="0"/>
              <a:t>2025-08-05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BF82E60-0356-7045-69D8-234628384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4749D50-1CB6-3FD2-EB10-CC7623732A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A6958-2C08-4344-8D4D-782CE832C8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2978777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FE47EDB-B1FF-FCCA-53BB-3047178683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4E354C0-61DE-604B-377E-6EC2D0DBAA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02D91F5-765C-E78E-A895-B816F6DC69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23DA3-40A3-4571-A369-4CC6475D1AA6}" type="datetimeFigureOut">
              <a:rPr lang="ko-KR" altLang="en-US" smtClean="0"/>
              <a:t>2025-08-05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6F29DF5-9477-6358-6A66-379C5549E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8FBAB2F-47EA-30BA-CB5D-F24FB7BEF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A6958-2C08-4344-8D4D-782CE832C8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9690380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3CA727-281D-5B33-9513-9A54A6B903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75BD5AD-9C83-2479-0351-AF33FE90BA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74A619D-4A4E-2157-F2D1-393C6B3BA8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23DA3-40A3-4571-A369-4CC6475D1AA6}" type="datetimeFigureOut">
              <a:rPr lang="ko-KR" altLang="en-US" smtClean="0"/>
              <a:t>2025-08-05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765ADBB-54B0-F669-9164-276DC5C75F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557A0A9-3E90-CD63-E13B-CB3F3DAF0B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A6958-2C08-4344-8D4D-782CE832C8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8062286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C17566-9460-A71C-7CCD-AAE732765C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C7E238A-94FA-A7B1-8960-0C7D9D85B9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A2DACA5-76F0-6D5D-0121-7495B40AED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66E9FB6-1D93-D733-D6A5-0E25A31088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23DA3-40A3-4571-A369-4CC6475D1AA6}" type="datetimeFigureOut">
              <a:rPr lang="ko-KR" altLang="en-US" smtClean="0"/>
              <a:t>2025-08-05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B3EEBEE-64A2-27A4-C18C-445B615B4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F15C0C2-BA67-9E1A-5A35-BC91FAB6D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A6958-2C08-4344-8D4D-782CE832C8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744186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0F0DB3-A8D2-62D4-2AB1-E755393164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BEA0C38-5C73-1CDC-81C1-A769186817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3D89A63-D7F3-CB9D-EEC0-E98D7A2F6B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E8F6FC5-E605-0E6A-83A2-5F0730A9E7C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0C093F68-2BD7-E1EB-21BF-242CCFBC879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08E67A17-DECB-A0EE-1A92-21A0C9D115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23DA3-40A3-4571-A369-4CC6475D1AA6}" type="datetimeFigureOut">
              <a:rPr lang="ko-KR" altLang="en-US" smtClean="0"/>
              <a:t>2025-08-05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9540BC97-A640-E93E-03F5-A1307ADFD7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044D0E6-4464-6238-2CEE-1F6DA5223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A6958-2C08-4344-8D4D-782CE832C8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149873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3B025F-EE95-914B-15DE-9C6642F120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5A1E91A-DE96-2E15-3BB0-2BB4E6033C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23DA3-40A3-4571-A369-4CC6475D1AA6}" type="datetimeFigureOut">
              <a:rPr lang="ko-KR" altLang="en-US" smtClean="0"/>
              <a:t>2025-08-05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340C5FD-2AC9-0AE7-3CEF-46C68A4284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FF74FAD-9E17-7558-104F-16FF31927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A6958-2C08-4344-8D4D-782CE832C8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4332484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32F1F78-6150-E43F-DC0C-FDF97D24FD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23DA3-40A3-4571-A369-4CC6475D1AA6}" type="datetimeFigureOut">
              <a:rPr lang="ko-KR" altLang="en-US" smtClean="0"/>
              <a:t>2025-08-05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2061569-0A6C-8683-5B02-29B5F23B5E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5BC0A5E-6F83-4FB3-F055-0CC5132851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A6958-2C08-4344-8D4D-782CE832C8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6208628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F12EC71-A571-8E44-9875-E479A32237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077421E-AA8E-AE61-99E7-825AC6DCB1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37DBA5C-F8D2-67D2-0AAF-219CDE6170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4859A70-83C2-EF02-3239-CF915B6665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23DA3-40A3-4571-A369-4CC6475D1AA6}" type="datetimeFigureOut">
              <a:rPr lang="ko-KR" altLang="en-US" smtClean="0"/>
              <a:t>2025-08-05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15803F2-4E98-C6D9-8111-3D25CA3E2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2199D98-1A97-523A-504A-1FA26DCE8E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A6958-2C08-4344-8D4D-782CE832C8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1959985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39D934-EB66-B49B-18C0-87CF06D53C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9D4CF5F-33A9-9DA3-1720-06F2C42AE92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7884A5F-9E30-F865-CFCB-22ED9C2B46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696499E-F719-5E2F-BD33-E1B97421D9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23DA3-40A3-4571-A369-4CC6475D1AA6}" type="datetimeFigureOut">
              <a:rPr lang="ko-KR" altLang="en-US" smtClean="0"/>
              <a:t>2025-08-05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48D0FAE-0783-F210-4F57-CCEC3B3E4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DC72725-ADA2-7415-85F6-DE62042C13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A6958-2C08-4344-8D4D-782CE832C8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5377055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97110C-0A5B-0138-35AA-90B2E680A0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5C5A233-3265-F5DF-BD89-99F32A102C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E3E21F5-1B27-2316-AE50-B81022E91C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23DA3-40A3-4571-A369-4CC6475D1AA6}" type="datetimeFigureOut">
              <a:rPr lang="ko-KR" altLang="en-US" smtClean="0"/>
              <a:t>2025-08-05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AB81685-601F-0CED-D91E-E5CFE9710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C130E41-DF76-A672-1C7F-4DD5919E5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A6958-2C08-4344-8D4D-782CE832C8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1406104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63F3F08-AC31-63CC-8AD8-D71BCE1EEB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E24BECB-5DB0-84BB-814D-E557D53A30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7EC2E84-CA56-636C-BBA8-7658EAC2AB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23DA3-40A3-4571-A369-4CC6475D1AA6}" type="datetimeFigureOut">
              <a:rPr lang="ko-KR" altLang="en-US" smtClean="0"/>
              <a:t>2025-08-05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B759E3D-E7F9-95BA-CFF0-57C5BAC704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0A758B0-EB1B-6E41-64EE-2B85E6153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A6958-2C08-4344-8D4D-782CE832C8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5333823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50271858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클라우드 도입사례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6861823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클라우드 개요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62191994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빈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8272801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56602866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연결선 4"/>
          <p:cNvCxnSpPr/>
          <p:nvPr userDrawn="1"/>
        </p:nvCxnSpPr>
        <p:spPr>
          <a:xfrm>
            <a:off x="778486" y="692696"/>
            <a:ext cx="10635028" cy="0"/>
          </a:xfrm>
          <a:prstGeom prst="line">
            <a:avLst/>
          </a:prstGeom>
          <a:ln w="22225">
            <a:solidFill>
              <a:srgbClr val="EF402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Y:\2.마케팅팀\05.홍보\15.CI.슬로건.간판\07.신규 기업 슬로건\2. 영문\대동공업_영문 슬로건_3줄_화이트.pn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376159" y="5748114"/>
            <a:ext cx="1955674" cy="1188000"/>
          </a:xfrm>
          <a:prstGeom prst="rect">
            <a:avLst/>
          </a:prstGeom>
          <a:noFill/>
        </p:spPr>
      </p:pic>
      <p:sp>
        <p:nvSpPr>
          <p:cNvPr id="13" name="텍스트 개체 틀 14">
            <a:extLst>
              <a:ext uri="{FF2B5EF4-FFF2-40B4-BE49-F238E27FC236}">
                <a16:creationId xmlns:a16="http://schemas.microsoft.com/office/drawing/2014/main" id="{E5DF8311-07C1-4D05-B5D7-D11D9A507C8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275" y="1998132"/>
            <a:ext cx="5406139" cy="432000"/>
          </a:xfrm>
          <a:prstGeom prst="rect">
            <a:avLst/>
          </a:prstGeom>
          <a:ln>
            <a:noFill/>
          </a:ln>
        </p:spPr>
        <p:txBody>
          <a:bodyPr wrap="none" anchor="t" anchorCtr="0">
            <a:noAutofit/>
          </a:bodyPr>
          <a:lstStyle>
            <a:lvl1pPr marL="180000" indent="-180000" algn="l" eaLnBrk="0" latinLnBrk="0" hangingPunct="0">
              <a:lnSpc>
                <a:spcPct val="120000"/>
              </a:lnSpc>
              <a:spcBef>
                <a:spcPts val="800"/>
              </a:spcBef>
              <a:buNone/>
              <a:defRPr sz="1400" b="1" cap="none" baseline="0">
                <a:solidFill>
                  <a:srgbClr val="EF4023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D58E126-4E1B-42BD-A24F-19BF796CC972}"/>
              </a:ext>
            </a:extLst>
          </p:cNvPr>
          <p:cNvSpPr txBox="1"/>
          <p:nvPr userDrawn="1"/>
        </p:nvSpPr>
        <p:spPr>
          <a:xfrm>
            <a:off x="799656" y="252428"/>
            <a:ext cx="1683879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sz="18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목차</a:t>
            </a:r>
          </a:p>
        </p:txBody>
      </p:sp>
    </p:spTree>
    <p:extLst>
      <p:ext uri="{BB962C8B-B14F-4D97-AF65-F5344CB8AC3E}">
        <p14:creationId xmlns:p14="http://schemas.microsoft.com/office/powerpoint/2010/main" val="3027132938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521" y="3449320"/>
            <a:ext cx="3536241" cy="1044966"/>
          </a:xfrm>
          <a:prstGeom prst="rect">
            <a:avLst/>
          </a:prstGeom>
        </p:spPr>
      </p:pic>
      <p:sp>
        <p:nvSpPr>
          <p:cNvPr id="4" name="Rectangle 40">
            <a:extLst>
              <a:ext uri="{FF2B5EF4-FFF2-40B4-BE49-F238E27FC236}">
                <a16:creationId xmlns:a16="http://schemas.microsoft.com/office/drawing/2014/main" id="{9935298B-DF7F-426C-B5AC-EDF2461AF273}"/>
              </a:ext>
            </a:extLst>
          </p:cNvPr>
          <p:cNvSpPr>
            <a:spLocks noChangeArrowheads="1"/>
          </p:cNvSpPr>
          <p:nvPr userDrawn="1">
            <p:custDataLst>
              <p:tags r:id="rId1"/>
            </p:custDataLst>
          </p:nvPr>
        </p:nvSpPr>
        <p:spPr bwMode="gray">
          <a:xfrm>
            <a:off x="6494823" y="4954689"/>
            <a:ext cx="4840766" cy="1282675"/>
          </a:xfrm>
          <a:prstGeom prst="rect">
            <a:avLst/>
          </a:prstGeom>
          <a:noFill/>
          <a:ln w="12700" algn="ctr">
            <a:solidFill>
              <a:schemeClr val="bg1">
                <a:lumMod val="50000"/>
              </a:schemeClr>
            </a:solidFill>
            <a:prstDash val="dash"/>
            <a:miter lim="800000"/>
            <a:headEnd/>
            <a:tailEnd/>
          </a:ln>
          <a:effectLst/>
        </p:spPr>
        <p:txBody>
          <a:bodyPr wrap="none" lIns="288000" tIns="36000" rIns="72000" bIns="36000" anchor="ctr"/>
          <a:lstStyle/>
          <a:p>
            <a:pPr algn="just" defTabSz="762019">
              <a:spcBef>
                <a:spcPct val="40000"/>
              </a:spcBef>
            </a:pPr>
            <a:endParaRPr lang="en-US" altLang="ko-KR" sz="120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고딕"/>
            </a:endParaRPr>
          </a:p>
          <a:p>
            <a:pPr algn="just" defTabSz="762019">
              <a:spcBef>
                <a:spcPct val="40000"/>
              </a:spcBef>
            </a:pPr>
            <a:endParaRPr lang="en-US" altLang="ko-KR" sz="120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고딕"/>
            </a:endParaRPr>
          </a:p>
          <a:p>
            <a:pPr algn="just" defTabSz="762019">
              <a:spcBef>
                <a:spcPct val="40000"/>
              </a:spcBef>
            </a:pPr>
            <a:endParaRPr lang="en-US" altLang="ko-KR" sz="120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고딕"/>
            </a:endParaRPr>
          </a:p>
          <a:p>
            <a:pPr algn="just" defTabSz="762019">
              <a:spcBef>
                <a:spcPct val="40000"/>
              </a:spcBef>
            </a:pPr>
            <a:endParaRPr lang="en-US" altLang="ko-KR" sz="120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고딕"/>
            </a:endParaRPr>
          </a:p>
        </p:txBody>
      </p:sp>
      <p:sp>
        <p:nvSpPr>
          <p:cNvPr id="5" name="Text Box 26">
            <a:extLst>
              <a:ext uri="{FF2B5EF4-FFF2-40B4-BE49-F238E27FC236}">
                <a16:creationId xmlns:a16="http://schemas.microsoft.com/office/drawing/2014/main" id="{7314575E-F4F8-4019-AA1A-ABD41EEE137F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856413" y="4954690"/>
            <a:ext cx="4840766" cy="1282675"/>
          </a:xfrm>
          <a:prstGeom prst="rect">
            <a:avLst/>
          </a:prstGeom>
          <a:noFill/>
          <a:ln w="12700">
            <a:solidFill>
              <a:srgbClr val="000000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noAutofit/>
          </a:bodyPr>
          <a:lstStyle>
            <a:lvl1pPr eaLnBrk="0" hangingPunct="0">
              <a:defRPr kumimoji="1" sz="1200">
                <a:solidFill>
                  <a:schemeClr val="tx1"/>
                </a:solidFill>
                <a:latin typeface="Arial" charset="0"/>
                <a:ea typeface="돋움체" pitchFamily="49" charset="-127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Arial" charset="0"/>
                <a:ea typeface="돋움체" pitchFamily="49" charset="-127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Arial" charset="0"/>
                <a:ea typeface="돋움체" pitchFamily="49" charset="-127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Arial" charset="0"/>
                <a:ea typeface="돋움체" pitchFamily="49" charset="-127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Arial" charset="0"/>
                <a:ea typeface="돋움체" pitchFamily="49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charset="0"/>
                <a:ea typeface="돋움체" pitchFamily="49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charset="0"/>
                <a:ea typeface="돋움체" pitchFamily="49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charset="0"/>
                <a:ea typeface="돋움체" pitchFamily="49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charset="0"/>
                <a:ea typeface="돋움체" pitchFamily="49" charset="-127"/>
              </a:defRPr>
            </a:lvl9pPr>
          </a:lstStyle>
          <a:p>
            <a:pPr algn="l" eaLnBrk="1" hangingPunct="1">
              <a:lnSpc>
                <a:spcPct val="110000"/>
              </a:lnSpc>
              <a:spcBef>
                <a:spcPts val="300"/>
              </a:spcBef>
            </a:pPr>
            <a:endParaRPr lang="en-US" altLang="ko-KR" sz="120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l" eaLnBrk="1" hangingPunct="1">
              <a:lnSpc>
                <a:spcPct val="110000"/>
              </a:lnSpc>
              <a:spcBef>
                <a:spcPts val="300"/>
              </a:spcBef>
            </a:pPr>
            <a:endParaRPr lang="en-US" altLang="ko-KR" sz="120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5EBEC62-76E1-401C-9FE7-F5082387D1E4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>
          <a:xfrm>
            <a:off x="6856796" y="5148684"/>
            <a:ext cx="39263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defTabSz="762019">
              <a:spcBef>
                <a:spcPct val="40000"/>
              </a:spcBef>
            </a:pPr>
            <a:r>
              <a:rPr lang="ko-KR" altLang="en-US" sz="1200" dirty="0">
                <a:solidFill>
                  <a:srgbClr val="5C646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고딕"/>
              </a:rPr>
              <a:t>본</a:t>
            </a:r>
            <a:r>
              <a:rPr lang="en-US" altLang="ko-KR" sz="1200" dirty="0">
                <a:solidFill>
                  <a:srgbClr val="5C646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고딕"/>
              </a:rPr>
              <a:t> </a:t>
            </a:r>
            <a:r>
              <a:rPr lang="ko-KR" altLang="en-US" sz="1200" dirty="0">
                <a:solidFill>
                  <a:srgbClr val="5C646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고딕"/>
              </a:rPr>
              <a:t>문서와 관련한 문의</a:t>
            </a:r>
            <a:endParaRPr lang="en-US" altLang="ko-KR" sz="1200" dirty="0">
              <a:solidFill>
                <a:srgbClr val="5C646F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고딕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93EBCF4-41B3-4F21-8C9B-EFE0BA597CC3}"/>
              </a:ext>
            </a:extLst>
          </p:cNvPr>
          <p:cNvSpPr/>
          <p:nvPr userDrawn="1"/>
        </p:nvSpPr>
        <p:spPr>
          <a:xfrm>
            <a:off x="979358" y="5094510"/>
            <a:ext cx="4584881" cy="7786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eaLnBrk="1" hangingPunct="1">
              <a:lnSpc>
                <a:spcPct val="110000"/>
              </a:lnSpc>
              <a:spcBef>
                <a:spcPts val="300"/>
              </a:spcBef>
            </a:pPr>
            <a:r>
              <a:rPr lang="ko-KR" altLang="en-US" sz="1200" dirty="0">
                <a:solidFill>
                  <a:srgbClr val="5C646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사업장 주소</a:t>
            </a:r>
            <a:endParaRPr lang="en-US" altLang="ko-KR" sz="1200" dirty="0">
              <a:solidFill>
                <a:srgbClr val="5C646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l" eaLnBrk="1" hangingPunct="1">
              <a:lnSpc>
                <a:spcPct val="110000"/>
              </a:lnSpc>
              <a:spcBef>
                <a:spcPts val="300"/>
              </a:spcBef>
            </a:pPr>
            <a:r>
              <a:rPr lang="en-US" altLang="ko-KR" sz="1200" dirty="0">
                <a:solidFill>
                  <a:srgbClr val="5C646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| Tel. 02-000-0000</a:t>
            </a:r>
          </a:p>
          <a:p>
            <a:pPr algn="l" eaLnBrk="1" hangingPunct="1">
              <a:lnSpc>
                <a:spcPct val="110000"/>
              </a:lnSpc>
              <a:spcBef>
                <a:spcPts val="300"/>
              </a:spcBef>
            </a:pPr>
            <a:r>
              <a:rPr lang="en-US" altLang="ko-KR" sz="1200" dirty="0">
                <a:solidFill>
                  <a:srgbClr val="5C646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| http://</a:t>
            </a:r>
            <a:r>
              <a:rPr lang="ko-KR" altLang="en-US" sz="1200" baseline="0" dirty="0">
                <a:solidFill>
                  <a:srgbClr val="5C646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200" baseline="0" dirty="0">
                <a:solidFill>
                  <a:srgbClr val="5C646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200" baseline="0" dirty="0">
                <a:solidFill>
                  <a:srgbClr val="5C646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홈페이지 주소</a:t>
            </a:r>
            <a:r>
              <a:rPr lang="en-US" altLang="ko-KR" sz="1200" baseline="0" dirty="0">
                <a:solidFill>
                  <a:srgbClr val="5C646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1200" dirty="0">
              <a:solidFill>
                <a:srgbClr val="5C646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텍스트 개체 틀 2">
            <a:extLst>
              <a:ext uri="{FF2B5EF4-FFF2-40B4-BE49-F238E27FC236}">
                <a16:creationId xmlns:a16="http://schemas.microsoft.com/office/drawing/2014/main" id="{75AA019B-C022-460A-8212-A4A50AB03E5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954621" y="5414292"/>
            <a:ext cx="3927231" cy="751013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ct val="100000"/>
              </a:lnSpc>
              <a:spcBef>
                <a:spcPts val="576"/>
              </a:spcBef>
              <a:buNone/>
              <a:defRPr sz="1200">
                <a:solidFill>
                  <a:srgbClr val="5C646F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사업부 </a:t>
            </a:r>
            <a:r>
              <a:rPr lang="en-US" altLang="ko-KR" dirty="0"/>
              <a:t>:	</a:t>
            </a:r>
            <a:r>
              <a:rPr lang="ko-KR" altLang="en-US" dirty="0"/>
              <a:t>이름 </a:t>
            </a:r>
            <a:r>
              <a:rPr lang="en-US" altLang="ko-KR" dirty="0"/>
              <a:t>:	</a:t>
            </a:r>
          </a:p>
          <a:p>
            <a:pPr lvl="0"/>
            <a:r>
              <a:rPr lang="ko-KR" altLang="en-US" dirty="0"/>
              <a:t>연락처 </a:t>
            </a:r>
            <a:r>
              <a:rPr lang="en-US" altLang="ko-KR" dirty="0"/>
              <a:t>:		</a:t>
            </a:r>
          </a:p>
          <a:p>
            <a:pPr lvl="0"/>
            <a:r>
              <a:rPr lang="ko-KR" altLang="en-US" dirty="0"/>
              <a:t>이메일 주소 </a:t>
            </a:r>
            <a:r>
              <a:rPr lang="en-US" altLang="ko-KR" dirty="0"/>
              <a:t>:		</a:t>
            </a:r>
            <a:endParaRPr lang="ko-KR" altLang="en-US" dirty="0"/>
          </a:p>
        </p:txBody>
      </p:sp>
      <p:sp>
        <p:nvSpPr>
          <p:cNvPr id="10" name="슬라이드 번호 개체 틀 6"/>
          <p:cNvSpPr txBox="1">
            <a:spLocks/>
          </p:cNvSpPr>
          <p:nvPr userDrawn="1"/>
        </p:nvSpPr>
        <p:spPr>
          <a:xfrm>
            <a:off x="9347200" y="6492876"/>
            <a:ext cx="2844800" cy="36512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2AB9B5A-762C-44C8-8DF2-EF332BB62081}" type="slidenum">
              <a:rPr kumimoji="0" lang="ko-KR" altLang="en-US" sz="1050" b="0" i="0" u="none" strike="noStrike" kern="1200" cap="none" spc="0" normalizeH="0" baseline="0" noProof="0" smtClean="0">
                <a:ln>
                  <a:noFill/>
                </a:ln>
                <a:solidFill>
                  <a:srgbClr val="59565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1050" b="0" i="0" u="none" strike="noStrike" kern="1200" cap="none" spc="0" normalizeH="0" baseline="0" noProof="0" dirty="0">
              <a:ln>
                <a:noFill/>
              </a:ln>
              <a:solidFill>
                <a:srgbClr val="595656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3" name="직사각형 12"/>
          <p:cNvSpPr/>
          <p:nvPr userDrawn="1"/>
        </p:nvSpPr>
        <p:spPr>
          <a:xfrm>
            <a:off x="778486" y="1484785"/>
            <a:ext cx="10635028" cy="149864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600" b="1" dirty="0">
                <a:solidFill>
                  <a:schemeClr val="tx1"/>
                </a:solidFill>
              </a:rPr>
              <a:t>END</a:t>
            </a:r>
            <a:r>
              <a:rPr lang="en-US" altLang="ko-KR" sz="3600" b="1" baseline="0" dirty="0">
                <a:solidFill>
                  <a:schemeClr val="tx1"/>
                </a:solidFill>
              </a:rPr>
              <a:t> OF DOCUMENT</a:t>
            </a:r>
            <a:endParaRPr lang="ko-KR" altLang="en-US" sz="36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6817932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Y:\2.마케팅팀\05.홍보\15.CI.슬로건.간판\07.신규 기업 슬로건\2. 영문\대동공업_영문 슬로건_3줄_화이트.pn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376159" y="5748114"/>
            <a:ext cx="1955674" cy="1188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3713744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120">
          <p15:clr>
            <a:srgbClr val="FBAE40"/>
          </p15:clr>
        </p15:guide>
      </p15:sldGuideLst>
    </p:ext>
  </p:extLs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본문_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08711" y="175303"/>
            <a:ext cx="9421271" cy="435861"/>
          </a:xfrm>
          <a:prstGeom prst="rect">
            <a:avLst/>
          </a:prstGeom>
        </p:spPr>
        <p:txBody>
          <a:bodyPr anchor="b"/>
          <a:lstStyle>
            <a:lvl1pPr algn="l">
              <a:defRPr sz="1800" b="0">
                <a:latin typeface="나눔고딕 Bold" panose="020D0804000000000000" pitchFamily="50" charset="-127"/>
                <a:ea typeface="나눔고딕 Bold" panose="020D0804000000000000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1" name="부제목 2"/>
          <p:cNvSpPr>
            <a:spLocks noGrp="1"/>
          </p:cNvSpPr>
          <p:nvPr>
            <p:ph type="subTitle" idx="13"/>
          </p:nvPr>
        </p:nvSpPr>
        <p:spPr>
          <a:xfrm>
            <a:off x="408710" y="685303"/>
            <a:ext cx="11271382" cy="35790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latinLnBrk="0">
              <a:lnSpc>
                <a:spcPct val="110000"/>
              </a:lnSpc>
              <a:buNone/>
              <a:defRPr sz="1400" b="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dirty="0"/>
              <a:t>마스터 부제목 스타일 편집</a:t>
            </a:r>
          </a:p>
        </p:txBody>
      </p:sp>
      <p:sp>
        <p:nvSpPr>
          <p:cNvPr id="13" name="Rectangle 64"/>
          <p:cNvSpPr>
            <a:spLocks noChangeArrowheads="1"/>
          </p:cNvSpPr>
          <p:nvPr userDrawn="1"/>
        </p:nvSpPr>
        <p:spPr bwMode="gray">
          <a:xfrm>
            <a:off x="11313286" y="6556146"/>
            <a:ext cx="750277" cy="18000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0" tIns="46038" rIns="0" bIns="46038" anchor="ctr"/>
          <a:lstStyle/>
          <a:p>
            <a:pPr algn="r" eaLnBrk="0" fontAlgn="auto" latinLnBrk="1" hangingPunct="0">
              <a:lnSpc>
                <a:spcPct val="130000"/>
              </a:lnSpc>
              <a:spcBef>
                <a:spcPct val="0"/>
              </a:spcBef>
              <a:spcAft>
                <a:spcPts val="0"/>
              </a:spcAft>
              <a:defRPr/>
            </a:pPr>
            <a:fld id="{3E9348C7-C68E-4268-AD37-07628ABE3C09}" type="slidenum">
              <a:rPr kumimoji="0" lang="en-GB" altLang="ko-KR" sz="900" b="0" smtClean="0">
                <a:solidFill>
                  <a:srgbClr val="777777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pPr algn="r" eaLnBrk="0" fontAlgn="auto" latinLnBrk="1" hangingPunct="0">
                <a:lnSpc>
                  <a:spcPct val="130000"/>
                </a:lnSpc>
                <a:spcBef>
                  <a:spcPct val="0"/>
                </a:spcBef>
                <a:spcAft>
                  <a:spcPts val="0"/>
                </a:spcAft>
                <a:defRPr/>
              </a:pPr>
              <a:t>‹#›</a:t>
            </a:fld>
            <a:endParaRPr kumimoji="0" lang="ko-KR" altLang="en-GB" sz="900" b="0" dirty="0">
              <a:solidFill>
                <a:srgbClr val="777777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4" name="내용 개체 틀 2"/>
          <p:cNvSpPr>
            <a:spLocks noGrp="1"/>
          </p:cNvSpPr>
          <p:nvPr>
            <p:ph idx="11" hasCustomPrompt="1"/>
          </p:nvPr>
        </p:nvSpPr>
        <p:spPr>
          <a:xfrm>
            <a:off x="408710" y="6556146"/>
            <a:ext cx="7399574" cy="180000"/>
          </a:xfrm>
          <a:prstGeom prst="rect">
            <a:avLst/>
          </a:prstGeom>
        </p:spPr>
        <p:txBody>
          <a:bodyPr lIns="90000">
            <a:noAutofit/>
          </a:bodyPr>
          <a:lstStyle>
            <a:lvl1pPr marL="0" indent="0" algn="l" defTabSz="914400" rtl="0" eaLnBrk="1" fontAlgn="auto" latinLnBrk="0" hangingPunct="1">
              <a:spcBef>
                <a:spcPts val="600"/>
              </a:spcBef>
              <a:spcAft>
                <a:spcPts val="0"/>
              </a:spcAft>
              <a:buFont typeface="Arial" pitchFamily="34" charset="0"/>
              <a:buNone/>
              <a:defRPr kumimoji="0" lang="ko-KR" altLang="en-US" sz="800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>
              <a:buFontTx/>
              <a:buNone/>
              <a:defRPr sz="1200"/>
            </a:lvl2pPr>
            <a:lvl3pPr>
              <a:buFontTx/>
              <a:buNone/>
              <a:defRPr sz="1200"/>
            </a:lvl3pPr>
            <a:lvl4pPr>
              <a:buFontTx/>
              <a:buNone/>
              <a:defRPr sz="1200"/>
            </a:lvl4pPr>
            <a:lvl5pPr>
              <a:buFontTx/>
              <a:buNone/>
              <a:defRPr sz="1200"/>
            </a:lvl5pPr>
          </a:lstStyle>
          <a:p>
            <a:pPr marL="0" marR="0" lvl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내용제목</a:t>
            </a:r>
          </a:p>
        </p:txBody>
      </p:sp>
    </p:spTree>
    <p:extLst>
      <p:ext uri="{BB962C8B-B14F-4D97-AF65-F5344CB8AC3E}">
        <p14:creationId xmlns:p14="http://schemas.microsoft.com/office/powerpoint/2010/main" val="23042403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120">
          <p15:clr>
            <a:srgbClr val="FBAE40"/>
          </p15:clr>
        </p15:guide>
      </p15:sldGuideLst>
    </p:ext>
  </p:extLs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525BA5B-2B03-D988-A4C6-2BE993A475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A6BDBB1-A3E3-CAE9-9327-E0A517A37F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DD7D70D-926D-5056-D629-ED97F434BC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23DA3-40A3-4571-A369-4CC6475D1AA6}" type="datetimeFigureOut">
              <a:rPr lang="ko-KR" altLang="en-US" smtClean="0"/>
              <a:t>2025-08-05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BF82E60-0356-7045-69D8-234628384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4749D50-1CB6-3FD2-EB10-CC7623732A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A6958-2C08-4344-8D4D-782CE832C8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0368069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직사각형 31">
            <a:extLst>
              <a:ext uri="{FF2B5EF4-FFF2-40B4-BE49-F238E27FC236}">
                <a16:creationId xmlns:a16="http://schemas.microsoft.com/office/drawing/2014/main" id="{7DF135DB-E954-A667-7E43-03A9893CA95B}"/>
              </a:ext>
            </a:extLst>
          </p:cNvPr>
          <p:cNvSpPr/>
          <p:nvPr/>
        </p:nvSpPr>
        <p:spPr>
          <a:xfrm>
            <a:off x="3373494" y="1860601"/>
            <a:ext cx="5445012" cy="4132654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페이퍼로지 8 ExtraBold" pitchFamily="2" charset="-127"/>
              <a:ea typeface="페이퍼로지 8 ExtraBold" pitchFamily="2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4403028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FE47EDB-B1FF-FCCA-53BB-3047178683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4E354C0-61DE-604B-377E-6EC2D0DBAA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02D91F5-765C-E78E-A895-B816F6DC69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23DA3-40A3-4571-A369-4CC6475D1AA6}" type="datetimeFigureOut">
              <a:rPr lang="ko-KR" altLang="en-US" smtClean="0"/>
              <a:t>2025-08-05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6F29DF5-9477-6358-6A66-379C5549E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8FBAB2F-47EA-30BA-CB5D-F24FB7BEF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A6958-2C08-4344-8D4D-782CE832C8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2440024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3CA727-281D-5B33-9513-9A54A6B903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75BD5AD-9C83-2479-0351-AF33FE90BA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74A619D-4A4E-2157-F2D1-393C6B3BA8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23DA3-40A3-4571-A369-4CC6475D1AA6}" type="datetimeFigureOut">
              <a:rPr lang="ko-KR" altLang="en-US" smtClean="0"/>
              <a:t>2025-08-05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765ADBB-54B0-F669-9164-276DC5C75F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557A0A9-3E90-CD63-E13B-CB3F3DAF0B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A6958-2C08-4344-8D4D-782CE832C8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3931224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C17566-9460-A71C-7CCD-AAE732765C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C7E238A-94FA-A7B1-8960-0C7D9D85B9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A2DACA5-76F0-6D5D-0121-7495B40AED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66E9FB6-1D93-D733-D6A5-0E25A31088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23DA3-40A3-4571-A369-4CC6475D1AA6}" type="datetimeFigureOut">
              <a:rPr lang="ko-KR" altLang="en-US" smtClean="0"/>
              <a:t>2025-08-05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B3EEBEE-64A2-27A4-C18C-445B615B4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F15C0C2-BA67-9E1A-5A35-BC91FAB6D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A6958-2C08-4344-8D4D-782CE832C8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1708368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0F0DB3-A8D2-62D4-2AB1-E755393164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BEA0C38-5C73-1CDC-81C1-A769186817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3D89A63-D7F3-CB9D-EEC0-E98D7A2F6B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E8F6FC5-E605-0E6A-83A2-5F0730A9E7C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0C093F68-2BD7-E1EB-21BF-242CCFBC879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08E67A17-DECB-A0EE-1A92-21A0C9D115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23DA3-40A3-4571-A369-4CC6475D1AA6}" type="datetimeFigureOut">
              <a:rPr lang="ko-KR" altLang="en-US" smtClean="0"/>
              <a:t>2025-08-05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9540BC97-A640-E93E-03F5-A1307ADFD7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044D0E6-4464-6238-2CEE-1F6DA5223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A6958-2C08-4344-8D4D-782CE832C8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9607010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3B025F-EE95-914B-15DE-9C6642F120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5A1E91A-DE96-2E15-3BB0-2BB4E6033C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23DA3-40A3-4571-A369-4CC6475D1AA6}" type="datetimeFigureOut">
              <a:rPr lang="ko-KR" altLang="en-US" smtClean="0"/>
              <a:t>2025-08-05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340C5FD-2AC9-0AE7-3CEF-46C68A4284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FF74FAD-9E17-7558-104F-16FF31927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A6958-2C08-4344-8D4D-782CE832C8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211905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32F1F78-6150-E43F-DC0C-FDF97D24FD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23DA3-40A3-4571-A369-4CC6475D1AA6}" type="datetimeFigureOut">
              <a:rPr lang="ko-KR" altLang="en-US" smtClean="0"/>
              <a:t>2025-08-05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2061569-0A6C-8683-5B02-29B5F23B5E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5BC0A5E-6F83-4FB3-F055-0CC5132851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A6958-2C08-4344-8D4D-782CE832C8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8866578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F12EC71-A571-8E44-9875-E479A32237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077421E-AA8E-AE61-99E7-825AC6DCB1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37DBA5C-F8D2-67D2-0AAF-219CDE6170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4859A70-83C2-EF02-3239-CF915B6665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23DA3-40A3-4571-A369-4CC6475D1AA6}" type="datetimeFigureOut">
              <a:rPr lang="ko-KR" altLang="en-US" smtClean="0"/>
              <a:t>2025-08-05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15803F2-4E98-C6D9-8111-3D25CA3E2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2199D98-1A97-523A-504A-1FA26DCE8E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A6958-2C08-4344-8D4D-782CE832C8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6579561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39D934-EB66-B49B-18C0-87CF06D53C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9D4CF5F-33A9-9DA3-1720-06F2C42AE92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7884A5F-9E30-F865-CFCB-22ED9C2B46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696499E-F719-5E2F-BD33-E1B97421D9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23DA3-40A3-4571-A369-4CC6475D1AA6}" type="datetimeFigureOut">
              <a:rPr lang="ko-KR" altLang="en-US" smtClean="0"/>
              <a:t>2025-08-05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48D0FAE-0783-F210-4F57-CCEC3B3E4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DC72725-ADA2-7415-85F6-DE62042C13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A6958-2C08-4344-8D4D-782CE832C8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5358474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97110C-0A5B-0138-35AA-90B2E680A0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5C5A233-3265-F5DF-BD89-99F32A102C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E3E21F5-1B27-2316-AE50-B81022E91C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23DA3-40A3-4571-A369-4CC6475D1AA6}" type="datetimeFigureOut">
              <a:rPr lang="ko-KR" altLang="en-US" smtClean="0"/>
              <a:t>2025-08-05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AB81685-601F-0CED-D91E-E5CFE9710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C130E41-DF76-A672-1C7F-4DD5919E5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A6958-2C08-4344-8D4D-782CE832C8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196781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63F3F08-AC31-63CC-8AD8-D71BCE1EEB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E24BECB-5DB0-84BB-814D-E557D53A30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7EC2E84-CA56-636C-BBA8-7658EAC2AB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23DA3-40A3-4571-A369-4CC6475D1AA6}" type="datetimeFigureOut">
              <a:rPr lang="ko-KR" altLang="en-US" smtClean="0"/>
              <a:t>2025-08-05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B759E3D-E7F9-95BA-CFF0-57C5BAC704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0A758B0-EB1B-6E41-64EE-2B85E6153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A6958-2C08-4344-8D4D-782CE832C8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4030569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86871847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26F014C-9742-D29F-2C2C-2DE0AC0290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F30DD8F-2AC3-69FD-4D6C-66D16E37FD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09F9F08-7202-F2D5-FC98-98ED1E1EA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68AAD-B36B-4046-BE64-5893250D023F}" type="datetimeFigureOut">
              <a:rPr lang="ko-KR" altLang="en-US" smtClean="0"/>
              <a:t>2025-08-05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0D4DA9C-75FC-1F37-4B22-5CA0C60ACB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C1B180A-4D82-7D53-84B7-AE514BA306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FDBFB-3AB0-464D-AD87-3BA2C82C61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8173648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69E544-8492-2D4A-4AC2-FCA3181FD6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1B87E08-A367-7AC8-A469-FC6D259276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3C94A53-B739-88F8-B991-446A4520CB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68AAD-B36B-4046-BE64-5893250D023F}" type="datetimeFigureOut">
              <a:rPr lang="ko-KR" altLang="en-US" smtClean="0"/>
              <a:t>2025-08-05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12DD693-8BE7-DF6A-28E0-F0A43728AD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90E81F8-D18E-1FD5-660A-0167D7393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FDBFB-3AB0-464D-AD87-3BA2C82C61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090300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1BE118-84B0-EA7F-92BA-78D0059D10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28F5C8F-5003-CE9E-64B8-EE3B8CE133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27F36E3-74D4-01B3-FA3C-D8D9D557E8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68AAD-B36B-4046-BE64-5893250D023F}" type="datetimeFigureOut">
              <a:rPr lang="ko-KR" altLang="en-US" smtClean="0"/>
              <a:t>2025-08-05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59E8E01-F69E-6CAF-377C-02EF8C1685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2023A24-66BD-9848-EA35-25F71E265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FDBFB-3AB0-464D-AD87-3BA2C82C61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2292311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37C6AF-FA0B-2E28-97E6-8A5669CB25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3816E42-40C1-42DD-5101-E3000BACBD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9AD2825-65FE-6D81-74B6-9C6156367E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40DE423-7FE1-1C5A-704B-C81ECA9D0A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68AAD-B36B-4046-BE64-5893250D023F}" type="datetimeFigureOut">
              <a:rPr lang="ko-KR" altLang="en-US" smtClean="0"/>
              <a:t>2025-08-05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B42DD4B-0AFD-8551-263C-FEE6E523A0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EE39C67-DEC8-C86E-B414-84089CFE4D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FDBFB-3AB0-464D-AD87-3BA2C82C61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4014240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92E29E-69BF-907A-E9CC-CF54BDFFE4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4E5861D-AD49-DAB4-64AE-3AB5D4294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7320280-5CB9-2C7E-698C-996F2FF704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2F79F15-51B8-9CFD-7992-F85580E7C2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525BD27-3497-01AB-0513-EDE8879E40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2836028-D758-50F9-1914-647C7DE9E0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68AAD-B36B-4046-BE64-5893250D023F}" type="datetimeFigureOut">
              <a:rPr lang="ko-KR" altLang="en-US" smtClean="0"/>
              <a:t>2025-08-05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51929E8-6454-4C79-0025-60FAE328D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E091D6D-F0C7-C218-AE5D-435835A744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FDBFB-3AB0-464D-AD87-3BA2C82C61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1018942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004858-F815-8F16-7CF6-4BAB0E0235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94C8EAE-BA7C-4272-7B7F-65EFDA5ADB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68AAD-B36B-4046-BE64-5893250D023F}" type="datetimeFigureOut">
              <a:rPr lang="ko-KR" altLang="en-US" smtClean="0"/>
              <a:t>2025-08-05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244F0CD-A24E-C7D8-12A2-BD7640224F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A68EA02-D62E-2CA4-E6CD-EA75FB0D3F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FDBFB-3AB0-464D-AD87-3BA2C82C61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184278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F490A0F-03C1-44DF-1B27-9B271A51BD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68AAD-B36B-4046-BE64-5893250D023F}" type="datetimeFigureOut">
              <a:rPr lang="ko-KR" altLang="en-US" smtClean="0"/>
              <a:t>2025-08-05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C4C167F-F883-C48D-6F31-8A13BD7450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38EB17D-F9C7-ADF7-187B-238B44EDA9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FDBFB-3AB0-464D-AD87-3BA2C82C61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4152174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8514B9-F156-6BCD-F3FA-DF067D0AD4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2435331-DA77-A666-4730-C30B008AEC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3FCEF49-E2C5-CBC9-DFAD-946CE2ED00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EC0B7E0-F9E2-C74A-F912-C290919B57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68AAD-B36B-4046-BE64-5893250D023F}" type="datetimeFigureOut">
              <a:rPr lang="ko-KR" altLang="en-US" smtClean="0"/>
              <a:t>2025-08-05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2C45EAC-F28B-51A2-50B3-619239ED84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F06BB0E-4BB3-3693-F31D-3632301B66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FDBFB-3AB0-464D-AD87-3BA2C82C61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3613687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979AC94-B011-D8B8-9D81-58E70F9CF3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BF0DC6E-16CA-7D86-E794-125EAB0BC7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C45F682-3EE9-B89F-2473-9F99701EB2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57721BA-2893-D010-CF5C-4C9BD43B7C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68AAD-B36B-4046-BE64-5893250D023F}" type="datetimeFigureOut">
              <a:rPr lang="ko-KR" altLang="en-US" smtClean="0"/>
              <a:t>2025-08-05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DCC90A6-5B57-BB19-4C50-850450B8AF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E411A95-43C1-A744-4233-D47C765FB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FDBFB-3AB0-464D-AD87-3BA2C82C61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8165979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D54EDD-FE9C-0264-C807-4BDC8473D3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21F859C-1644-2AF8-8757-48074E23B3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C38C38D-C3B0-5219-7B9F-C1550DAE4A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68AAD-B36B-4046-BE64-5893250D023F}" type="datetimeFigureOut">
              <a:rPr lang="ko-KR" altLang="en-US" smtClean="0"/>
              <a:t>2025-08-05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C299EAB-79A6-D593-3760-E373B0AED7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A7CB5AA-739D-1FCE-44AC-7A5879CF21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FDBFB-3AB0-464D-AD87-3BA2C82C61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9255665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49DA3DC-617E-C00B-98C1-1EFFADA41A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9E79615-6C0C-A245-C9D9-15A4A03B6C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3ADEEA0-3741-C295-E695-50B1567AF2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68AAD-B36B-4046-BE64-5893250D023F}" type="datetimeFigureOut">
              <a:rPr lang="ko-KR" altLang="en-US" smtClean="0"/>
              <a:t>2025-08-05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0EEC04E-98BC-71D7-3D5C-FDD0058B28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B877F21-09DC-DA00-AA89-B5744EFF7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FDBFB-3AB0-464D-AD87-3BA2C82C61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1685531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D3AAD4D-C6CE-4F5F-B137-50F7956CF3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A8BF8E5-C93B-4C91-A456-D7FC4CD80E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0D750C5-958F-4711-A85F-1427E05252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AFBC1-A955-417B-85A6-91686138DE1D}" type="datetimeFigureOut">
              <a:rPr lang="ko-KR" altLang="en-US" smtClean="0"/>
              <a:t>2025-08-05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DDBB7C2-B78C-4306-8D14-44142A9513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CDC2CB3-6F9E-4DEC-8361-B4C9AEFA77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0B37A-9272-44EB-8364-6C9FB02E1157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883262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1">
            <a:extLst>
              <a:ext uri="{FF2B5EF4-FFF2-40B4-BE49-F238E27FC236}">
                <a16:creationId xmlns:a16="http://schemas.microsoft.com/office/drawing/2014/main" id="{0BACC724-E430-5439-B8D3-FE3865A461F9}"/>
              </a:ext>
            </a:extLst>
          </p:cNvPr>
          <p:cNvSpPr txBox="1">
            <a:spLocks/>
          </p:cNvSpPr>
          <p:nvPr userDrawn="1"/>
        </p:nvSpPr>
        <p:spPr>
          <a:xfrm>
            <a:off x="11447891" y="6603365"/>
            <a:ext cx="345140" cy="12509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defPPr>
              <a:defRPr lang="en-US"/>
            </a:defPPr>
            <a:lvl1pPr algn="r">
              <a:defRPr sz="813">
                <a:ln>
                  <a:solidFill>
                    <a:schemeClr val="accent1">
                      <a:alpha val="0"/>
                    </a:schemeClr>
                  </a:solidFill>
                </a:ln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0C30C06-50AB-4F59-A674-1FC7930DCE0F}" type="slidenum">
              <a:rPr lang="ko-KR" altLang="en-US" sz="80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srgbClr val="6A6A6A"/>
                </a:solidFill>
                <a:latin typeface="Montserrat Medium" pitchFamily="2" charset="0"/>
              </a:rPr>
              <a:pPr/>
              <a:t>‹#›</a:t>
            </a:fld>
            <a:endParaRPr lang="ko-KR" altLang="en-US" sz="800" dirty="0">
              <a:ln>
                <a:solidFill>
                  <a:schemeClr val="bg1">
                    <a:lumMod val="50000"/>
                    <a:alpha val="0"/>
                  </a:schemeClr>
                </a:solidFill>
              </a:ln>
              <a:solidFill>
                <a:srgbClr val="6A6A6A"/>
              </a:solidFill>
              <a:latin typeface="Montserrat Medium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0710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490657-2E86-48D4-AF1D-197837FD4D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40A3F0C-C40B-4715-B1E0-C7A1529A73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D6CF3BD-570C-4186-9681-396E048D23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AFBC1-A955-417B-85A6-91686138DE1D}" type="datetimeFigureOut">
              <a:rPr lang="ko-KR" altLang="en-US" smtClean="0"/>
              <a:t>2025-08-05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D38462B-37CB-411B-966F-C375ACA01B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8BCEB47-C895-489B-9853-D15A77F2B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0B37A-9272-44EB-8364-6C9FB02E1157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077863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D326BB-560F-4075-8EAB-7D8657F5F7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6BD6649-4EC6-4FAD-A5EF-0FB59F0EFA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CF855EB-358F-4CA0-AF43-A90A7EE474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FA3CD20-4F57-4AA1-8249-D66A0A70D3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AFBC1-A955-417B-85A6-91686138DE1D}" type="datetimeFigureOut">
              <a:rPr lang="ko-KR" altLang="en-US" smtClean="0"/>
              <a:t>2025-08-05</a:t>
            </a:fld>
            <a:endParaRPr lang="ko-KR" altLang="en-US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DE6FBAB-6545-43C6-9233-3DA84F27F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0FE18B2-4219-4247-8438-D827085C4B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0B37A-9272-44EB-8364-6C9FB02E1157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2532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4DF0C4-5A7D-451A-83EA-4611466BE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9970068-F058-4B93-AE80-A98D25CE5C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C5D57E1-3DCA-47FC-9A90-120F488889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D8EAEB7-7501-46B7-97C9-100F3DB787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7BE2536-F5FE-4566-9470-29E15C7B6D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FE32049-326F-44C7-B533-5E542D805D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AFBC1-A955-417B-85A6-91686138DE1D}" type="datetimeFigureOut">
              <a:rPr lang="ko-KR" altLang="en-US" smtClean="0"/>
              <a:t>2025-08-05</a:t>
            </a:fld>
            <a:endParaRPr lang="ko-KR" altLang="en-US" dirty="0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075F755-9518-411D-9FC9-FC7169CC25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C4A0872D-C6B4-416E-98FD-DD75121AEF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0B37A-9272-44EB-8364-6C9FB02E1157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304922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DC262E-D303-412F-A9C6-36C881BD83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FDACD89-ECBC-4F60-A79F-CBC98F00D1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AFBC1-A955-417B-85A6-91686138DE1D}" type="datetimeFigureOut">
              <a:rPr lang="ko-KR" altLang="en-US" smtClean="0"/>
              <a:t>2025-08-05</a:t>
            </a:fld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490C7E2-1A20-4B21-86EA-3D122EAC8B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631D7AF-E801-48D2-A269-D1FA50E96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0B37A-9272-44EB-8364-6C9FB02E1157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914293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33C061A-8292-476F-A7C8-C94B9AB9D5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AFBC1-A955-417B-85A6-91686138DE1D}" type="datetimeFigureOut">
              <a:rPr lang="ko-KR" altLang="en-US" smtClean="0"/>
              <a:t>2025-08-05</a:t>
            </a:fld>
            <a:endParaRPr lang="ko-KR" altLang="en-US" dirty="0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0020EFA3-C5C2-4C76-A33C-A3EE61E8B5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DBAD2D7-8018-464A-8B31-5BFFFF0AF8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0B37A-9272-44EB-8364-6C9FB02E1157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716197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4B1ADF-3A6E-468E-A2DC-B4920FD5B9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3630726-9CF3-489E-8E0B-34F3D6F365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EA1FEB5-5BDB-4CCE-90FE-70FE59BA9B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91B4462-B603-4BA4-A293-5B3BE95549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AFBC1-A955-417B-85A6-91686138DE1D}" type="datetimeFigureOut">
              <a:rPr lang="ko-KR" altLang="en-US" smtClean="0"/>
              <a:t>2025-08-05</a:t>
            </a:fld>
            <a:endParaRPr lang="ko-KR" altLang="en-US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DB5C68A-1262-42E2-A2A0-9328363566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643064A-38E5-4DDA-BC9D-77C512E9E3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0B37A-9272-44EB-8364-6C9FB02E1157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714633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15BEE8-6070-4660-A4F6-B54A3D915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FE678936-A508-4F36-A8F1-BB05D5C7C3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AA5FBAF-CDB2-479F-BAE9-5E8D0A2170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853E37D-BF20-4CC6-842A-8FF28DEA9B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AFBC1-A955-417B-85A6-91686138DE1D}" type="datetimeFigureOut">
              <a:rPr lang="ko-KR" altLang="en-US" smtClean="0"/>
              <a:t>2025-08-05</a:t>
            </a:fld>
            <a:endParaRPr lang="ko-KR" altLang="en-US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0277284-C57D-464E-AE6A-CF540CC11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3FAF781-C940-4427-9E87-4E70962333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0B37A-9272-44EB-8364-6C9FB02E1157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273770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32C463-170F-4404-A3AF-8CBB4E8A0F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004E18C-9ACE-4ADC-8A78-637F40B65F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B07F474-3332-4570-B1E3-0AA88D01C3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AFBC1-A955-417B-85A6-91686138DE1D}" type="datetimeFigureOut">
              <a:rPr lang="ko-KR" altLang="en-US" smtClean="0"/>
              <a:t>2025-08-05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798B5BB-4F18-4828-9644-48A33CA8B6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15C08F9-C5E0-4166-9949-53304944B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0B37A-9272-44EB-8364-6C9FB02E1157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217668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CF47CAE-1695-4E69-A770-CBB762812E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64FB4D1-D9EE-47ED-ACB3-33795C8E5C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4420216-C680-4137-BF0B-6555A5322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AFBC1-A955-417B-85A6-91686138DE1D}" type="datetimeFigureOut">
              <a:rPr lang="ko-KR" altLang="en-US" smtClean="0"/>
              <a:t>2025-08-05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05565F5-2911-4869-8C8A-1BD42B0B8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54279DA-561D-4626-84F8-F2CC51D03E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0B37A-9272-44EB-8364-6C9FB02E1157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31364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7" Type="http://schemas.openxmlformats.org/officeDocument/2006/relationships/image" Target="../media/image1.jpeg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9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8.xml"/><Relationship Id="rId3" Type="http://schemas.openxmlformats.org/officeDocument/2006/relationships/slideLayout" Target="../slideLayouts/slideLayout23.xml"/><Relationship Id="rId7" Type="http://schemas.openxmlformats.org/officeDocument/2006/relationships/slideLayout" Target="../slideLayouts/slideLayout27.xml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5.xml"/><Relationship Id="rId10" Type="http://schemas.openxmlformats.org/officeDocument/2006/relationships/image" Target="../media/image2.jpeg"/><Relationship Id="rId4" Type="http://schemas.openxmlformats.org/officeDocument/2006/relationships/slideLayout" Target="../slideLayouts/slideLayout24.xml"/><Relationship Id="rId9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6.xml"/><Relationship Id="rId13" Type="http://schemas.openxmlformats.org/officeDocument/2006/relationships/theme" Target="../theme/theme5.xml"/><Relationship Id="rId3" Type="http://schemas.openxmlformats.org/officeDocument/2006/relationships/slideLayout" Target="../slideLayouts/slideLayout31.xml"/><Relationship Id="rId7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40.xml"/><Relationship Id="rId2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4.xml"/><Relationship Id="rId11" Type="http://schemas.openxmlformats.org/officeDocument/2006/relationships/slideLayout" Target="../slideLayouts/slideLayout39.xml"/><Relationship Id="rId5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2.xml"/><Relationship Id="rId9" Type="http://schemas.openxmlformats.org/officeDocument/2006/relationships/slideLayout" Target="../slideLayouts/slideLayout37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8.xml"/><Relationship Id="rId13" Type="http://schemas.openxmlformats.org/officeDocument/2006/relationships/theme" Target="../theme/theme6.xml"/><Relationship Id="rId3" Type="http://schemas.openxmlformats.org/officeDocument/2006/relationships/slideLayout" Target="../slideLayouts/slideLayout43.xml"/><Relationship Id="rId7" Type="http://schemas.openxmlformats.org/officeDocument/2006/relationships/slideLayout" Target="../slideLayouts/slideLayout47.xml"/><Relationship Id="rId12" Type="http://schemas.openxmlformats.org/officeDocument/2006/relationships/slideLayout" Target="../slideLayouts/slideLayout52.xml"/><Relationship Id="rId2" Type="http://schemas.openxmlformats.org/officeDocument/2006/relationships/slideLayout" Target="../slideLayouts/slideLayout42.xml"/><Relationship Id="rId1" Type="http://schemas.openxmlformats.org/officeDocument/2006/relationships/slideLayout" Target="../slideLayouts/slideLayout41.xml"/><Relationship Id="rId6" Type="http://schemas.openxmlformats.org/officeDocument/2006/relationships/slideLayout" Target="../slideLayouts/slideLayout46.xml"/><Relationship Id="rId11" Type="http://schemas.openxmlformats.org/officeDocument/2006/relationships/slideLayout" Target="../slideLayouts/slideLayout51.xml"/><Relationship Id="rId5" Type="http://schemas.openxmlformats.org/officeDocument/2006/relationships/slideLayout" Target="../slideLayouts/slideLayout45.xml"/><Relationship Id="rId10" Type="http://schemas.openxmlformats.org/officeDocument/2006/relationships/slideLayout" Target="../slideLayouts/slideLayout50.xml"/><Relationship Id="rId4" Type="http://schemas.openxmlformats.org/officeDocument/2006/relationships/slideLayout" Target="../slideLayouts/slideLayout44.xml"/><Relationship Id="rId9" Type="http://schemas.openxmlformats.org/officeDocument/2006/relationships/slideLayout" Target="../slideLayouts/slideLayout49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0.xml"/><Relationship Id="rId13" Type="http://schemas.openxmlformats.org/officeDocument/2006/relationships/theme" Target="../theme/theme7.xml"/><Relationship Id="rId3" Type="http://schemas.openxmlformats.org/officeDocument/2006/relationships/slideLayout" Target="../slideLayouts/slideLayout55.xml"/><Relationship Id="rId7" Type="http://schemas.openxmlformats.org/officeDocument/2006/relationships/slideLayout" Target="../slideLayouts/slideLayout59.xml"/><Relationship Id="rId12" Type="http://schemas.openxmlformats.org/officeDocument/2006/relationships/slideLayout" Target="../slideLayouts/slideLayout64.xml"/><Relationship Id="rId2" Type="http://schemas.openxmlformats.org/officeDocument/2006/relationships/slideLayout" Target="../slideLayouts/slideLayout54.xml"/><Relationship Id="rId1" Type="http://schemas.openxmlformats.org/officeDocument/2006/relationships/slideLayout" Target="../slideLayouts/slideLayout53.xml"/><Relationship Id="rId6" Type="http://schemas.openxmlformats.org/officeDocument/2006/relationships/slideLayout" Target="../slideLayouts/slideLayout58.xml"/><Relationship Id="rId11" Type="http://schemas.openxmlformats.org/officeDocument/2006/relationships/slideLayout" Target="../slideLayouts/slideLayout63.xml"/><Relationship Id="rId5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62.xml"/><Relationship Id="rId4" Type="http://schemas.openxmlformats.org/officeDocument/2006/relationships/slideLayout" Target="../slideLayouts/slideLayout56.xml"/><Relationship Id="rId9" Type="http://schemas.openxmlformats.org/officeDocument/2006/relationships/slideLayout" Target="../slideLayouts/slideLayout61.xml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7.xml"/><Relationship Id="rId2" Type="http://schemas.openxmlformats.org/officeDocument/2006/relationships/slideLayout" Target="../slideLayouts/slideLayout66.xml"/><Relationship Id="rId1" Type="http://schemas.openxmlformats.org/officeDocument/2006/relationships/slideLayout" Target="../slideLayouts/slideLayout65.xml"/><Relationship Id="rId4" Type="http://schemas.openxmlformats.org/officeDocument/2006/relationships/theme" Target="../theme/theme8.xml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tags" Target="../tags/tag1.xml"/><Relationship Id="rId3" Type="http://schemas.openxmlformats.org/officeDocument/2006/relationships/slideLayout" Target="../slideLayouts/slideLayout70.xml"/><Relationship Id="rId7" Type="http://schemas.openxmlformats.org/officeDocument/2006/relationships/vmlDrawing" Target="../drawings/vmlDrawing1.vml"/><Relationship Id="rId2" Type="http://schemas.openxmlformats.org/officeDocument/2006/relationships/slideLayout" Target="../slideLayouts/slideLayout69.xml"/><Relationship Id="rId1" Type="http://schemas.openxmlformats.org/officeDocument/2006/relationships/slideLayout" Target="../slideLayouts/slideLayout68.xml"/><Relationship Id="rId6" Type="http://schemas.openxmlformats.org/officeDocument/2006/relationships/theme" Target="../theme/theme9.xml"/><Relationship Id="rId5" Type="http://schemas.openxmlformats.org/officeDocument/2006/relationships/slideLayout" Target="../slideLayouts/slideLayout72.xml"/><Relationship Id="rId10" Type="http://schemas.openxmlformats.org/officeDocument/2006/relationships/image" Target="../media/image3.emf"/><Relationship Id="rId4" Type="http://schemas.openxmlformats.org/officeDocument/2006/relationships/slideLayout" Target="../slideLayouts/slideLayout71.xml"/><Relationship Id="rId9" Type="http://schemas.openxmlformats.org/officeDocument/2006/relationships/oleObject" Target="../embeddings/oleObject1.bin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0.xml"/><Relationship Id="rId13" Type="http://schemas.openxmlformats.org/officeDocument/2006/relationships/slideLayout" Target="../slideLayouts/slideLayout85.xml"/><Relationship Id="rId3" Type="http://schemas.openxmlformats.org/officeDocument/2006/relationships/slideLayout" Target="../slideLayouts/slideLayout75.xml"/><Relationship Id="rId7" Type="http://schemas.openxmlformats.org/officeDocument/2006/relationships/slideLayout" Target="../slideLayouts/slideLayout79.xml"/><Relationship Id="rId12" Type="http://schemas.openxmlformats.org/officeDocument/2006/relationships/slideLayout" Target="../slideLayouts/slideLayout84.xml"/><Relationship Id="rId2" Type="http://schemas.openxmlformats.org/officeDocument/2006/relationships/slideLayout" Target="../slideLayouts/slideLayout74.xml"/><Relationship Id="rId1" Type="http://schemas.openxmlformats.org/officeDocument/2006/relationships/slideLayout" Target="../slideLayouts/slideLayout73.xml"/><Relationship Id="rId6" Type="http://schemas.openxmlformats.org/officeDocument/2006/relationships/slideLayout" Target="../slideLayouts/slideLayout78.xml"/><Relationship Id="rId11" Type="http://schemas.openxmlformats.org/officeDocument/2006/relationships/slideLayout" Target="../slideLayouts/slideLayout83.xml"/><Relationship Id="rId5" Type="http://schemas.openxmlformats.org/officeDocument/2006/relationships/slideLayout" Target="../slideLayouts/slideLayout77.xml"/><Relationship Id="rId10" Type="http://schemas.openxmlformats.org/officeDocument/2006/relationships/slideLayout" Target="../slideLayouts/slideLayout82.xml"/><Relationship Id="rId4" Type="http://schemas.openxmlformats.org/officeDocument/2006/relationships/slideLayout" Target="../slideLayouts/slideLayout76.xml"/><Relationship Id="rId9" Type="http://schemas.openxmlformats.org/officeDocument/2006/relationships/slideLayout" Target="../slideLayouts/slideLayout81.xml"/><Relationship Id="rId14" Type="http://schemas.openxmlformats.org/officeDocument/2006/relationships/theme" Target="../theme/theme10.xml"/></Relationships>
</file>

<file path=ppt/slideMasters/_rels/slideMaster1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3.xml"/><Relationship Id="rId3" Type="http://schemas.openxmlformats.org/officeDocument/2006/relationships/slideLayout" Target="../slideLayouts/slideLayout88.xml"/><Relationship Id="rId7" Type="http://schemas.openxmlformats.org/officeDocument/2006/relationships/slideLayout" Target="../slideLayouts/slideLayout92.xml"/><Relationship Id="rId12" Type="http://schemas.openxmlformats.org/officeDocument/2006/relationships/theme" Target="../theme/theme11.xml"/><Relationship Id="rId2" Type="http://schemas.openxmlformats.org/officeDocument/2006/relationships/slideLayout" Target="../slideLayouts/slideLayout87.xml"/><Relationship Id="rId1" Type="http://schemas.openxmlformats.org/officeDocument/2006/relationships/slideLayout" Target="../slideLayouts/slideLayout86.xml"/><Relationship Id="rId6" Type="http://schemas.openxmlformats.org/officeDocument/2006/relationships/slideLayout" Target="../slideLayouts/slideLayout91.xml"/><Relationship Id="rId11" Type="http://schemas.openxmlformats.org/officeDocument/2006/relationships/slideLayout" Target="../slideLayouts/slideLayout96.xml"/><Relationship Id="rId5" Type="http://schemas.openxmlformats.org/officeDocument/2006/relationships/slideLayout" Target="../slideLayouts/slideLayout90.xml"/><Relationship Id="rId10" Type="http://schemas.openxmlformats.org/officeDocument/2006/relationships/slideLayout" Target="../slideLayouts/slideLayout95.xml"/><Relationship Id="rId4" Type="http://schemas.openxmlformats.org/officeDocument/2006/relationships/slideLayout" Target="../slideLayouts/slideLayout89.xml"/><Relationship Id="rId9" Type="http://schemas.openxmlformats.org/officeDocument/2006/relationships/slideLayout" Target="../slideLayouts/slideLayout94.xml"/></Relationships>
</file>

<file path=ppt/slideMasters/_rels/slideMaster1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4.xml"/><Relationship Id="rId3" Type="http://schemas.openxmlformats.org/officeDocument/2006/relationships/slideLayout" Target="../slideLayouts/slideLayout99.xml"/><Relationship Id="rId7" Type="http://schemas.openxmlformats.org/officeDocument/2006/relationships/slideLayout" Target="../slideLayouts/slideLayout103.xml"/><Relationship Id="rId12" Type="http://schemas.openxmlformats.org/officeDocument/2006/relationships/theme" Target="../theme/theme12.xml"/><Relationship Id="rId2" Type="http://schemas.openxmlformats.org/officeDocument/2006/relationships/slideLayout" Target="../slideLayouts/slideLayout98.xml"/><Relationship Id="rId1" Type="http://schemas.openxmlformats.org/officeDocument/2006/relationships/slideLayout" Target="../slideLayouts/slideLayout97.xml"/><Relationship Id="rId6" Type="http://schemas.openxmlformats.org/officeDocument/2006/relationships/slideLayout" Target="../slideLayouts/slideLayout102.xml"/><Relationship Id="rId11" Type="http://schemas.openxmlformats.org/officeDocument/2006/relationships/slideLayout" Target="../slideLayouts/slideLayout107.xml"/><Relationship Id="rId5" Type="http://schemas.openxmlformats.org/officeDocument/2006/relationships/slideLayout" Target="../slideLayouts/slideLayout101.xml"/><Relationship Id="rId10" Type="http://schemas.openxmlformats.org/officeDocument/2006/relationships/slideLayout" Target="../slideLayouts/slideLayout106.xml"/><Relationship Id="rId4" Type="http://schemas.openxmlformats.org/officeDocument/2006/relationships/slideLayout" Target="../slideLayouts/slideLayout100.xml"/><Relationship Id="rId9" Type="http://schemas.openxmlformats.org/officeDocument/2006/relationships/slideLayout" Target="../slideLayouts/slideLayout10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5717D3C-2A51-7F1B-81C0-EBD5509E9C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F9B4166-C471-B4C6-29DE-A5128FC9BA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C621E96-2C26-9A79-D8FE-AEB85C16FA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D23DA3-40A3-4571-A369-4CC6475D1AA6}" type="datetimeFigureOut">
              <a:rPr lang="ko-KR" altLang="en-US" smtClean="0"/>
              <a:t>2025-08-05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FE09C00-34F6-E5F0-7E71-FC6ABE76BC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8475B8E-7A17-C14E-90DB-779F3E08B3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EA6958-2C08-4344-8D4D-782CE832C8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77346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700" r:id="rId12"/>
  </p:sldLayoutIdLst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413555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4" r:id="rId1"/>
    <p:sldLayoutId id="2147483865" r:id="rId2"/>
    <p:sldLayoutId id="2147483866" r:id="rId3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2800" spc="-90">
          <a:solidFill>
            <a:srgbClr val="262626"/>
          </a:solidFill>
          <a:latin typeface="Rix모던고딕 EB" pitchFamily="18" charset="-127"/>
          <a:ea typeface="Rix모던고딕 EB" pitchFamily="18" charset="-127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2800">
          <a:solidFill>
            <a:srgbClr val="262626"/>
          </a:solidFill>
          <a:latin typeface="Rix모던고딕 EB" pitchFamily="18" charset="-127"/>
          <a:ea typeface="Rix모던고딕 EB" pitchFamily="18" charset="-127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2800">
          <a:solidFill>
            <a:srgbClr val="262626"/>
          </a:solidFill>
          <a:latin typeface="Rix모던고딕 EB" pitchFamily="18" charset="-127"/>
          <a:ea typeface="Rix모던고딕 EB" pitchFamily="18" charset="-127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2800">
          <a:solidFill>
            <a:srgbClr val="262626"/>
          </a:solidFill>
          <a:latin typeface="Rix모던고딕 EB" pitchFamily="18" charset="-127"/>
          <a:ea typeface="Rix모던고딕 EB" pitchFamily="18" charset="-127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2800">
          <a:solidFill>
            <a:srgbClr val="262626"/>
          </a:solidFill>
          <a:latin typeface="Rix모던고딕 EB" pitchFamily="18" charset="-127"/>
          <a:ea typeface="Rix모던고딕 EB" pitchFamily="18" charset="-127"/>
        </a:defRPr>
      </a:lvl5pPr>
      <a:lvl6pPr marL="457158" algn="l" rtl="0" eaLnBrk="0" fontAlgn="base" latinLnBrk="1" hangingPunct="0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올레체EB" pitchFamily="18" charset="-127"/>
          <a:ea typeface="올레체EB" pitchFamily="18" charset="-127"/>
        </a:defRPr>
      </a:lvl6pPr>
      <a:lvl7pPr marL="914315" algn="l" rtl="0" eaLnBrk="0" fontAlgn="base" latinLnBrk="1" hangingPunct="0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올레체EB" pitchFamily="18" charset="-127"/>
          <a:ea typeface="올레체EB" pitchFamily="18" charset="-127"/>
        </a:defRPr>
      </a:lvl7pPr>
      <a:lvl8pPr marL="1371473" algn="l" rtl="0" eaLnBrk="0" fontAlgn="base" latinLnBrk="1" hangingPunct="0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올레체EB" pitchFamily="18" charset="-127"/>
          <a:ea typeface="올레체EB" pitchFamily="18" charset="-127"/>
        </a:defRPr>
      </a:lvl8pPr>
      <a:lvl9pPr marL="1828631" algn="l" rtl="0" eaLnBrk="0" fontAlgn="base" latinLnBrk="1" hangingPunct="0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올레체EB" pitchFamily="18" charset="-127"/>
          <a:ea typeface="올레체EB" pitchFamily="18" charset="-127"/>
        </a:defRPr>
      </a:lvl9pPr>
    </p:titleStyle>
    <p:bodyStyle>
      <a:lvl1pPr marL="341313" indent="-341313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1363" indent="-284163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1413" indent="-227013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598613" indent="-227013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5813" indent="-227013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368" indent="-228579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525" indent="-228579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8683" indent="-228579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5842" indent="-228579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31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58" algn="l" defTabSz="91431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15" algn="l" defTabSz="91431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73" algn="l" defTabSz="91431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31" algn="l" defTabSz="91431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789" algn="l" defTabSz="91431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47" algn="l" defTabSz="91431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105" algn="l" defTabSz="91431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262" algn="l" defTabSz="91431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Image result for ìì´ë¹ìì¤ì¸ëì¤í¸ë¦¬ ë¡ê³ "/>
          <p:cNvPicPr>
            <a:picLocks noChangeAspect="1" noChangeArrowheads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5415" y="6450442"/>
            <a:ext cx="774476" cy="1904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8976894-9AB4-4B33-9B96-572884010E48}"/>
              </a:ext>
            </a:extLst>
          </p:cNvPr>
          <p:cNvSpPr txBox="1"/>
          <p:nvPr userDrawn="1"/>
        </p:nvSpPr>
        <p:spPr>
          <a:xfrm>
            <a:off x="973384" y="6501792"/>
            <a:ext cx="3615736" cy="87775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/>
          <a:p>
            <a:pPr marL="0" algn="l" defTabSz="406405" rtl="0" eaLnBrk="1" fontAlgn="base" latinLnBrk="0" hangingPunct="1">
              <a:spcBef>
                <a:spcPct val="0"/>
              </a:spcBef>
              <a:spcAft>
                <a:spcPct val="0"/>
              </a:spcAft>
            </a:pPr>
            <a:r>
              <a:rPr lang="ko-KR" altLang="en-US" sz="800" kern="1200" spc="-62" baseline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rgbClr val="A5A4A4"/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+mn-cs"/>
              </a:rPr>
              <a:t>최대의 고객만족을 추구하는 기업 </a:t>
            </a:r>
            <a:r>
              <a:rPr lang="en-US" altLang="ko-KR" sz="800" kern="1200" spc="-62" baseline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rgbClr val="A5A4A4"/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+mn-cs"/>
              </a:rPr>
              <a:t>Copyright 2024 ⓒ  IBS All right reserved.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8A77240-B341-49E4-A13D-CCBB5FEEEE68}"/>
              </a:ext>
            </a:extLst>
          </p:cNvPr>
          <p:cNvSpPr txBox="1"/>
          <p:nvPr userDrawn="1"/>
        </p:nvSpPr>
        <p:spPr>
          <a:xfrm>
            <a:off x="5776890" y="6449925"/>
            <a:ext cx="638219" cy="191506"/>
          </a:xfrm>
          <a:prstGeom prst="rect">
            <a:avLst/>
          </a:prstGeom>
          <a:noFill/>
        </p:spPr>
        <p:txBody>
          <a:bodyPr wrap="none" rtlCol="0" anchor="ctr">
            <a:noAutofit/>
            <a:scene3d>
              <a:camera prst="orthographicFront"/>
              <a:lightRig rig="threePt" dir="t"/>
            </a:scene3d>
            <a:sp3d>
              <a:bevelT w="1270"/>
            </a:sp3d>
          </a:bodyPr>
          <a:lstStyle/>
          <a:p>
            <a:pPr algn="ctr"/>
            <a:r>
              <a:rPr lang="en-US" altLang="ko-KR" sz="711" dirty="0">
                <a:solidFill>
                  <a:schemeClr val="tx1">
                    <a:lumMod val="65000"/>
                    <a:lumOff val="3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- </a:t>
            </a:r>
            <a:fld id="{90DDEE19-77CB-4912-B58F-A66DA4A667B0}" type="slidenum">
              <a:rPr lang="en-US" altLang="ko-KR" sz="711" smtClean="0">
                <a:solidFill>
                  <a:schemeClr val="tx1">
                    <a:lumMod val="65000"/>
                    <a:lumOff val="3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pPr algn="ctr"/>
              <a:t>‹#›</a:t>
            </a:fld>
            <a:r>
              <a:rPr lang="en-US" altLang="ko-KR" sz="711" dirty="0">
                <a:solidFill>
                  <a:schemeClr val="tx1">
                    <a:lumMod val="65000"/>
                    <a:lumOff val="3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-</a:t>
            </a:r>
            <a:endParaRPr lang="ko-KR" altLang="en-US" sz="711" dirty="0">
              <a:solidFill>
                <a:schemeClr val="tx1">
                  <a:lumMod val="65000"/>
                  <a:lumOff val="35000"/>
                </a:schemeClr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36D50E0-1990-C605-7A5B-6930BFAA56E7}"/>
              </a:ext>
            </a:extLst>
          </p:cNvPr>
          <p:cNvSpPr/>
          <p:nvPr userDrawn="1"/>
        </p:nvSpPr>
        <p:spPr>
          <a:xfrm>
            <a:off x="-589188" y="1267157"/>
            <a:ext cx="482864" cy="384000"/>
          </a:xfrm>
          <a:prstGeom prst="rect">
            <a:avLst/>
          </a:prstGeom>
          <a:solidFill>
            <a:srgbClr val="003F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dirty="0">
              <a:latin typeface="KoPub돋움체 Light" panose="00000300000000000000" pitchFamily="2" charset="-127"/>
              <a:ea typeface="KoPub돋움체 Light" panose="00000300000000000000" pitchFamily="2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3B47846-0F57-B2F7-00CE-5CDF35AF54D5}"/>
              </a:ext>
            </a:extLst>
          </p:cNvPr>
          <p:cNvSpPr/>
          <p:nvPr userDrawn="1"/>
        </p:nvSpPr>
        <p:spPr>
          <a:xfrm>
            <a:off x="-589188" y="1690761"/>
            <a:ext cx="482864" cy="384000"/>
          </a:xfrm>
          <a:prstGeom prst="rect">
            <a:avLst/>
          </a:prstGeom>
          <a:solidFill>
            <a:srgbClr val="788D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dirty="0">
              <a:solidFill>
                <a:srgbClr val="0063A5"/>
              </a:solidFill>
              <a:latin typeface="KoPub돋움체 Light" panose="00000300000000000000" pitchFamily="2" charset="-127"/>
              <a:ea typeface="KoPub돋움체 Light" panose="00000300000000000000" pitchFamily="2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F076F00-7525-A843-9732-288DFCE6C80C}"/>
              </a:ext>
            </a:extLst>
          </p:cNvPr>
          <p:cNvSpPr/>
          <p:nvPr userDrawn="1"/>
        </p:nvSpPr>
        <p:spPr>
          <a:xfrm>
            <a:off x="-589188" y="2114364"/>
            <a:ext cx="482864" cy="384000"/>
          </a:xfrm>
          <a:prstGeom prst="rect">
            <a:avLst/>
          </a:prstGeom>
          <a:solidFill>
            <a:srgbClr val="ACB8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dirty="0">
              <a:latin typeface="KoPub돋움체 Light" panose="00000300000000000000" pitchFamily="2" charset="-127"/>
              <a:ea typeface="KoPub돋움체 Light" panose="00000300000000000000" pitchFamily="2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2301932-03D6-2902-DA79-112293804C8A}"/>
              </a:ext>
            </a:extLst>
          </p:cNvPr>
          <p:cNvSpPr/>
          <p:nvPr userDrawn="1"/>
        </p:nvSpPr>
        <p:spPr>
          <a:xfrm>
            <a:off x="-589188" y="2537968"/>
            <a:ext cx="482864" cy="384000"/>
          </a:xfrm>
          <a:prstGeom prst="rect">
            <a:avLst/>
          </a:prstGeom>
          <a:solidFill>
            <a:srgbClr val="BDBF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dirty="0">
              <a:latin typeface="KoPub돋움체 Light" panose="00000300000000000000" pitchFamily="2" charset="-127"/>
              <a:ea typeface="KoPub돋움체 Light" panose="00000300000000000000" pitchFamily="2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7A2C9D1-93D4-3355-6A05-6CD3DFC76CFD}"/>
              </a:ext>
            </a:extLst>
          </p:cNvPr>
          <p:cNvSpPr/>
          <p:nvPr userDrawn="1"/>
        </p:nvSpPr>
        <p:spPr>
          <a:xfrm>
            <a:off x="-1180480" y="1267159"/>
            <a:ext cx="482864" cy="384000"/>
          </a:xfrm>
          <a:prstGeom prst="rect">
            <a:avLst/>
          </a:prstGeom>
          <a:solidFill>
            <a:srgbClr val="F082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dirty="0">
              <a:latin typeface="KoPub돋움체 Light" panose="00000300000000000000" pitchFamily="2" charset="-127"/>
              <a:ea typeface="KoPub돋움체 Light" panose="00000300000000000000" pitchFamily="2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00AA2FD-9675-AA67-6CD3-CCF39B06BFA2}"/>
              </a:ext>
            </a:extLst>
          </p:cNvPr>
          <p:cNvSpPr/>
          <p:nvPr userDrawn="1"/>
        </p:nvSpPr>
        <p:spPr>
          <a:xfrm>
            <a:off x="-1180480" y="1690763"/>
            <a:ext cx="482864" cy="384000"/>
          </a:xfrm>
          <a:prstGeom prst="rect">
            <a:avLst/>
          </a:prstGeom>
          <a:solidFill>
            <a:srgbClr val="F8C3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dirty="0">
              <a:latin typeface="KoPub돋움체 Light" panose="00000300000000000000" pitchFamily="2" charset="-127"/>
              <a:ea typeface="KoPub돋움체 Light" panose="00000300000000000000" pitchFamily="2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7422B2C-18EE-84DF-66B1-D71D887F3609}"/>
              </a:ext>
            </a:extLst>
          </p:cNvPr>
          <p:cNvSpPr/>
          <p:nvPr userDrawn="1"/>
        </p:nvSpPr>
        <p:spPr>
          <a:xfrm>
            <a:off x="-1180480" y="2114366"/>
            <a:ext cx="482864" cy="384000"/>
          </a:xfrm>
          <a:prstGeom prst="rect">
            <a:avLst/>
          </a:prstGeom>
          <a:solidFill>
            <a:srgbClr val="FEF4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dirty="0">
              <a:latin typeface="KoPub돋움체 Light" panose="00000300000000000000" pitchFamily="2" charset="-127"/>
              <a:ea typeface="KoPub돋움체 Light" panose="00000300000000000000" pitchFamily="2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6E47A6B5-5322-1C1D-2C1F-052B5C6C3E79}"/>
              </a:ext>
            </a:extLst>
          </p:cNvPr>
          <p:cNvSpPr/>
          <p:nvPr userDrawn="1"/>
        </p:nvSpPr>
        <p:spPr>
          <a:xfrm>
            <a:off x="-1180480" y="2537968"/>
            <a:ext cx="482864" cy="384000"/>
          </a:xfrm>
          <a:prstGeom prst="rect">
            <a:avLst/>
          </a:prstGeom>
          <a:solidFill>
            <a:srgbClr val="D1D5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dirty="0">
              <a:latin typeface="KoPub돋움체 Light" panose="00000300000000000000" pitchFamily="2" charset="-127"/>
              <a:ea typeface="KoPub돋움체 Light" panose="00000300000000000000" pitchFamily="2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55C1038A-C4F3-250F-180F-64277C595D8C}"/>
              </a:ext>
            </a:extLst>
          </p:cNvPr>
          <p:cNvSpPr/>
          <p:nvPr userDrawn="1"/>
        </p:nvSpPr>
        <p:spPr>
          <a:xfrm>
            <a:off x="-1769960" y="1267159"/>
            <a:ext cx="482864" cy="384000"/>
          </a:xfrm>
          <a:prstGeom prst="rect">
            <a:avLst/>
          </a:prstGeom>
          <a:solidFill>
            <a:srgbClr val="007A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dirty="0">
              <a:latin typeface="KoPub돋움체 Light" panose="00000300000000000000" pitchFamily="2" charset="-127"/>
              <a:ea typeface="KoPub돋움체 Light" panose="00000300000000000000" pitchFamily="2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AC5C31D-3945-76D8-319C-7988785CE41D}"/>
              </a:ext>
            </a:extLst>
          </p:cNvPr>
          <p:cNvSpPr/>
          <p:nvPr userDrawn="1"/>
        </p:nvSpPr>
        <p:spPr>
          <a:xfrm>
            <a:off x="-1769960" y="1690763"/>
            <a:ext cx="482864" cy="384000"/>
          </a:xfrm>
          <a:prstGeom prst="rect">
            <a:avLst/>
          </a:prstGeom>
          <a:solidFill>
            <a:srgbClr val="73A9D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dirty="0">
              <a:latin typeface="KoPub돋움체 Light" panose="00000300000000000000" pitchFamily="2" charset="-127"/>
              <a:ea typeface="KoPub돋움체 Light" panose="00000300000000000000" pitchFamily="2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2274CC22-6103-4595-C671-116C11F7F95E}"/>
              </a:ext>
            </a:extLst>
          </p:cNvPr>
          <p:cNvSpPr/>
          <p:nvPr userDrawn="1"/>
        </p:nvSpPr>
        <p:spPr>
          <a:xfrm>
            <a:off x="-1769960" y="2114366"/>
            <a:ext cx="482864" cy="384000"/>
          </a:xfrm>
          <a:prstGeom prst="rect">
            <a:avLst/>
          </a:prstGeom>
          <a:solidFill>
            <a:srgbClr val="E3F3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dirty="0">
              <a:latin typeface="KoPub돋움체 Light" panose="00000300000000000000" pitchFamily="2" charset="-127"/>
              <a:ea typeface="KoPub돋움체 Light" panose="00000300000000000000" pitchFamily="2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8706FC83-3B6A-9CD9-E331-733679ED9EF2}"/>
              </a:ext>
            </a:extLst>
          </p:cNvPr>
          <p:cNvSpPr/>
          <p:nvPr userDrawn="1"/>
        </p:nvSpPr>
        <p:spPr>
          <a:xfrm>
            <a:off x="-1769960" y="2537968"/>
            <a:ext cx="482864" cy="384000"/>
          </a:xfrm>
          <a:prstGeom prst="rect">
            <a:avLst/>
          </a:prstGeom>
          <a:solidFill>
            <a:srgbClr val="D1D5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dirty="0">
              <a:latin typeface="KoPub돋움체 Light" panose="00000300000000000000" pitchFamily="2" charset="-127"/>
              <a:ea typeface="KoPub돋움체 Light" panose="000003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689439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1" r:id="rId1"/>
    <p:sldLayoutId id="2147483882" r:id="rId2"/>
    <p:sldLayoutId id="2147483883" r:id="rId3"/>
    <p:sldLayoutId id="2147483884" r:id="rId4"/>
    <p:sldLayoutId id="2147483885" r:id="rId5"/>
  </p:sldLayoutIdLst>
  <p:txStyles>
    <p:titleStyle>
      <a:lvl1pPr algn="l" defTabSz="914376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6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2" indent="-228594" algn="l" defTabSz="914376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0" indent="-228594" algn="l" defTabSz="914376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58" indent="-228594" algn="l" defTabSz="914376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6" indent="-228594" algn="l" defTabSz="914376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4" indent="-228594" algn="l" defTabSz="914376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2" indent="-228594" algn="l" defTabSz="914376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0" indent="-228594" algn="l" defTabSz="914376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98" indent="-228594" algn="l" defTabSz="914376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8" algn="l" defTabSz="91437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6" algn="l" defTabSz="91437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4" algn="l" defTabSz="91437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2" algn="l" defTabSz="91437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0" algn="l" defTabSz="91437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28" algn="l" defTabSz="91437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16" algn="l" defTabSz="91437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4" algn="l" defTabSz="91437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4437">
          <p15:clr>
            <a:srgbClr val="F26B43"/>
          </p15:clr>
        </p15:guide>
        <p15:guide id="14" pos="533">
          <p15:clr>
            <a:srgbClr val="F26B43"/>
          </p15:clr>
        </p15:guide>
        <p15:guide id="15" pos="6316">
          <p15:clr>
            <a:srgbClr val="F26B43"/>
          </p15:clr>
        </p15:guide>
        <p15:guide id="16" orient="horz" pos="2430">
          <p15:clr>
            <a:srgbClr val="F26B43"/>
          </p15:clr>
        </p15:guide>
        <p15:guide id="22" pos="3435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Box 25">
            <a:extLst>
              <a:ext uri="{FF2B5EF4-FFF2-40B4-BE49-F238E27FC236}">
                <a16:creationId xmlns:a16="http://schemas.microsoft.com/office/drawing/2014/main" id="{01009459-7D55-4EC7-989B-EEADFF044284}"/>
              </a:ext>
            </a:extLst>
          </p:cNvPr>
          <p:cNvSpPr txBox="1"/>
          <p:nvPr userDrawn="1"/>
        </p:nvSpPr>
        <p:spPr>
          <a:xfrm>
            <a:off x="5776890" y="6504219"/>
            <a:ext cx="638219" cy="191506"/>
          </a:xfrm>
          <a:prstGeom prst="rect">
            <a:avLst/>
          </a:prstGeom>
          <a:noFill/>
        </p:spPr>
        <p:txBody>
          <a:bodyPr wrap="none" rtlCol="0" anchor="ctr">
            <a:noAutofit/>
            <a:scene3d>
              <a:camera prst="orthographicFront"/>
              <a:lightRig rig="threePt" dir="t"/>
            </a:scene3d>
            <a:sp3d>
              <a:bevelT w="1270"/>
            </a:sp3d>
          </a:bodyPr>
          <a:lstStyle/>
          <a:p>
            <a:pPr algn="ctr"/>
            <a:r>
              <a:rPr lang="en-US" altLang="ko-KR" sz="711">
                <a:solidFill>
                  <a:schemeClr val="tx1">
                    <a:lumMod val="65000"/>
                    <a:lumOff val="35000"/>
                  </a:schemeClr>
                </a:solidFill>
                <a:latin typeface="KoPub돋움체_Pro Bold" panose="00000800000000000000" pitchFamily="50" charset="-127"/>
                <a:ea typeface="KoPub돋움체_Pro Bold" panose="00000800000000000000" pitchFamily="50" charset="-127"/>
              </a:rPr>
              <a:t>- </a:t>
            </a:r>
            <a:fld id="{90DDEE19-77CB-4912-B58F-A66DA4A667B0}" type="slidenum">
              <a:rPr lang="en-US" altLang="ko-KR" sz="711" smtClean="0">
                <a:solidFill>
                  <a:schemeClr val="tx1">
                    <a:lumMod val="65000"/>
                    <a:lumOff val="35000"/>
                  </a:schemeClr>
                </a:solidFill>
                <a:latin typeface="KoPub돋움체_Pro Bold" panose="00000800000000000000" pitchFamily="50" charset="-127"/>
                <a:ea typeface="KoPub돋움체_Pro Bold" panose="00000800000000000000" pitchFamily="50" charset="-127"/>
              </a:rPr>
              <a:pPr algn="ctr"/>
              <a:t>‹#›</a:t>
            </a:fld>
            <a:r>
              <a:rPr lang="en-US" altLang="ko-KR" sz="711">
                <a:solidFill>
                  <a:schemeClr val="tx1">
                    <a:lumMod val="65000"/>
                    <a:lumOff val="35000"/>
                  </a:schemeClr>
                </a:solidFill>
                <a:latin typeface="KoPub돋움체_Pro Bold" panose="00000800000000000000" pitchFamily="50" charset="-127"/>
                <a:ea typeface="KoPub돋움체_Pro Bold" panose="00000800000000000000" pitchFamily="50" charset="-127"/>
              </a:rPr>
              <a:t> -</a:t>
            </a:r>
            <a:endParaRPr lang="ko-KR" altLang="en-US" sz="711">
              <a:solidFill>
                <a:schemeClr val="tx1">
                  <a:lumMod val="65000"/>
                  <a:lumOff val="35000"/>
                </a:schemeClr>
              </a:solidFill>
              <a:latin typeface="KoPub돋움체_Pro Bold" panose="00000800000000000000" pitchFamily="50" charset="-127"/>
              <a:ea typeface="KoPub돋움체_Pro Bold" panose="00000800000000000000" pitchFamily="50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4BC78A5-E7BD-4BF1-B813-5CF9CF475A04}"/>
              </a:ext>
            </a:extLst>
          </p:cNvPr>
          <p:cNvSpPr txBox="1"/>
          <p:nvPr userDrawn="1"/>
        </p:nvSpPr>
        <p:spPr>
          <a:xfrm>
            <a:off x="973384" y="6556085"/>
            <a:ext cx="3615736" cy="87775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/>
          <a:p>
            <a:pPr marL="0" algn="l" defTabSz="406405" rtl="0" eaLnBrk="1" fontAlgn="base" latinLnBrk="0" hangingPunct="1">
              <a:spcBef>
                <a:spcPct val="0"/>
              </a:spcBef>
              <a:spcAft>
                <a:spcPct val="0"/>
              </a:spcAft>
            </a:pPr>
            <a:r>
              <a:rPr lang="ko-KR" altLang="en-US" sz="800" b="1" kern="1200" spc="-62" baseline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rgbClr val="A5A4A4"/>
                </a:solidFill>
                <a:latin typeface="KoPub돋움체_Pro Light" panose="00000300000000000000" pitchFamily="50" charset="-127"/>
                <a:ea typeface="KoPub돋움체_Pro Light" panose="00000300000000000000" pitchFamily="50" charset="-127"/>
                <a:cs typeface="+mn-cs"/>
              </a:rPr>
              <a:t>최대의 고객만족을 추구하는 기업 </a:t>
            </a:r>
            <a:r>
              <a:rPr lang="en-US" altLang="ko-KR" sz="800" b="1" kern="1200" spc="-62" baseline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rgbClr val="A5A4A4"/>
                </a:solidFill>
                <a:latin typeface="KoPub돋움체_Pro Light" panose="00000300000000000000" pitchFamily="50" charset="-127"/>
                <a:ea typeface="KoPub돋움체_Pro Light" panose="00000300000000000000" pitchFamily="50" charset="-127"/>
                <a:cs typeface="+mn-cs"/>
              </a:rPr>
              <a:t>Copyright 2023 ⓒ  IBS All right reserved. </a:t>
            </a:r>
          </a:p>
        </p:txBody>
      </p:sp>
      <p:pic>
        <p:nvPicPr>
          <p:cNvPr id="28" name="Picture 2" descr="Image result for ìì´ë¹ìì¤ì¸ëì¤í¸ë¦¬ ë¡ê³ ">
            <a:extLst>
              <a:ext uri="{FF2B5EF4-FFF2-40B4-BE49-F238E27FC236}">
                <a16:creationId xmlns:a16="http://schemas.microsoft.com/office/drawing/2014/main" id="{9CAEDD45-CE9A-490A-B5F6-41689A79C2B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hqprint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40649" y="6386468"/>
            <a:ext cx="1046575" cy="257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양쪽 모서리가 둥근 사각형 38">
            <a:extLst>
              <a:ext uri="{FF2B5EF4-FFF2-40B4-BE49-F238E27FC236}">
                <a16:creationId xmlns:a16="http://schemas.microsoft.com/office/drawing/2014/main" id="{E2530EA8-4CD9-8164-38DC-0B4EC8CB2493}"/>
              </a:ext>
            </a:extLst>
          </p:cNvPr>
          <p:cNvSpPr/>
          <p:nvPr/>
        </p:nvSpPr>
        <p:spPr>
          <a:xfrm>
            <a:off x="-523132" y="774537"/>
            <a:ext cx="402387" cy="320000"/>
          </a:xfrm>
          <a:prstGeom prst="rect">
            <a:avLst/>
          </a:prstGeom>
          <a:solidFill>
            <a:srgbClr val="303D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 defTabSz="806100"/>
            <a:endParaRPr lang="ko-KR" altLang="en-US" sz="1588">
              <a:solidFill>
                <a:srgbClr val="2D7199"/>
              </a:solidFill>
              <a:ea typeface="KoPub돋움체_Pro Medium" panose="00000600000000000000" pitchFamily="50" charset="-127"/>
            </a:endParaRPr>
          </a:p>
        </p:txBody>
      </p:sp>
      <p:sp>
        <p:nvSpPr>
          <p:cNvPr id="6" name="양쪽 모서리가 둥근 사각형 38">
            <a:extLst>
              <a:ext uri="{FF2B5EF4-FFF2-40B4-BE49-F238E27FC236}">
                <a16:creationId xmlns:a16="http://schemas.microsoft.com/office/drawing/2014/main" id="{01854039-E287-F5B5-06D7-7EE3909F8C57}"/>
              </a:ext>
            </a:extLst>
          </p:cNvPr>
          <p:cNvSpPr/>
          <p:nvPr/>
        </p:nvSpPr>
        <p:spPr>
          <a:xfrm>
            <a:off x="-523132" y="1098468"/>
            <a:ext cx="402387" cy="320000"/>
          </a:xfrm>
          <a:prstGeom prst="rect">
            <a:avLst/>
          </a:prstGeom>
          <a:solidFill>
            <a:srgbClr val="C9D4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 defTabSz="806100"/>
            <a:endParaRPr lang="ko-KR" altLang="en-US" sz="1588">
              <a:solidFill>
                <a:srgbClr val="2D7199"/>
              </a:solidFill>
              <a:ea typeface="KoPub돋움체_Pro Medium" panose="00000600000000000000" pitchFamily="50" charset="-127"/>
            </a:endParaRPr>
          </a:p>
        </p:txBody>
      </p:sp>
      <p:sp>
        <p:nvSpPr>
          <p:cNvPr id="9" name="모서리가 둥근 직사각형 2">
            <a:extLst>
              <a:ext uri="{FF2B5EF4-FFF2-40B4-BE49-F238E27FC236}">
                <a16:creationId xmlns:a16="http://schemas.microsoft.com/office/drawing/2014/main" id="{2808F509-3540-15BC-6117-F7231C6A8066}"/>
              </a:ext>
            </a:extLst>
          </p:cNvPr>
          <p:cNvSpPr/>
          <p:nvPr userDrawn="1"/>
        </p:nvSpPr>
        <p:spPr>
          <a:xfrm>
            <a:off x="-523132" y="1422400"/>
            <a:ext cx="402387" cy="320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lvl="0" algn="ctr"/>
            <a:endParaRPr lang="ko-KR" altLang="en-US" sz="970" b="1" spc="-79">
              <a:ln>
                <a:solidFill>
                  <a:srgbClr val="FFCC99">
                    <a:alpha val="0"/>
                  </a:srgbClr>
                </a:solidFill>
              </a:ln>
              <a:solidFill>
                <a:schemeClr val="bg1"/>
              </a:solidFill>
              <a:latin typeface="KoPub돋움체_Pro Medium" panose="00000600000000000000" pitchFamily="50" charset="-127"/>
              <a:ea typeface="KoPub돋움체_Pro Medium" panose="00000600000000000000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231AFAAB-92AD-2D86-BA5B-C18B8423AACA}"/>
              </a:ext>
            </a:extLst>
          </p:cNvPr>
          <p:cNvSpPr/>
          <p:nvPr userDrawn="1"/>
        </p:nvSpPr>
        <p:spPr>
          <a:xfrm>
            <a:off x="-523132" y="1746332"/>
            <a:ext cx="402387" cy="32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lvl="0" algn="ctr"/>
            <a:endParaRPr lang="en-US" altLang="ko-KR" sz="970" b="1" spc="-79">
              <a:ln>
                <a:solidFill>
                  <a:srgbClr val="FFCC99">
                    <a:alpha val="0"/>
                  </a:srgbClr>
                </a:solidFill>
              </a:ln>
              <a:solidFill>
                <a:prstClr val="black"/>
              </a:solidFill>
              <a:latin typeface="KoPub돋움체_Pro Medium" panose="00000600000000000000" pitchFamily="50" charset="-127"/>
              <a:ea typeface="KoPub돋움체_Pro Medium" panose="00000600000000000000" pitchFamily="50" charset="-127"/>
            </a:endParaRPr>
          </a:p>
        </p:txBody>
      </p:sp>
      <p:sp>
        <p:nvSpPr>
          <p:cNvPr id="11" name="양쪽 모서리가 둥근 사각형 77">
            <a:extLst>
              <a:ext uri="{FF2B5EF4-FFF2-40B4-BE49-F238E27FC236}">
                <a16:creationId xmlns:a16="http://schemas.microsoft.com/office/drawing/2014/main" id="{0A5B0DF4-D479-C2D1-505F-076C89570D31}"/>
              </a:ext>
            </a:extLst>
          </p:cNvPr>
          <p:cNvSpPr/>
          <p:nvPr userDrawn="1"/>
        </p:nvSpPr>
        <p:spPr>
          <a:xfrm flipH="1">
            <a:off x="-523132" y="450605"/>
            <a:ext cx="402387" cy="320000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1D1D1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1" algn="ctr" fontAlgn="base">
              <a:spcAft>
                <a:spcPts val="178"/>
              </a:spcAft>
              <a:buClr>
                <a:schemeClr val="tx1">
                  <a:lumMod val="75000"/>
                  <a:lumOff val="25000"/>
                </a:schemeClr>
              </a:buClr>
              <a:buSzPct val="100000"/>
              <a:tabLst>
                <a:tab pos="0" algn="l"/>
              </a:tabLst>
              <a:defRPr/>
            </a:pPr>
            <a:endParaRPr lang="ko-KR" altLang="en-US" sz="1244" b="1" spc="-44">
              <a:ln w="3175"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bg1"/>
              </a:solidFill>
              <a:latin typeface="KoPub돋움체_Pro Medium" panose="00000600000000000000" pitchFamily="50" charset="-127"/>
              <a:ea typeface="KoPub돋움체_Pro Medium" panose="00000600000000000000" pitchFamily="50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F1A838E2-258D-5043-4495-C764FC71F60F}"/>
              </a:ext>
            </a:extLst>
          </p:cNvPr>
          <p:cNvSpPr/>
          <p:nvPr userDrawn="1"/>
        </p:nvSpPr>
        <p:spPr>
          <a:xfrm>
            <a:off x="702669" y="965862"/>
            <a:ext cx="361997" cy="480000"/>
          </a:xfrm>
          <a:prstGeom prst="rect">
            <a:avLst/>
          </a:prstGeom>
          <a:solidFill>
            <a:srgbClr val="237EB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>
              <a:solidFill>
                <a:srgbClr val="7C60CC"/>
              </a:solidFill>
              <a:ea typeface="KoPub돋움체_Pro Light" panose="00000300000000000000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F1CA02DB-AC56-1868-1A96-05D88A046340}"/>
              </a:ext>
            </a:extLst>
          </p:cNvPr>
          <p:cNvCxnSpPr>
            <a:cxnSpLocks/>
          </p:cNvCxnSpPr>
          <p:nvPr userDrawn="1"/>
        </p:nvCxnSpPr>
        <p:spPr>
          <a:xfrm>
            <a:off x="1293361" y="1439089"/>
            <a:ext cx="10898639" cy="0"/>
          </a:xfrm>
          <a:prstGeom prst="line">
            <a:avLst/>
          </a:prstGeom>
          <a:ln w="12700">
            <a:solidFill>
              <a:srgbClr val="9BB95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직사각형 4">
            <a:extLst>
              <a:ext uri="{FF2B5EF4-FFF2-40B4-BE49-F238E27FC236}">
                <a16:creationId xmlns:a16="http://schemas.microsoft.com/office/drawing/2014/main" id="{7AF6A9E2-ABC8-49AE-4F1B-21E248A312CA}"/>
              </a:ext>
            </a:extLst>
          </p:cNvPr>
          <p:cNvSpPr/>
          <p:nvPr userDrawn="1"/>
        </p:nvSpPr>
        <p:spPr>
          <a:xfrm>
            <a:off x="1257737" y="965862"/>
            <a:ext cx="40239" cy="480000"/>
          </a:xfrm>
          <a:prstGeom prst="rect">
            <a:avLst/>
          </a:prstGeom>
          <a:solidFill>
            <a:srgbClr val="9BB9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>
              <a:solidFill>
                <a:srgbClr val="6ABAD7"/>
              </a:solidFill>
              <a:ea typeface="KoPub돋움체_Pro Light" panose="00000300000000000000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A8B8EF8-2B16-ED38-DF23-3FAF8EB7FE12}"/>
              </a:ext>
            </a:extLst>
          </p:cNvPr>
          <p:cNvSpPr/>
          <p:nvPr userDrawn="1"/>
        </p:nvSpPr>
        <p:spPr>
          <a:xfrm>
            <a:off x="1107465" y="965862"/>
            <a:ext cx="107473" cy="480000"/>
          </a:xfrm>
          <a:prstGeom prst="rect">
            <a:avLst/>
          </a:prstGeom>
          <a:solidFill>
            <a:srgbClr val="15AA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>
              <a:ea typeface="KoPub돋움체_Pro Light" panose="00000300000000000000" pitchFamily="50" charset="-127"/>
            </a:endParaRPr>
          </a:p>
        </p:txBody>
      </p:sp>
      <p:sp>
        <p:nvSpPr>
          <p:cNvPr id="36" name="양쪽 모서리가 둥근 사각형 38">
            <a:extLst>
              <a:ext uri="{FF2B5EF4-FFF2-40B4-BE49-F238E27FC236}">
                <a16:creationId xmlns:a16="http://schemas.microsoft.com/office/drawing/2014/main" id="{57B5D6C6-AF83-F0A3-F629-A80BF1972530}"/>
              </a:ext>
            </a:extLst>
          </p:cNvPr>
          <p:cNvSpPr/>
          <p:nvPr userDrawn="1"/>
        </p:nvSpPr>
        <p:spPr>
          <a:xfrm>
            <a:off x="-523132" y="2407047"/>
            <a:ext cx="402387" cy="320000"/>
          </a:xfrm>
          <a:prstGeom prst="rect">
            <a:avLst/>
          </a:prstGeom>
          <a:solidFill>
            <a:srgbClr val="042B6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 defTabSz="806100"/>
            <a:endParaRPr lang="ko-KR" altLang="en-US" sz="1588">
              <a:solidFill>
                <a:srgbClr val="2D7199"/>
              </a:solidFill>
              <a:ea typeface="KoPub돋움체_Pro Medium" panose="00000600000000000000" pitchFamily="50" charset="-127"/>
            </a:endParaRPr>
          </a:p>
        </p:txBody>
      </p:sp>
      <p:sp>
        <p:nvSpPr>
          <p:cNvPr id="42" name="양쪽 모서리가 둥근 사각형 38">
            <a:extLst>
              <a:ext uri="{FF2B5EF4-FFF2-40B4-BE49-F238E27FC236}">
                <a16:creationId xmlns:a16="http://schemas.microsoft.com/office/drawing/2014/main" id="{689077B3-EF34-9541-4B79-E67DAF00E244}"/>
              </a:ext>
            </a:extLst>
          </p:cNvPr>
          <p:cNvSpPr/>
          <p:nvPr userDrawn="1"/>
        </p:nvSpPr>
        <p:spPr>
          <a:xfrm>
            <a:off x="-523875" y="3504333"/>
            <a:ext cx="402387" cy="320000"/>
          </a:xfrm>
          <a:prstGeom prst="rect">
            <a:avLst/>
          </a:prstGeom>
          <a:solidFill>
            <a:srgbClr val="D9940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 defTabSz="806100"/>
            <a:endParaRPr lang="ko-KR" altLang="en-US" sz="1588">
              <a:solidFill>
                <a:srgbClr val="2D7199"/>
              </a:solidFill>
              <a:ea typeface="KoPub돋움체_Pro Medium" panose="00000600000000000000" pitchFamily="50" charset="-127"/>
            </a:endParaRPr>
          </a:p>
        </p:txBody>
      </p:sp>
      <p:sp>
        <p:nvSpPr>
          <p:cNvPr id="44" name="양쪽 모서리가 둥근 사각형 77">
            <a:extLst>
              <a:ext uri="{FF2B5EF4-FFF2-40B4-BE49-F238E27FC236}">
                <a16:creationId xmlns:a16="http://schemas.microsoft.com/office/drawing/2014/main" id="{B349F08C-84CF-FBF9-5645-E16C8B944120}"/>
              </a:ext>
            </a:extLst>
          </p:cNvPr>
          <p:cNvSpPr/>
          <p:nvPr userDrawn="1"/>
        </p:nvSpPr>
        <p:spPr>
          <a:xfrm flipH="1">
            <a:off x="-523132" y="3138571"/>
            <a:ext cx="402387" cy="320000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0960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1" algn="ctr" fontAlgn="base">
              <a:spcAft>
                <a:spcPts val="178"/>
              </a:spcAft>
              <a:buClr>
                <a:schemeClr val="tx1">
                  <a:lumMod val="75000"/>
                  <a:lumOff val="25000"/>
                </a:schemeClr>
              </a:buClr>
              <a:buSzPct val="100000"/>
              <a:tabLst>
                <a:tab pos="0" algn="l"/>
              </a:tabLst>
              <a:defRPr/>
            </a:pPr>
            <a:endParaRPr lang="ko-KR" altLang="en-US" sz="1244" b="1" spc="-44">
              <a:ln w="3175"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bg1"/>
              </a:solidFill>
              <a:latin typeface="KoPub돋움체_Pro Medium" panose="00000600000000000000" pitchFamily="50" charset="-127"/>
              <a:ea typeface="KoPub돋움체_Pro Medium" panose="00000600000000000000" pitchFamily="50" charset="-127"/>
            </a:endParaRPr>
          </a:p>
        </p:txBody>
      </p:sp>
      <p:sp>
        <p:nvSpPr>
          <p:cNvPr id="12" name="모서리가 둥근 직사각형 2">
            <a:extLst>
              <a:ext uri="{FF2B5EF4-FFF2-40B4-BE49-F238E27FC236}">
                <a16:creationId xmlns:a16="http://schemas.microsoft.com/office/drawing/2014/main" id="{906444F7-F47B-55A1-EE9B-233EA20AB8FA}"/>
              </a:ext>
            </a:extLst>
          </p:cNvPr>
          <p:cNvSpPr/>
          <p:nvPr userDrawn="1"/>
        </p:nvSpPr>
        <p:spPr>
          <a:xfrm>
            <a:off x="-523132" y="2772809"/>
            <a:ext cx="402387" cy="320000"/>
          </a:xfrm>
          <a:prstGeom prst="rect">
            <a:avLst/>
          </a:prstGeom>
          <a:solidFill>
            <a:srgbClr val="D909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lvl="0" algn="ctr"/>
            <a:endParaRPr lang="ko-KR" altLang="en-US" sz="970" b="1" spc="-79">
              <a:ln>
                <a:solidFill>
                  <a:srgbClr val="FFCC99">
                    <a:alpha val="0"/>
                  </a:srgbClr>
                </a:solidFill>
              </a:ln>
              <a:solidFill>
                <a:schemeClr val="bg1"/>
              </a:solidFill>
              <a:latin typeface="KoPub돋움체_Pro Medium" panose="00000600000000000000" pitchFamily="50" charset="-127"/>
              <a:ea typeface="KoPub돋움체_Pro Medium" panose="00000600000000000000" pitchFamily="50" charset="-127"/>
            </a:endParaRPr>
          </a:p>
        </p:txBody>
      </p:sp>
      <p:sp>
        <p:nvSpPr>
          <p:cNvPr id="19" name="양쪽 모서리가 둥근 사각형 77">
            <a:extLst>
              <a:ext uri="{FF2B5EF4-FFF2-40B4-BE49-F238E27FC236}">
                <a16:creationId xmlns:a16="http://schemas.microsoft.com/office/drawing/2014/main" id="{C9DD369E-AE51-22CA-E133-9C8CCDFFFF2F}"/>
              </a:ext>
            </a:extLst>
          </p:cNvPr>
          <p:cNvSpPr/>
          <p:nvPr userDrawn="1"/>
        </p:nvSpPr>
        <p:spPr>
          <a:xfrm flipH="1">
            <a:off x="-523132" y="126674"/>
            <a:ext cx="402387" cy="320000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5959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1" algn="ctr" fontAlgn="base">
              <a:spcAft>
                <a:spcPts val="178"/>
              </a:spcAft>
              <a:buClr>
                <a:schemeClr val="tx1">
                  <a:lumMod val="75000"/>
                  <a:lumOff val="25000"/>
                </a:schemeClr>
              </a:buClr>
              <a:buSzPct val="100000"/>
              <a:tabLst>
                <a:tab pos="0" algn="l"/>
              </a:tabLst>
              <a:defRPr/>
            </a:pPr>
            <a:endParaRPr lang="ko-KR" altLang="en-US" sz="1244" b="1" spc="-44">
              <a:ln w="3175"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bg1"/>
              </a:solidFill>
              <a:latin typeface="KoPub돋움체_Pro Medium" panose="00000600000000000000" pitchFamily="50" charset="-127"/>
              <a:ea typeface="KoPub돋움체_Pro Medium" panose="00000600000000000000" pitchFamily="50" charset="-127"/>
            </a:endParaRPr>
          </a:p>
        </p:txBody>
      </p:sp>
      <p:sp>
        <p:nvSpPr>
          <p:cNvPr id="16" name="양쪽 모서리가 둥근 사각형 38">
            <a:extLst>
              <a:ext uri="{FF2B5EF4-FFF2-40B4-BE49-F238E27FC236}">
                <a16:creationId xmlns:a16="http://schemas.microsoft.com/office/drawing/2014/main" id="{5DB160CC-7258-58FA-C0A6-A017A92E199E}"/>
              </a:ext>
            </a:extLst>
          </p:cNvPr>
          <p:cNvSpPr/>
          <p:nvPr userDrawn="1"/>
        </p:nvSpPr>
        <p:spPr>
          <a:xfrm>
            <a:off x="-523875" y="3870095"/>
            <a:ext cx="402387" cy="320000"/>
          </a:xfrm>
          <a:prstGeom prst="rect">
            <a:avLst/>
          </a:prstGeom>
          <a:solidFill>
            <a:srgbClr val="0C65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 defTabSz="806100"/>
            <a:endParaRPr lang="ko-KR" altLang="en-US" sz="1588">
              <a:solidFill>
                <a:srgbClr val="2D7199"/>
              </a:solidFill>
              <a:ea typeface="KoPub돋움체_Pro Medium" panose="000006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42457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66" r:id="rId1"/>
    <p:sldLayoutId id="2147483967" r:id="rId2"/>
    <p:sldLayoutId id="2147483968" r:id="rId3"/>
    <p:sldLayoutId id="2147483969" r:id="rId4"/>
    <p:sldLayoutId id="2147483970" r:id="rId5"/>
    <p:sldLayoutId id="2147483971" r:id="rId6"/>
    <p:sldLayoutId id="2147483972" r:id="rId7"/>
    <p:sldLayoutId id="2147483973" r:id="rId8"/>
  </p:sldLayoutIdLst>
  <p:hf sldNum="0" hdr="0" dt="0"/>
  <p:txStyles>
    <p:titleStyle>
      <a:lvl1pPr algn="l" defTabSz="914376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6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2" indent="-228594" algn="l" defTabSz="914376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0" indent="-228594" algn="l" defTabSz="914376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58" indent="-228594" algn="l" defTabSz="914376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6" indent="-228594" algn="l" defTabSz="914376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4" indent="-228594" algn="l" defTabSz="914376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2" indent="-228594" algn="l" defTabSz="914376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0" indent="-228594" algn="l" defTabSz="914376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98" indent="-228594" algn="l" defTabSz="914376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8" algn="l" defTabSz="91437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6" algn="l" defTabSz="91437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4" algn="l" defTabSz="91437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2" algn="l" defTabSz="91437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0" algn="l" defTabSz="91437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28" algn="l" defTabSz="91437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16" algn="l" defTabSz="91437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4" algn="l" defTabSz="91437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4437">
          <p15:clr>
            <a:srgbClr val="F26B43"/>
          </p15:clr>
        </p15:guide>
        <p15:guide id="14" pos="396">
          <p15:clr>
            <a:srgbClr val="F26B43"/>
          </p15:clr>
        </p15:guide>
        <p15:guide id="15" pos="6475">
          <p15:clr>
            <a:srgbClr val="F26B43"/>
          </p15:clr>
        </p15:guide>
        <p15:guide id="16" orient="horz" pos="1183">
          <p15:clr>
            <a:srgbClr val="F26B43"/>
          </p15:clr>
        </p15:guide>
        <p15:guide id="23" orient="horz" pos="2838">
          <p15:clr>
            <a:srgbClr val="F26B43"/>
          </p15:clr>
        </p15:guide>
        <p15:guide id="24" pos="3435">
          <p15:clr>
            <a:srgbClr val="F26B43"/>
          </p15:clr>
        </p15:guide>
        <p15:guide id="25" orient="horz" pos="1313">
          <p15:clr>
            <a:srgbClr val="F26B43"/>
          </p15:clr>
        </p15:guide>
        <p15:guide id="26" pos="3504">
          <p15:clr>
            <a:srgbClr val="F26B43"/>
          </p15:clr>
        </p15:guide>
        <p15:guide id="27" pos="3367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5717D3C-2A51-7F1B-81C0-EBD5509E9C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F9B4166-C471-B4C6-29DE-A5128FC9BA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C621E96-2C26-9A79-D8FE-AEB85C16FA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D23DA3-40A3-4571-A369-4CC6475D1AA6}" type="datetimeFigureOut">
              <a:rPr lang="ko-KR" altLang="en-US" smtClean="0"/>
              <a:t>2025-08-05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FE09C00-34F6-E5F0-7E71-FC6ABE76BC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8475B8E-7A17-C14E-90DB-779F3E08B3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EA6958-2C08-4344-8D4D-782CE832C8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7009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87" r:id="rId1"/>
    <p:sldLayoutId id="2147483988" r:id="rId2"/>
    <p:sldLayoutId id="2147483989" r:id="rId3"/>
    <p:sldLayoutId id="2147483990" r:id="rId4"/>
    <p:sldLayoutId id="2147483991" r:id="rId5"/>
    <p:sldLayoutId id="2147483992" r:id="rId6"/>
    <p:sldLayoutId id="2147483993" r:id="rId7"/>
    <p:sldLayoutId id="2147483994" r:id="rId8"/>
    <p:sldLayoutId id="2147483995" r:id="rId9"/>
    <p:sldLayoutId id="2147483996" r:id="rId10"/>
    <p:sldLayoutId id="2147483997" r:id="rId11"/>
    <p:sldLayoutId id="2147483998" r:id="rId12"/>
  </p:sldLayoutIdLst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5717D3C-2A51-7F1B-81C0-EBD5509E9C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F9B4166-C471-B4C6-29DE-A5128FC9BA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C621E96-2C26-9A79-D8FE-AEB85C16FA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D23DA3-40A3-4571-A369-4CC6475D1AA6}" type="datetimeFigureOut">
              <a:rPr lang="ko-KR" altLang="en-US" smtClean="0"/>
              <a:t>2025-08-05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FE09C00-34F6-E5F0-7E71-FC6ABE76BC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8475B8E-7A17-C14E-90DB-779F3E08B3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EA6958-2C08-4344-8D4D-782CE832C8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63387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01" r:id="rId1"/>
    <p:sldLayoutId id="2147484102" r:id="rId2"/>
    <p:sldLayoutId id="2147484103" r:id="rId3"/>
    <p:sldLayoutId id="2147484104" r:id="rId4"/>
    <p:sldLayoutId id="2147484105" r:id="rId5"/>
    <p:sldLayoutId id="2147484106" r:id="rId6"/>
    <p:sldLayoutId id="2147484107" r:id="rId7"/>
    <p:sldLayoutId id="2147484108" r:id="rId8"/>
    <p:sldLayoutId id="2147484109" r:id="rId9"/>
    <p:sldLayoutId id="2147484110" r:id="rId10"/>
    <p:sldLayoutId id="2147484111" r:id="rId11"/>
    <p:sldLayoutId id="2147484112" r:id="rId12"/>
  </p:sldLayoutIdLst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5717D3C-2A51-7F1B-81C0-EBD5509E9C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F9B4166-C471-B4C6-29DE-A5128FC9BA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C621E96-2C26-9A79-D8FE-AEB85C16FA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D23DA3-40A3-4571-A369-4CC6475D1AA6}" type="datetimeFigureOut">
              <a:rPr lang="ko-KR" altLang="en-US" smtClean="0"/>
              <a:t>2025-08-05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FE09C00-34F6-E5F0-7E71-FC6ABE76BC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8475B8E-7A17-C14E-90DB-779F3E08B3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EA6958-2C08-4344-8D4D-782CE832C8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98654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38" r:id="rId1"/>
    <p:sldLayoutId id="2147484139" r:id="rId2"/>
    <p:sldLayoutId id="2147484140" r:id="rId3"/>
    <p:sldLayoutId id="2147484141" r:id="rId4"/>
    <p:sldLayoutId id="2147484142" r:id="rId5"/>
    <p:sldLayoutId id="2147484143" r:id="rId6"/>
    <p:sldLayoutId id="2147484144" r:id="rId7"/>
    <p:sldLayoutId id="2147484145" r:id="rId8"/>
    <p:sldLayoutId id="2147484146" r:id="rId9"/>
    <p:sldLayoutId id="2147484147" r:id="rId10"/>
    <p:sldLayoutId id="2147484148" r:id="rId11"/>
    <p:sldLayoutId id="2147484149" r:id="rId12"/>
  </p:sldLayoutIdLst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568598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84" r:id="rId1"/>
    <p:sldLayoutId id="2147484185" r:id="rId2"/>
    <p:sldLayoutId id="2147484186" r:id="rId3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2800" spc="-90">
          <a:solidFill>
            <a:srgbClr val="262626"/>
          </a:solidFill>
          <a:latin typeface="Rix모던고딕 EB" pitchFamily="18" charset="-127"/>
          <a:ea typeface="Rix모던고딕 EB" pitchFamily="18" charset="-127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2800">
          <a:solidFill>
            <a:srgbClr val="262626"/>
          </a:solidFill>
          <a:latin typeface="Rix모던고딕 EB" pitchFamily="18" charset="-127"/>
          <a:ea typeface="Rix모던고딕 EB" pitchFamily="18" charset="-127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2800">
          <a:solidFill>
            <a:srgbClr val="262626"/>
          </a:solidFill>
          <a:latin typeface="Rix모던고딕 EB" pitchFamily="18" charset="-127"/>
          <a:ea typeface="Rix모던고딕 EB" pitchFamily="18" charset="-127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2800">
          <a:solidFill>
            <a:srgbClr val="262626"/>
          </a:solidFill>
          <a:latin typeface="Rix모던고딕 EB" pitchFamily="18" charset="-127"/>
          <a:ea typeface="Rix모던고딕 EB" pitchFamily="18" charset="-127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2800">
          <a:solidFill>
            <a:srgbClr val="262626"/>
          </a:solidFill>
          <a:latin typeface="Rix모던고딕 EB" pitchFamily="18" charset="-127"/>
          <a:ea typeface="Rix모던고딕 EB" pitchFamily="18" charset="-127"/>
        </a:defRPr>
      </a:lvl5pPr>
      <a:lvl6pPr marL="457158" algn="l" rtl="0" eaLnBrk="0" fontAlgn="base" latinLnBrk="1" hangingPunct="0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올레체EB" pitchFamily="18" charset="-127"/>
          <a:ea typeface="올레체EB" pitchFamily="18" charset="-127"/>
        </a:defRPr>
      </a:lvl6pPr>
      <a:lvl7pPr marL="914315" algn="l" rtl="0" eaLnBrk="0" fontAlgn="base" latinLnBrk="1" hangingPunct="0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올레체EB" pitchFamily="18" charset="-127"/>
          <a:ea typeface="올레체EB" pitchFamily="18" charset="-127"/>
        </a:defRPr>
      </a:lvl7pPr>
      <a:lvl8pPr marL="1371473" algn="l" rtl="0" eaLnBrk="0" fontAlgn="base" latinLnBrk="1" hangingPunct="0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올레체EB" pitchFamily="18" charset="-127"/>
          <a:ea typeface="올레체EB" pitchFamily="18" charset="-127"/>
        </a:defRPr>
      </a:lvl8pPr>
      <a:lvl9pPr marL="1828631" algn="l" rtl="0" eaLnBrk="0" fontAlgn="base" latinLnBrk="1" hangingPunct="0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올레체EB" pitchFamily="18" charset="-127"/>
          <a:ea typeface="올레체EB" pitchFamily="18" charset="-127"/>
        </a:defRPr>
      </a:lvl9pPr>
    </p:titleStyle>
    <p:bodyStyle>
      <a:lvl1pPr marL="341313" indent="-341313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1363" indent="-284163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1413" indent="-227013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598613" indent="-227013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5813" indent="-227013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368" indent="-228579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525" indent="-228579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8683" indent="-228579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5842" indent="-228579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31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58" algn="l" defTabSz="91431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15" algn="l" defTabSz="91431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73" algn="l" defTabSz="91431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31" algn="l" defTabSz="91431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789" algn="l" defTabSz="91431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47" algn="l" defTabSz="91431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105" algn="l" defTabSz="91431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262" algn="l" defTabSz="91431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개체 1" hidden="1">
            <a:extLst>
              <a:ext uri="{FF2B5EF4-FFF2-40B4-BE49-F238E27FC236}">
                <a16:creationId xmlns:a16="http://schemas.microsoft.com/office/drawing/2014/main" id="{F7987268-A7A1-4280-81DB-61260137466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8"/>
            </p:custDataLst>
            <p:extLst>
              <p:ext uri="{D42A27DB-BD31-4B8C-83A1-F6EECF244321}">
                <p14:modId xmlns:p14="http://schemas.microsoft.com/office/powerpoint/2010/main" val="2815353016"/>
              </p:ext>
            </p:extLst>
          </p:nvPr>
        </p:nvGraphicFramePr>
        <p:xfrm>
          <a:off x="1955" y="1588"/>
          <a:ext cx="1954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3" name="think-cell 슬라이드" r:id="rId9" imgW="425" imgH="424" progId="TCLayout.ActiveDocument.1">
                  <p:embed/>
                </p:oleObj>
              </mc:Choice>
              <mc:Fallback>
                <p:oleObj name="think-cell 슬라이드" r:id="rId9" imgW="425" imgH="424" progId="TCLayout.ActiveDocument.1">
                  <p:embed/>
                  <p:pic>
                    <p:nvPicPr>
                      <p:cNvPr id="2" name="개체 1" hidden="1">
                        <a:extLst>
                          <a:ext uri="{FF2B5EF4-FFF2-40B4-BE49-F238E27FC236}">
                            <a16:creationId xmlns:a16="http://schemas.microsoft.com/office/drawing/2014/main" id="{F7987268-A7A1-4280-81DB-61260137466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955" y="1588"/>
                        <a:ext cx="1954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566728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89" r:id="rId1"/>
    <p:sldLayoutId id="2147484190" r:id="rId2"/>
    <p:sldLayoutId id="2147484191" r:id="rId3"/>
    <p:sldLayoutId id="2147484192" r:id="rId4"/>
    <p:sldLayoutId id="2147484193" r:id="rId5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5717D3C-2A51-7F1B-81C0-EBD5509E9C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F9B4166-C471-B4C6-29DE-A5128FC9BA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C621E96-2C26-9A79-D8FE-AEB85C16FA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D23DA3-40A3-4571-A369-4CC6475D1AA6}" type="datetimeFigureOut">
              <a:rPr lang="ko-KR" altLang="en-US" smtClean="0"/>
              <a:t>2025-08-05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FE09C00-34F6-E5F0-7E71-FC6ABE76BC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8475B8E-7A17-C14E-90DB-779F3E08B3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EA6958-2C08-4344-8D4D-782CE832C8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08995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69" r:id="rId1"/>
    <p:sldLayoutId id="2147484270" r:id="rId2"/>
    <p:sldLayoutId id="2147484271" r:id="rId3"/>
    <p:sldLayoutId id="2147484272" r:id="rId4"/>
    <p:sldLayoutId id="2147484273" r:id="rId5"/>
    <p:sldLayoutId id="2147484274" r:id="rId6"/>
    <p:sldLayoutId id="2147484275" r:id="rId7"/>
    <p:sldLayoutId id="2147484276" r:id="rId8"/>
    <p:sldLayoutId id="2147484277" r:id="rId9"/>
    <p:sldLayoutId id="2147484278" r:id="rId10"/>
    <p:sldLayoutId id="2147484279" r:id="rId11"/>
    <p:sldLayoutId id="2147484280" r:id="rId12"/>
    <p:sldLayoutId id="2147484281" r:id="rId13"/>
  </p:sldLayoutIdLst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F5C107B-3192-1E38-5697-72F3DC0D00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0788170-F2BF-7F0A-9185-653540CCEA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A0430B5-B03A-CE34-C331-33088BF7AB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F68AAD-B36B-4046-BE64-5893250D023F}" type="datetimeFigureOut">
              <a:rPr lang="ko-KR" altLang="en-US" smtClean="0"/>
              <a:t>2025-08-05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676A425-B304-C969-8E47-0547F99AA8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CCDD5BF-E5DC-45EA-21C6-C47EAB7351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DFDBFB-3AB0-464D-AD87-3BA2C82C61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52876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86" r:id="rId1"/>
    <p:sldLayoutId id="2147484387" r:id="rId2"/>
    <p:sldLayoutId id="2147484388" r:id="rId3"/>
    <p:sldLayoutId id="2147484389" r:id="rId4"/>
    <p:sldLayoutId id="2147484390" r:id="rId5"/>
    <p:sldLayoutId id="2147484391" r:id="rId6"/>
    <p:sldLayoutId id="2147484392" r:id="rId7"/>
    <p:sldLayoutId id="2147484393" r:id="rId8"/>
    <p:sldLayoutId id="2147484394" r:id="rId9"/>
    <p:sldLayoutId id="2147484395" r:id="rId10"/>
    <p:sldLayoutId id="2147484396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38347EF-D145-4FFA-BD7F-155B81BEA8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57DAB11-5B29-40B8-982F-71500DA8DC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D25B7AF-D674-4D5A-A212-34DE4E2E12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BAFBC1-A955-417B-85A6-91686138DE1D}" type="datetimeFigureOut">
              <a:rPr lang="ko-KR" altLang="en-US" smtClean="0"/>
              <a:t>2025-08-05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D35B8D7-B740-4A3C-A97C-5B975E32F9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E740872-973C-44D0-93C9-514956FC3A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10B37A-9272-44EB-8364-6C9FB02E1157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093195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98" r:id="rId1"/>
    <p:sldLayoutId id="2147484399" r:id="rId2"/>
    <p:sldLayoutId id="2147484400" r:id="rId3"/>
    <p:sldLayoutId id="2147484401" r:id="rId4"/>
    <p:sldLayoutId id="2147484402" r:id="rId5"/>
    <p:sldLayoutId id="2147484403" r:id="rId6"/>
    <p:sldLayoutId id="2147484404" r:id="rId7"/>
    <p:sldLayoutId id="2147484405" r:id="rId8"/>
    <p:sldLayoutId id="2147484406" r:id="rId9"/>
    <p:sldLayoutId id="2147484407" r:id="rId10"/>
    <p:sldLayoutId id="2147484408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9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11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jpeg"/><Relationship Id="rId3" Type="http://schemas.openxmlformats.org/officeDocument/2006/relationships/image" Target="../media/image6.png"/><Relationship Id="rId7" Type="http://schemas.openxmlformats.org/officeDocument/2006/relationships/image" Target="../media/image14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jpeg"/><Relationship Id="rId4" Type="http://schemas.openxmlformats.org/officeDocument/2006/relationships/image" Target="../media/image1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3.xml"/><Relationship Id="rId6" Type="http://schemas.openxmlformats.org/officeDocument/2006/relationships/image" Target="../media/image20.sv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3.xml"/><Relationship Id="rId6" Type="http://schemas.openxmlformats.org/officeDocument/2006/relationships/image" Target="../media/image20.sv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9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9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9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9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9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9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9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9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42.xml"/><Relationship Id="rId6" Type="http://schemas.openxmlformats.org/officeDocument/2006/relationships/image" Target="../media/image20.jpeg"/><Relationship Id="rId5" Type="http://schemas.openxmlformats.org/officeDocument/2006/relationships/image" Target="../media/image19.jpeg"/><Relationship Id="rId4" Type="http://schemas.openxmlformats.org/officeDocument/2006/relationships/image" Target="../media/image18.jpe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42.xml"/><Relationship Id="rId5" Type="http://schemas.openxmlformats.org/officeDocument/2006/relationships/image" Target="../media/image6.png"/><Relationship Id="rId4" Type="http://schemas.openxmlformats.org/officeDocument/2006/relationships/image" Target="../media/image19.jpe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jpe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53.xml"/><Relationship Id="rId5" Type="http://schemas.openxmlformats.org/officeDocument/2006/relationships/image" Target="../media/image6.png"/><Relationship Id="rId4" Type="http://schemas.openxmlformats.org/officeDocument/2006/relationships/image" Target="../media/image23.jpe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53.xml"/><Relationship Id="rId5" Type="http://schemas.openxmlformats.org/officeDocument/2006/relationships/image" Target="../media/image6.png"/><Relationship Id="rId4" Type="http://schemas.openxmlformats.org/officeDocument/2006/relationships/image" Target="../media/image25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jpeg"/><Relationship Id="rId5" Type="http://schemas.openxmlformats.org/officeDocument/2006/relationships/image" Target="../media/image6.png"/><Relationship Id="rId4" Type="http://schemas.openxmlformats.org/officeDocument/2006/relationships/image" Target="../media/image27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53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53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53.xml"/><Relationship Id="rId4" Type="http://schemas.openxmlformats.org/officeDocument/2006/relationships/image" Target="../media/image6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53.xml"/><Relationship Id="rId6" Type="http://schemas.openxmlformats.org/officeDocument/2006/relationships/image" Target="../media/image6.png"/><Relationship Id="rId5" Type="http://schemas.microsoft.com/office/2007/relationships/hdphoto" Target="../media/hdphoto1.wdp"/><Relationship Id="rId4" Type="http://schemas.openxmlformats.org/officeDocument/2006/relationships/image" Target="../media/image30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31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32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16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53.xml"/><Relationship Id="rId6" Type="http://schemas.openxmlformats.org/officeDocument/2006/relationships/image" Target="../media/image34.png"/><Relationship Id="rId5" Type="http://schemas.openxmlformats.org/officeDocument/2006/relationships/image" Target="../media/image34.svg"/><Relationship Id="rId4" Type="http://schemas.openxmlformats.org/officeDocument/2006/relationships/image" Target="../media/image33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jpeg"/><Relationship Id="rId3" Type="http://schemas.openxmlformats.org/officeDocument/2006/relationships/image" Target="../media/image6.png"/><Relationship Id="rId7" Type="http://schemas.openxmlformats.org/officeDocument/2006/relationships/image" Target="../media/image39.jpe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jpeg"/><Relationship Id="rId5" Type="http://schemas.openxmlformats.org/officeDocument/2006/relationships/image" Target="../media/image37.jpeg"/><Relationship Id="rId4" Type="http://schemas.openxmlformats.org/officeDocument/2006/relationships/image" Target="../media/image36.jpeg"/><Relationship Id="rId9" Type="http://schemas.openxmlformats.org/officeDocument/2006/relationships/image" Target="../media/image41.jpe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44.sv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chart" Target="../charts/char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6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98.xml"/><Relationship Id="rId4" Type="http://schemas.openxmlformats.org/officeDocument/2006/relationships/image" Target="../media/image45.jpe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48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16.png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jpeg"/><Relationship Id="rId3" Type="http://schemas.openxmlformats.org/officeDocument/2006/relationships/image" Target="../media/image49.png"/><Relationship Id="rId7" Type="http://schemas.openxmlformats.org/officeDocument/2006/relationships/image" Target="../media/image45.jpe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98.xml"/><Relationship Id="rId6" Type="http://schemas.openxmlformats.org/officeDocument/2006/relationships/image" Target="../media/image6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Relationship Id="rId9" Type="http://schemas.openxmlformats.org/officeDocument/2006/relationships/image" Target="../media/image53.jpe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98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98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861C02D0-E528-55DF-B2AD-1D3D059EF0A2}"/>
              </a:ext>
            </a:extLst>
          </p:cNvPr>
          <p:cNvCxnSpPr>
            <a:cxnSpLocks/>
          </p:cNvCxnSpPr>
          <p:nvPr/>
        </p:nvCxnSpPr>
        <p:spPr>
          <a:xfrm>
            <a:off x="628650" y="914400"/>
            <a:ext cx="10934700" cy="0"/>
          </a:xfrm>
          <a:prstGeom prst="line">
            <a:avLst/>
          </a:prstGeom>
          <a:ln w="19050">
            <a:solidFill>
              <a:srgbClr val="E0833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EC576FF9-50DD-149F-E285-DB7DE569815F}"/>
              </a:ext>
            </a:extLst>
          </p:cNvPr>
          <p:cNvSpPr txBox="1"/>
          <p:nvPr/>
        </p:nvSpPr>
        <p:spPr>
          <a:xfrm>
            <a:off x="628649" y="513219"/>
            <a:ext cx="5724526" cy="369332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-50" normalizeH="0" baseline="0" noProof="0" dirty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한 번만 바꾸면 평생이 편한 </a:t>
            </a:r>
            <a:r>
              <a:rPr lang="ko-KR" altLang="en-US" spc="-50" dirty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FA650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기본세팅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A515B71-2EAD-76CA-2151-8EE88EC90ABF}"/>
              </a:ext>
            </a:extLst>
          </p:cNvPr>
          <p:cNvSpPr/>
          <p:nvPr/>
        </p:nvSpPr>
        <p:spPr>
          <a:xfrm>
            <a:off x="628649" y="1035130"/>
            <a:ext cx="10934702" cy="31854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※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기본 세팅 변경하기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5586C35-209D-4A7B-1896-4385F2250183}"/>
              </a:ext>
            </a:extLst>
          </p:cNvPr>
          <p:cNvSpPr txBox="1"/>
          <p:nvPr/>
        </p:nvSpPr>
        <p:spPr>
          <a:xfrm>
            <a:off x="5198376" y="4368976"/>
            <a:ext cx="1795249" cy="373949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solidFill>
                    <a:srgbClr val="E7E6E6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[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solidFill>
                    <a:srgbClr val="E7E6E6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파일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solidFill>
                    <a:srgbClr val="E7E6E6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–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solidFill>
                    <a:srgbClr val="E7E6E6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옵션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solidFill>
                    <a:srgbClr val="E7E6E6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–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solidFill>
                    <a:srgbClr val="E7E6E6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고급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solidFill>
                    <a:srgbClr val="E7E6E6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]</a:t>
            </a:r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A3FA810E-F1AF-043B-84ED-20EBA27979A9}"/>
              </a:ext>
            </a:extLst>
          </p:cNvPr>
          <p:cNvSpPr/>
          <p:nvPr/>
        </p:nvSpPr>
        <p:spPr>
          <a:xfrm>
            <a:off x="5023503" y="2115076"/>
            <a:ext cx="2144995" cy="2144995"/>
          </a:xfrm>
          <a:prstGeom prst="ellipse">
            <a:avLst/>
          </a:prstGeom>
          <a:noFill/>
          <a:ln w="19050">
            <a:solidFill>
              <a:srgbClr val="E0833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2D6DB17-F06B-5E2C-7909-5C8CEB39B70A}"/>
              </a:ext>
            </a:extLst>
          </p:cNvPr>
          <p:cNvSpPr txBox="1"/>
          <p:nvPr/>
        </p:nvSpPr>
        <p:spPr>
          <a:xfrm>
            <a:off x="5162688" y="3100737"/>
            <a:ext cx="1866624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solidFill>
                    <a:srgbClr val="007043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KoPubWorld돋움체 Bold" panose="00000800000000000000" pitchFamily="2" charset="-127"/>
              </a:rPr>
              <a:t>실행취소</a:t>
            </a:r>
            <a:endParaRPr kumimoji="0" lang="en-US" altLang="ko-KR" sz="1800" b="0" i="0" u="none" strike="noStrike" kern="1200" cap="none" spc="0" normalizeH="0" baseline="0" noProof="0" dirty="0">
              <a:ln>
                <a:solidFill>
                  <a:srgbClr val="007043">
                    <a:alpha val="0"/>
                  </a:srgbClr>
                </a:solidFill>
              </a:ln>
              <a:solidFill>
                <a:srgbClr val="E7E6E6">
                  <a:lumMod val="25000"/>
                </a:srgbClr>
              </a:solidFill>
              <a:effectLst/>
              <a:uLnTx/>
              <a:uFillTx/>
              <a:latin typeface="G마켓 산스 TTF Medium" panose="02000000000000000000" pitchFamily="2" charset="-127"/>
              <a:ea typeface="G마켓 산스 TTF Medium" panose="02000000000000000000" pitchFamily="2" charset="-127"/>
              <a:cs typeface="KoPubWorld돋움체 Bold" panose="00000800000000000000" pitchFamily="2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solidFill>
                    <a:srgbClr val="007043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KoPubWorld돋움체 Bold" panose="00000800000000000000" pitchFamily="2" charset="-127"/>
              </a:rPr>
              <a:t>최대횟수 변경</a:t>
            </a:r>
            <a:endParaRPr kumimoji="0" lang="en-US" altLang="ko-KR" sz="1800" b="0" i="0" u="none" strike="noStrike" kern="1200" cap="none" spc="0" normalizeH="0" baseline="0" noProof="0" dirty="0">
              <a:ln>
                <a:solidFill>
                  <a:srgbClr val="007043">
                    <a:alpha val="0"/>
                  </a:srgbClr>
                </a:solidFill>
              </a:ln>
              <a:solidFill>
                <a:srgbClr val="E7E6E6">
                  <a:lumMod val="25000"/>
                </a:srgbClr>
              </a:solidFill>
              <a:effectLst/>
              <a:uLnTx/>
              <a:uFillTx/>
              <a:latin typeface="G마켓 산스 TTF Medium" panose="02000000000000000000" pitchFamily="2" charset="-127"/>
              <a:ea typeface="G마켓 산스 TTF Medium" panose="02000000000000000000" pitchFamily="2" charset="-127"/>
              <a:cs typeface="KoPubWorld돋움체 Bold" panose="00000800000000000000" pitchFamily="2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solidFill>
                    <a:srgbClr val="007043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KoPubWorld돋움체 Bold" panose="00000800000000000000" pitchFamily="2" charset="-127"/>
              </a:rPr>
              <a:t>(150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solidFill>
                    <a:srgbClr val="007043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KoPubWorld돋움체 Bold" panose="00000800000000000000" pitchFamily="2" charset="-127"/>
              </a:rPr>
              <a:t>회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solidFill>
                    <a:srgbClr val="007043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KoPubWorld돋움체 Bold" panose="00000800000000000000" pitchFamily="2" charset="-127"/>
              </a:rPr>
              <a:t>)</a:t>
            </a:r>
            <a:endParaRPr kumimoji="0" lang="ko-KR" altLang="en-US" sz="1800" b="0" i="0" u="none" strike="noStrike" kern="1200" cap="none" spc="0" normalizeH="0" baseline="0" noProof="0" dirty="0">
              <a:ln>
                <a:solidFill>
                  <a:srgbClr val="007043">
                    <a:alpha val="0"/>
                  </a:srgbClr>
                </a:solidFill>
              </a:ln>
              <a:solidFill>
                <a:srgbClr val="006F43"/>
              </a:solidFill>
              <a:effectLst/>
              <a:uLnTx/>
              <a:uFillTx/>
              <a:latin typeface="G마켓 산스 TTF Medium" panose="02000000000000000000" pitchFamily="2" charset="-127"/>
              <a:ea typeface="G마켓 산스 TTF Medium" panose="020000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F768DC4-862B-5C98-4870-D7982305A178}"/>
              </a:ext>
            </a:extLst>
          </p:cNvPr>
          <p:cNvSpPr txBox="1"/>
          <p:nvPr/>
        </p:nvSpPr>
        <p:spPr>
          <a:xfrm>
            <a:off x="5162688" y="2587734"/>
            <a:ext cx="18666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solidFill>
                    <a:srgbClr val="007043">
                      <a:alpha val="0"/>
                    </a:srgbClr>
                  </a:solidFill>
                </a:ln>
                <a:solidFill>
                  <a:srgbClr val="029D6D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KoPubWorld돋움체 Bold" panose="00000800000000000000" pitchFamily="2" charset="-127"/>
              </a:rPr>
              <a:t>Ctrl + Z</a:t>
            </a:r>
            <a:endParaRPr kumimoji="0" lang="ko-KR" altLang="en-US" sz="1800" b="0" i="0" u="none" strike="noStrike" kern="1200" cap="none" spc="0" normalizeH="0" baseline="0" noProof="0" dirty="0">
              <a:ln>
                <a:solidFill>
                  <a:srgbClr val="007043">
                    <a:alpha val="0"/>
                  </a:srgbClr>
                </a:solidFill>
              </a:ln>
              <a:solidFill>
                <a:srgbClr val="029D6D"/>
              </a:solidFill>
              <a:effectLst/>
              <a:uLnTx/>
              <a:uFillTx/>
              <a:latin typeface="G마켓 산스 TTF Bold" panose="02000000000000000000" pitchFamily="2" charset="-127"/>
              <a:ea typeface="G마켓 산스 TTF Bold" panose="02000000000000000000" pitchFamily="2" charset="-127"/>
              <a:cs typeface="KoPubWorld돋움체 Bold" panose="00000800000000000000" pitchFamily="2" charset="-127"/>
            </a:endParaRPr>
          </a:p>
        </p:txBody>
      </p: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24B60240-2C7E-69FA-D9F4-6F1249D183D1}"/>
              </a:ext>
            </a:extLst>
          </p:cNvPr>
          <p:cNvCxnSpPr>
            <a:cxnSpLocks/>
          </p:cNvCxnSpPr>
          <p:nvPr/>
        </p:nvCxnSpPr>
        <p:spPr>
          <a:xfrm>
            <a:off x="5570220" y="3028902"/>
            <a:ext cx="1051560" cy="0"/>
          </a:xfrm>
          <a:prstGeom prst="line">
            <a:avLst/>
          </a:prstGeom>
          <a:ln>
            <a:solidFill>
              <a:srgbClr val="11387C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그림 25" descr="클립아트, 만화 영화, 상징이(가) 표시된 사진&#10;&#10;자동 생성된 설명">
            <a:extLst>
              <a:ext uri="{FF2B5EF4-FFF2-40B4-BE49-F238E27FC236}">
                <a16:creationId xmlns:a16="http://schemas.microsoft.com/office/drawing/2014/main" id="{D4A76C10-6AF7-27EC-AC73-1E46A3003A2A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09532" y="339853"/>
            <a:ext cx="453817" cy="45381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F12A734-FFCF-A93D-E9DE-BC01774C83CD}"/>
              </a:ext>
            </a:extLst>
          </p:cNvPr>
          <p:cNvSpPr txBox="1"/>
          <p:nvPr/>
        </p:nvSpPr>
        <p:spPr>
          <a:xfrm>
            <a:off x="628650" y="274320"/>
            <a:ext cx="2437527" cy="276999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029D6D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00. </a:t>
            </a:r>
            <a:r>
              <a:rPr kumimoji="0" lang="ko-KR" altLang="en-US" sz="1200" b="0" i="0" u="none" strike="noStrike" kern="1200" cap="none" spc="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029D6D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피피티 신입사원 필수 교육코스</a:t>
            </a:r>
          </a:p>
        </p:txBody>
      </p:sp>
    </p:spTree>
    <p:extLst>
      <p:ext uri="{BB962C8B-B14F-4D97-AF65-F5344CB8AC3E}">
        <p14:creationId xmlns:p14="http://schemas.microsoft.com/office/powerpoint/2010/main" val="1472814259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>
        <p159:morph option="byChar"/>
      </p:transition>
    </mc:Choice>
    <mc:Fallback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7A835CB-D1B5-135F-9C75-EFE09BE4C2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501F77A4-7E98-BAB6-8046-7C8089AA6E94}"/>
              </a:ext>
            </a:extLst>
          </p:cNvPr>
          <p:cNvCxnSpPr>
            <a:cxnSpLocks/>
          </p:cNvCxnSpPr>
          <p:nvPr/>
        </p:nvCxnSpPr>
        <p:spPr>
          <a:xfrm>
            <a:off x="628650" y="914400"/>
            <a:ext cx="10934700" cy="0"/>
          </a:xfrm>
          <a:prstGeom prst="line">
            <a:avLst/>
          </a:prstGeom>
          <a:ln w="19050">
            <a:solidFill>
              <a:srgbClr val="E0833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CEEAE169-7271-F735-618E-5C5D72F4804F}"/>
              </a:ext>
            </a:extLst>
          </p:cNvPr>
          <p:cNvSpPr txBox="1"/>
          <p:nvPr/>
        </p:nvSpPr>
        <p:spPr>
          <a:xfrm>
            <a:off x="628649" y="513219"/>
            <a:ext cx="5724526" cy="369332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-5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클릭 많이하는 것도 </a:t>
            </a:r>
            <a:r>
              <a:rPr kumimoji="0" lang="ko-KR" altLang="en-US" sz="1800" b="0" i="0" u="none" strike="noStrike" kern="1200" cap="none" spc="-5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FA6502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귀찮다</a:t>
            </a:r>
            <a:r>
              <a:rPr kumimoji="0" lang="en-US" altLang="ko-KR" sz="1800" b="0" i="0" u="none" strike="noStrike" kern="1200" cap="none" spc="-5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FA6502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!!</a:t>
            </a:r>
            <a:endParaRPr kumimoji="0" lang="ko-KR" altLang="en-US" sz="1800" b="0" i="0" u="none" strike="noStrike" kern="1200" cap="none" spc="-50" normalizeH="0" baseline="0" noProof="0">
              <a:ln>
                <a:solidFill>
                  <a:srgbClr val="FF0000">
                    <a:alpha val="0"/>
                  </a:srgbClr>
                </a:solidFill>
              </a:ln>
              <a:solidFill>
                <a:srgbClr val="FA6502"/>
              </a:solidFill>
              <a:effectLst/>
              <a:uLnTx/>
              <a:uFillTx/>
              <a:latin typeface="G마켓 산스 TTF Bold" panose="02000000000000000000" pitchFamily="2" charset="-127"/>
              <a:ea typeface="G마켓 산스 TTF Bold" panose="02000000000000000000" pitchFamily="2" charset="-127"/>
              <a:cs typeface="+mn-cs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0EDF6F69-24EE-3D6C-4D10-7F46F54C56BE}"/>
              </a:ext>
            </a:extLst>
          </p:cNvPr>
          <p:cNvSpPr/>
          <p:nvPr/>
        </p:nvSpPr>
        <p:spPr>
          <a:xfrm>
            <a:off x="628649" y="1035130"/>
            <a:ext cx="10934702" cy="31854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※ </a:t>
            </a:r>
            <a:r>
              <a:rPr kumimoji="0" lang="ko-KR" altLang="en-US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가독성 향상</a:t>
            </a: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, </a:t>
            </a:r>
            <a:r>
              <a:rPr kumimoji="0" lang="ko-KR" altLang="en-US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정렬</a:t>
            </a: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, </a:t>
            </a:r>
            <a:r>
              <a:rPr kumimoji="0" lang="ko-KR" altLang="en-US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도형색 변경</a:t>
            </a: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, </a:t>
            </a:r>
            <a:r>
              <a:rPr kumimoji="0" lang="ko-KR" altLang="en-US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텍스트 색 변경</a:t>
            </a: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, </a:t>
            </a:r>
            <a:r>
              <a:rPr kumimoji="0" lang="ko-KR" altLang="en-US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윤곽선 색 변경 등</a:t>
            </a: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 </a:t>
            </a:r>
            <a:endParaRPr kumimoji="0" lang="ko-KR" altLang="en-US" sz="1200" b="0" i="0" u="none" strike="noStrike" kern="1200" cap="none" spc="0" normalizeH="0" baseline="0" noProof="0">
              <a:ln>
                <a:solidFill>
                  <a:srgbClr val="4472C4">
                    <a:alpha val="0"/>
                  </a:srgbClr>
                </a:solidFill>
              </a:ln>
              <a:solidFill>
                <a:srgbClr val="E7E6E6">
                  <a:lumMod val="10000"/>
                </a:srgbClr>
              </a:solidFill>
              <a:effectLst/>
              <a:uLnTx/>
              <a:uFillTx/>
              <a:latin typeface="G마켓 산스 TTF Medium" panose="02000000000000000000" pitchFamily="2" charset="-127"/>
              <a:ea typeface="G마켓 산스 TTF Medium" panose="02000000000000000000" pitchFamily="2" charset="-127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0D6C56A-EEA5-5076-1673-3C1F4C25F563}"/>
              </a:ext>
            </a:extLst>
          </p:cNvPr>
          <p:cNvSpPr txBox="1"/>
          <p:nvPr/>
        </p:nvSpPr>
        <p:spPr>
          <a:xfrm>
            <a:off x="628650" y="274320"/>
            <a:ext cx="2437527" cy="276999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029D6D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00. </a:t>
            </a:r>
            <a:r>
              <a:rPr kumimoji="0" lang="ko-KR" altLang="en-US" sz="1200" b="0" i="0" u="none" strike="noStrike" kern="1200" cap="none" spc="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029D6D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피피티 신입사원 필수 교육코스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D2A7ED5E-E3B0-83E6-4ED1-27A156A1CA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3750" y="4308077"/>
            <a:ext cx="5524500" cy="1415276"/>
          </a:xfrm>
          <a:prstGeom prst="rect">
            <a:avLst/>
          </a:prstGeom>
          <a:ln w="19050">
            <a:solidFill>
              <a:srgbClr val="181717"/>
            </a:solidFill>
          </a:ln>
        </p:spPr>
      </p:pic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E38CECA8-0F2F-041C-297A-CE3DC3DC3A42}"/>
              </a:ext>
            </a:extLst>
          </p:cNvPr>
          <p:cNvCxnSpPr>
            <a:cxnSpLocks/>
            <a:stCxn id="2" idx="2"/>
            <a:endCxn id="10" idx="0"/>
          </p:cNvCxnSpPr>
          <p:nvPr/>
        </p:nvCxnSpPr>
        <p:spPr>
          <a:xfrm>
            <a:off x="6096000" y="2120900"/>
            <a:ext cx="0" cy="2187177"/>
          </a:xfrm>
          <a:prstGeom prst="straightConnector1">
            <a:avLst/>
          </a:prstGeom>
          <a:ln w="19050">
            <a:solidFill>
              <a:srgbClr val="FA6502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직사각형 1">
            <a:extLst>
              <a:ext uri="{FF2B5EF4-FFF2-40B4-BE49-F238E27FC236}">
                <a16:creationId xmlns:a16="http://schemas.microsoft.com/office/drawing/2014/main" id="{BC8E0460-86BD-4574-0651-83E27C7B1E40}"/>
              </a:ext>
            </a:extLst>
          </p:cNvPr>
          <p:cNvSpPr/>
          <p:nvPr/>
        </p:nvSpPr>
        <p:spPr>
          <a:xfrm>
            <a:off x="4557712" y="1625600"/>
            <a:ext cx="3076576" cy="495300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FFFFFF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파일 </a:t>
            </a:r>
            <a:r>
              <a:rPr lang="en-US" altLang="ko-KR" sz="160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FFFFFF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- </a:t>
            </a:r>
            <a:r>
              <a:rPr lang="ko-KR" altLang="en-US" sz="160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FFFFFF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옵션</a:t>
            </a:r>
            <a:r>
              <a:rPr lang="en-US" altLang="ko-KR" sz="160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FFFFFF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lang="ko-KR" altLang="en-US" sz="160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FFFFFF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클릭</a:t>
            </a:r>
            <a:endParaRPr lang="en-US" sz="1600">
              <a:ln>
                <a:solidFill>
                  <a:prstClr val="white">
                    <a:alpha val="0"/>
                  </a:prstClr>
                </a:solidFill>
              </a:ln>
              <a:solidFill>
                <a:srgbClr val="FFFFFF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41BD0780-F5A5-7945-EE97-65FD4A50410D}"/>
              </a:ext>
            </a:extLst>
          </p:cNvPr>
          <p:cNvSpPr/>
          <p:nvPr/>
        </p:nvSpPr>
        <p:spPr>
          <a:xfrm>
            <a:off x="4557712" y="2273300"/>
            <a:ext cx="3076576" cy="495300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FFFFFF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빠른실행도구모음 탭</a:t>
            </a:r>
            <a:endParaRPr lang="en-US" sz="1600">
              <a:ln>
                <a:solidFill>
                  <a:prstClr val="white">
                    <a:alpha val="0"/>
                  </a:prstClr>
                </a:solidFill>
              </a:ln>
              <a:solidFill>
                <a:srgbClr val="FFFFFF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8EA6F396-540A-7D01-C748-47D79241600E}"/>
              </a:ext>
            </a:extLst>
          </p:cNvPr>
          <p:cNvSpPr/>
          <p:nvPr/>
        </p:nvSpPr>
        <p:spPr>
          <a:xfrm>
            <a:off x="4557712" y="2921000"/>
            <a:ext cx="3076576" cy="495300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FFFFFF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우하단 가져오기</a:t>
            </a:r>
            <a:r>
              <a:rPr lang="en-US" altLang="ko-KR" sz="160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FFFFFF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/</a:t>
            </a:r>
            <a:r>
              <a:rPr lang="ko-KR" altLang="en-US" sz="160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FFFFFF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내보내기</a:t>
            </a:r>
            <a:endParaRPr lang="en-US" sz="1600">
              <a:ln>
                <a:solidFill>
                  <a:prstClr val="white">
                    <a:alpha val="0"/>
                  </a:prstClr>
                </a:solidFill>
              </a:ln>
              <a:solidFill>
                <a:srgbClr val="FFFFFF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83894432-AE15-1D72-71B2-A50D1C21CECD}"/>
              </a:ext>
            </a:extLst>
          </p:cNvPr>
          <p:cNvSpPr/>
          <p:nvPr/>
        </p:nvSpPr>
        <p:spPr>
          <a:xfrm>
            <a:off x="4557712" y="3568700"/>
            <a:ext cx="3076576" cy="495300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FFFFFF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전달받은 자료 선택하고 확인</a:t>
            </a:r>
            <a:endParaRPr lang="en-US" sz="1600">
              <a:ln>
                <a:solidFill>
                  <a:prstClr val="white">
                    <a:alpha val="0"/>
                  </a:prstClr>
                </a:solidFill>
              </a:ln>
              <a:solidFill>
                <a:srgbClr val="FFFFFF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pic>
        <p:nvPicPr>
          <p:cNvPr id="23" name="그림 22" descr="클립아트, 만화 영화, 상징이(가) 표시된 사진&#10;&#10;자동 생성된 설명">
            <a:extLst>
              <a:ext uri="{FF2B5EF4-FFF2-40B4-BE49-F238E27FC236}">
                <a16:creationId xmlns:a16="http://schemas.microsoft.com/office/drawing/2014/main" id="{9027523E-1BD3-65E6-D841-AACD2ADCA9B9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09532" y="339853"/>
            <a:ext cx="453817" cy="453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8957194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>
        <p159:morph option="byChar"/>
      </p:transition>
    </mc:Choice>
    <mc:Fallback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861C02D0-E528-55DF-B2AD-1D3D059EF0A2}"/>
              </a:ext>
            </a:extLst>
          </p:cNvPr>
          <p:cNvCxnSpPr>
            <a:cxnSpLocks/>
          </p:cNvCxnSpPr>
          <p:nvPr/>
        </p:nvCxnSpPr>
        <p:spPr>
          <a:xfrm>
            <a:off x="628650" y="914400"/>
            <a:ext cx="10934700" cy="0"/>
          </a:xfrm>
          <a:prstGeom prst="line">
            <a:avLst/>
          </a:prstGeom>
          <a:ln w="19050">
            <a:solidFill>
              <a:srgbClr val="E0833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EC576FF9-50DD-149F-E285-DB7DE569815F}"/>
              </a:ext>
            </a:extLst>
          </p:cNvPr>
          <p:cNvSpPr txBox="1"/>
          <p:nvPr/>
        </p:nvSpPr>
        <p:spPr>
          <a:xfrm>
            <a:off x="628649" y="513219"/>
            <a:ext cx="5724526" cy="369332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-5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나만의 메뉴 빠른실행도구 </a:t>
            </a:r>
            <a:r>
              <a:rPr kumimoji="0" lang="ko-KR" altLang="en-US" sz="1800" b="0" i="0" u="none" strike="noStrike" kern="1200" cap="none" spc="-5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FA6502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단축키로 사용하기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A515B71-2EAD-76CA-2151-8EE88EC90ABF}"/>
              </a:ext>
            </a:extLst>
          </p:cNvPr>
          <p:cNvSpPr/>
          <p:nvPr/>
        </p:nvSpPr>
        <p:spPr>
          <a:xfrm>
            <a:off x="628649" y="1035130"/>
            <a:ext cx="10934702" cy="31854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※ </a:t>
            </a:r>
            <a:r>
              <a:rPr kumimoji="0" lang="ko-KR" altLang="en-US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빠른 실행도구모음을 아래쪽이나 위쪽 내가 편한 곳에 위치시키기</a:t>
            </a:r>
          </a:p>
        </p:txBody>
      </p:sp>
      <p:sp>
        <p:nvSpPr>
          <p:cNvPr id="2" name="타원 1">
            <a:extLst>
              <a:ext uri="{FF2B5EF4-FFF2-40B4-BE49-F238E27FC236}">
                <a16:creationId xmlns:a16="http://schemas.microsoft.com/office/drawing/2014/main" id="{C2C38171-C443-EB95-FA14-9D11008A7432}"/>
              </a:ext>
            </a:extLst>
          </p:cNvPr>
          <p:cNvSpPr/>
          <p:nvPr/>
        </p:nvSpPr>
        <p:spPr>
          <a:xfrm>
            <a:off x="2654305" y="2848903"/>
            <a:ext cx="1713203" cy="1713202"/>
          </a:xfrm>
          <a:prstGeom prst="ellipse">
            <a:avLst/>
          </a:prstGeom>
          <a:solidFill>
            <a:srgbClr val="FA6502"/>
          </a:solidFill>
          <a:ln w="28575">
            <a:solidFill>
              <a:srgbClr val="3B38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 err="1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알트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+ 3</a:t>
            </a:r>
          </a:p>
          <a:p>
            <a:pPr marL="0" marR="0" lvl="0" indent="0" algn="ctr" defTabSz="914400" rtl="0" eaLnBrk="1" fontAlgn="auto" latinLnBrk="1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도형 스포이트</a:t>
            </a:r>
            <a:endParaRPr kumimoji="0" lang="en-US" altLang="ko-KR" sz="1400" b="0" i="0" u="none" strike="noStrike" kern="1200" cap="none" spc="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srgbClr val="FFFFFF"/>
              </a:solidFill>
              <a:effectLst/>
              <a:uLnTx/>
              <a:uFillTx/>
              <a:latin typeface="G마켓 산스 TTF Medium" panose="02000000000000000000" pitchFamily="2" charset="-127"/>
              <a:ea typeface="G마켓 산스 TTF Medium" panose="02000000000000000000" pitchFamily="2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 err="1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싹가능</a:t>
            </a:r>
            <a:r>
              <a:rPr kumimoji="0" lang="ko-KR" altLang="en-US" sz="1400" b="0" i="0" u="none" strike="noStrike" kern="1200" cap="none" spc="0" normalizeH="0" baseline="0" noProof="0" dirty="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  </a:t>
            </a:r>
            <a:r>
              <a:rPr kumimoji="0" lang="en-US" altLang="ko-KR" sz="1400" b="0" i="0" u="none" strike="noStrike" kern="1200" cap="none" spc="0" normalizeH="0" baseline="0" noProof="0" dirty="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3 3</a:t>
            </a:r>
            <a:endParaRPr kumimoji="0" lang="en-US" altLang="ko-KR" sz="1400" b="0" i="0" u="none" strike="noStrike" kern="1200" cap="none" spc="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srgbClr val="FFFFFF"/>
              </a:solidFill>
              <a:effectLst/>
              <a:uLnTx/>
              <a:uFillTx/>
              <a:latin typeface="G마켓 산스 TTF Medium" panose="02000000000000000000" pitchFamily="2" charset="-127"/>
              <a:ea typeface="G마켓 산스 TTF Medium" panose="02000000000000000000" pitchFamily="2" charset="-127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AD6E34-5586-3C85-A43A-386258633192}"/>
              </a:ext>
            </a:extLst>
          </p:cNvPr>
          <p:cNvSpPr txBox="1"/>
          <p:nvPr/>
        </p:nvSpPr>
        <p:spPr>
          <a:xfrm>
            <a:off x="3138048" y="2452621"/>
            <a:ext cx="745717" cy="2827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E7E6E6">
                      <a:alpha val="0"/>
                    </a:srgbClr>
                  </a:solidFill>
                </a:ln>
                <a:solidFill>
                  <a:srgbClr val="181717"/>
                </a:solidFill>
                <a:effectLst/>
                <a:uLnTx/>
                <a:uFillTx/>
                <a:latin typeface="Montserrat Medium" pitchFamily="2" charset="0"/>
                <a:ea typeface="G마켓 산스 TTF Bold" panose="02000000000000000000" pitchFamily="2" charset="-127"/>
                <a:cs typeface="+mn-cs"/>
              </a:rPr>
              <a:t>Step 01</a:t>
            </a:r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E7C8B8BB-29B3-E1FA-F9A8-96CA3B076DEE}"/>
              </a:ext>
            </a:extLst>
          </p:cNvPr>
          <p:cNvSpPr/>
          <p:nvPr/>
        </p:nvSpPr>
        <p:spPr>
          <a:xfrm>
            <a:off x="5239399" y="2848903"/>
            <a:ext cx="1713203" cy="1713202"/>
          </a:xfrm>
          <a:prstGeom prst="ellipse">
            <a:avLst/>
          </a:prstGeom>
          <a:solidFill>
            <a:srgbClr val="FFFFFF"/>
          </a:solidFill>
          <a:ln w="28575">
            <a:solidFill>
              <a:srgbClr val="5393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181717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알트 </a:t>
            </a:r>
            <a:r>
              <a:rPr kumimoji="0" lang="en-US" altLang="ko-KR" sz="1400" b="0" i="0" u="none" strike="noStrike" kern="120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181717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+ 4</a:t>
            </a:r>
          </a:p>
          <a:p>
            <a:pPr marL="0" marR="0" lvl="0" indent="0" algn="ctr" defTabSz="914400" rtl="0" eaLnBrk="1" fontAlgn="auto" latinLnBrk="1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181717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텍스트 스포이트</a:t>
            </a:r>
            <a:endParaRPr kumimoji="0" lang="en-US" altLang="ko-KR" sz="1400" b="0" i="0" u="none" strike="noStrike" kern="1200" cap="none" spc="0" normalizeH="0" baseline="0" noProof="0">
              <a:ln>
                <a:solidFill>
                  <a:prstClr val="white">
                    <a:alpha val="0"/>
                  </a:prstClr>
                </a:solidFill>
              </a:ln>
              <a:solidFill>
                <a:srgbClr val="181717"/>
              </a:solidFill>
              <a:effectLst/>
              <a:uLnTx/>
              <a:uFillTx/>
              <a:latin typeface="G마켓 산스 TTF Medium" panose="02000000000000000000" pitchFamily="2" charset="-127"/>
              <a:ea typeface="G마켓 산스 TTF Medium" panose="02000000000000000000" pitchFamily="2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181717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싹가능</a:t>
            </a:r>
            <a:endParaRPr kumimoji="0" lang="en-US" altLang="ko-KR" sz="1400" b="0" i="0" u="none" strike="noStrike" kern="1200" cap="none" spc="0" normalizeH="0" baseline="0" noProof="0">
              <a:ln>
                <a:solidFill>
                  <a:prstClr val="white">
                    <a:alpha val="0"/>
                  </a:prstClr>
                </a:solidFill>
              </a:ln>
              <a:solidFill>
                <a:srgbClr val="181717"/>
              </a:solidFill>
              <a:effectLst/>
              <a:uLnTx/>
              <a:uFillTx/>
              <a:latin typeface="G마켓 산스 TTF Medium" panose="02000000000000000000" pitchFamily="2" charset="-127"/>
              <a:ea typeface="G마켓 산스 TTF Medium" panose="02000000000000000000" pitchFamily="2" charset="-127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AC678E7-992B-364E-E9A1-3FA15EFAC540}"/>
              </a:ext>
            </a:extLst>
          </p:cNvPr>
          <p:cNvSpPr txBox="1"/>
          <p:nvPr/>
        </p:nvSpPr>
        <p:spPr>
          <a:xfrm>
            <a:off x="5707913" y="2452621"/>
            <a:ext cx="776175" cy="2827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E7E6E6">
                      <a:alpha val="0"/>
                    </a:srgbClr>
                  </a:solidFill>
                </a:ln>
                <a:solidFill>
                  <a:srgbClr val="181717"/>
                </a:solidFill>
                <a:effectLst/>
                <a:uLnTx/>
                <a:uFillTx/>
                <a:latin typeface="Montserrat Medium" pitchFamily="2" charset="0"/>
                <a:ea typeface="G마켓 산스 TTF Bold" panose="02000000000000000000" pitchFamily="2" charset="-127"/>
                <a:cs typeface="+mn-cs"/>
              </a:rPr>
              <a:t>Step 02</a:t>
            </a: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D4EA31AF-4C1D-E897-DF56-446CA895F37D}"/>
              </a:ext>
            </a:extLst>
          </p:cNvPr>
          <p:cNvSpPr/>
          <p:nvPr/>
        </p:nvSpPr>
        <p:spPr>
          <a:xfrm>
            <a:off x="7824493" y="2848903"/>
            <a:ext cx="1713203" cy="1713202"/>
          </a:xfrm>
          <a:prstGeom prst="ellipse">
            <a:avLst/>
          </a:prstGeom>
          <a:solidFill>
            <a:srgbClr val="FFFFFF"/>
          </a:solidFill>
          <a:ln w="28575">
            <a:solidFill>
              <a:srgbClr val="5393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181717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알트 </a:t>
            </a:r>
            <a:r>
              <a:rPr kumimoji="0" lang="en-US" altLang="ko-KR" sz="1400" b="0" i="0" u="none" strike="noStrike" kern="120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181717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+ 2</a:t>
            </a:r>
          </a:p>
          <a:p>
            <a:pPr marL="0" marR="0" lvl="0" indent="0" algn="ctr" defTabSz="914400" rtl="0" eaLnBrk="1" fontAlgn="auto" latinLnBrk="1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181717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윤곽선 스포이트</a:t>
            </a:r>
            <a:endParaRPr kumimoji="0" lang="en-US" altLang="ko-KR" sz="1400" b="0" i="0" u="none" strike="noStrike" kern="1200" cap="none" spc="0" normalizeH="0" baseline="0" noProof="0">
              <a:ln>
                <a:solidFill>
                  <a:prstClr val="white">
                    <a:alpha val="0"/>
                  </a:prstClr>
                </a:solidFill>
              </a:ln>
              <a:solidFill>
                <a:srgbClr val="181717"/>
              </a:solidFill>
              <a:effectLst/>
              <a:uLnTx/>
              <a:uFillTx/>
              <a:latin typeface="G마켓 산스 TTF Medium" panose="02000000000000000000" pitchFamily="2" charset="-127"/>
              <a:ea typeface="G마켓 산스 TTF Medium" panose="02000000000000000000" pitchFamily="2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181717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싹가능</a:t>
            </a:r>
            <a:endParaRPr kumimoji="0" lang="en-US" altLang="ko-KR" sz="1400" b="0" i="0" u="none" strike="noStrike" kern="1200" cap="none" spc="0" normalizeH="0" baseline="0" noProof="0">
              <a:ln>
                <a:solidFill>
                  <a:prstClr val="white">
                    <a:alpha val="0"/>
                  </a:prstClr>
                </a:solidFill>
              </a:ln>
              <a:solidFill>
                <a:srgbClr val="181717"/>
              </a:solidFill>
              <a:effectLst/>
              <a:uLnTx/>
              <a:uFillTx/>
              <a:latin typeface="G마켓 산스 TTF Medium" panose="02000000000000000000" pitchFamily="2" charset="-127"/>
              <a:ea typeface="G마켓 산스 TTF Medium" panose="02000000000000000000" pitchFamily="2" charset="-127"/>
              <a:cs typeface="+mn-cs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4E87C8D-054A-282B-6030-6EA105742F91}"/>
              </a:ext>
            </a:extLst>
          </p:cNvPr>
          <p:cNvSpPr txBox="1"/>
          <p:nvPr/>
        </p:nvSpPr>
        <p:spPr>
          <a:xfrm>
            <a:off x="8285794" y="2452621"/>
            <a:ext cx="790601" cy="2827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E7E6E6">
                      <a:alpha val="0"/>
                    </a:srgbClr>
                  </a:solidFill>
                </a:ln>
                <a:solidFill>
                  <a:srgbClr val="181717"/>
                </a:solidFill>
                <a:effectLst/>
                <a:uLnTx/>
                <a:uFillTx/>
                <a:latin typeface="Montserrat Medium" pitchFamily="2" charset="0"/>
                <a:ea typeface="G마켓 산스 TTF Bold" panose="02000000000000000000" pitchFamily="2" charset="-127"/>
                <a:cs typeface="+mn-cs"/>
              </a:rPr>
              <a:t>Step 03</a:t>
            </a:r>
          </a:p>
        </p:txBody>
      </p:sp>
      <p:sp>
        <p:nvSpPr>
          <p:cNvPr id="18" name="이등변 삼각형 17">
            <a:extLst>
              <a:ext uri="{FF2B5EF4-FFF2-40B4-BE49-F238E27FC236}">
                <a16:creationId xmlns:a16="http://schemas.microsoft.com/office/drawing/2014/main" id="{1D95BBC1-5B20-9B6E-3073-8DECE5A82723}"/>
              </a:ext>
            </a:extLst>
          </p:cNvPr>
          <p:cNvSpPr/>
          <p:nvPr/>
        </p:nvSpPr>
        <p:spPr>
          <a:xfrm rot="5400000">
            <a:off x="4750786" y="3660102"/>
            <a:ext cx="105334" cy="90806"/>
          </a:xfrm>
          <a:prstGeom prst="triangle">
            <a:avLst/>
          </a:prstGeom>
          <a:solidFill>
            <a:srgbClr val="FF9F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9" name="이등변 삼각형 18">
            <a:extLst>
              <a:ext uri="{FF2B5EF4-FFF2-40B4-BE49-F238E27FC236}">
                <a16:creationId xmlns:a16="http://schemas.microsoft.com/office/drawing/2014/main" id="{FB8E6342-16BD-DF7F-5F03-9531BB133E17}"/>
              </a:ext>
            </a:extLst>
          </p:cNvPr>
          <p:cNvSpPr/>
          <p:nvPr/>
        </p:nvSpPr>
        <p:spPr>
          <a:xfrm rot="5400000">
            <a:off x="7335880" y="3660102"/>
            <a:ext cx="105334" cy="90806"/>
          </a:xfrm>
          <a:prstGeom prst="triangle">
            <a:avLst/>
          </a:prstGeom>
          <a:solidFill>
            <a:srgbClr val="FF9F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2E7C4AD3-34CA-FFFA-31F8-30A9C6143049}"/>
              </a:ext>
            </a:extLst>
          </p:cNvPr>
          <p:cNvSpPr/>
          <p:nvPr/>
        </p:nvSpPr>
        <p:spPr>
          <a:xfrm>
            <a:off x="10240884" y="490495"/>
            <a:ext cx="276999" cy="276999"/>
          </a:xfrm>
          <a:prstGeom prst="ellipse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6A0BE053-425F-1887-2C07-467B0F4F597F}"/>
              </a:ext>
            </a:extLst>
          </p:cNvPr>
          <p:cNvSpPr/>
          <p:nvPr/>
        </p:nvSpPr>
        <p:spPr>
          <a:xfrm>
            <a:off x="10588468" y="490495"/>
            <a:ext cx="276999" cy="276999"/>
          </a:xfrm>
          <a:prstGeom prst="ellipse">
            <a:avLst/>
          </a:prstGeom>
          <a:solidFill>
            <a:srgbClr val="FA650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14" name="그림 13" descr="클립아트, 만화 영화, 상징이(가) 표시된 사진&#10;&#10;자동 생성된 설명">
            <a:extLst>
              <a:ext uri="{FF2B5EF4-FFF2-40B4-BE49-F238E27FC236}">
                <a16:creationId xmlns:a16="http://schemas.microsoft.com/office/drawing/2014/main" id="{D7C791C6-EE78-3381-86D6-40D8679B106E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09532" y="339853"/>
            <a:ext cx="453817" cy="453817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B9160CF6-16C9-9C4E-5828-840E8A97DE28}"/>
              </a:ext>
            </a:extLst>
          </p:cNvPr>
          <p:cNvSpPr txBox="1"/>
          <p:nvPr/>
        </p:nvSpPr>
        <p:spPr>
          <a:xfrm>
            <a:off x="628650" y="274320"/>
            <a:ext cx="2437527" cy="276999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029D6D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00. </a:t>
            </a:r>
            <a:r>
              <a:rPr kumimoji="0" lang="ko-KR" altLang="en-US" sz="1200" b="0" i="0" u="none" strike="noStrike" kern="1200" cap="none" spc="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029D6D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피피티 신입사원 필수 교육코스</a:t>
            </a:r>
          </a:p>
        </p:txBody>
      </p:sp>
    </p:spTree>
    <p:extLst>
      <p:ext uri="{BB962C8B-B14F-4D97-AF65-F5344CB8AC3E}">
        <p14:creationId xmlns:p14="http://schemas.microsoft.com/office/powerpoint/2010/main" val="382900643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>
        <p159:morph option="byChar"/>
      </p:transition>
    </mc:Choice>
    <mc:Fallback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A534D9C-2D7D-93D0-6E95-DD5083FFE4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2920ED43-CD57-10E8-E0F0-97739892C251}"/>
              </a:ext>
            </a:extLst>
          </p:cNvPr>
          <p:cNvCxnSpPr>
            <a:cxnSpLocks/>
          </p:cNvCxnSpPr>
          <p:nvPr/>
        </p:nvCxnSpPr>
        <p:spPr>
          <a:xfrm>
            <a:off x="628650" y="914400"/>
            <a:ext cx="10934700" cy="0"/>
          </a:xfrm>
          <a:prstGeom prst="line">
            <a:avLst/>
          </a:prstGeom>
          <a:ln w="19050">
            <a:solidFill>
              <a:srgbClr val="E0833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B369A95-8B78-8C73-74BA-1809705FE281}"/>
              </a:ext>
            </a:extLst>
          </p:cNvPr>
          <p:cNvSpPr/>
          <p:nvPr/>
        </p:nvSpPr>
        <p:spPr>
          <a:xfrm>
            <a:off x="628649" y="1035130"/>
            <a:ext cx="10934702" cy="31854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※ </a:t>
            </a:r>
            <a:r>
              <a:rPr kumimoji="0" lang="ko-KR" altLang="en-US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폰트 설치하기</a:t>
            </a:r>
            <a:endParaRPr kumimoji="0" lang="ko-KR" altLang="en-US" sz="1200" b="0" i="0" u="none" strike="noStrike" kern="1200" cap="none" spc="0" normalizeH="0" baseline="0" noProof="0" dirty="0">
              <a:ln>
                <a:solidFill>
                  <a:srgbClr val="4472C4">
                    <a:alpha val="0"/>
                  </a:srgbClr>
                </a:solidFill>
              </a:ln>
              <a:solidFill>
                <a:srgbClr val="E7E6E6">
                  <a:lumMod val="10000"/>
                </a:srgbClr>
              </a:solidFill>
              <a:effectLst/>
              <a:uLnTx/>
              <a:uFillTx/>
              <a:latin typeface="G마켓 산스 TTF Medium" panose="02000000000000000000" pitchFamily="2" charset="-127"/>
              <a:ea typeface="G마켓 산스 TTF Medium" panose="02000000000000000000" pitchFamily="2" charset="-127"/>
              <a:cs typeface="+mn-cs"/>
            </a:endParaRPr>
          </a:p>
        </p:txBody>
      </p:sp>
      <p:pic>
        <p:nvPicPr>
          <p:cNvPr id="26" name="그림 25" descr="클립아트, 만화 영화, 상징이(가) 표시된 사진&#10;&#10;자동 생성된 설명">
            <a:extLst>
              <a:ext uri="{FF2B5EF4-FFF2-40B4-BE49-F238E27FC236}">
                <a16:creationId xmlns:a16="http://schemas.microsoft.com/office/drawing/2014/main" id="{E87A1F1E-6ED1-143A-0035-905D09071115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09532" y="339853"/>
            <a:ext cx="453817" cy="453817"/>
          </a:xfrm>
          <a:prstGeom prst="rect">
            <a:avLst/>
          </a:prstGeom>
        </p:spPr>
      </p:pic>
      <p:sp>
        <p:nvSpPr>
          <p:cNvPr id="2" name="타원 1">
            <a:extLst>
              <a:ext uri="{FF2B5EF4-FFF2-40B4-BE49-F238E27FC236}">
                <a16:creationId xmlns:a16="http://schemas.microsoft.com/office/drawing/2014/main" id="{E5C5EF0B-5CE4-B717-B248-FB4D989D3649}"/>
              </a:ext>
            </a:extLst>
          </p:cNvPr>
          <p:cNvSpPr/>
          <p:nvPr/>
        </p:nvSpPr>
        <p:spPr>
          <a:xfrm>
            <a:off x="2654305" y="2848903"/>
            <a:ext cx="1713203" cy="1713202"/>
          </a:xfrm>
          <a:prstGeom prst="ellipse">
            <a:avLst/>
          </a:prstGeom>
          <a:noFill/>
          <a:ln w="28575">
            <a:solidFill>
              <a:srgbClr val="E0833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 err="1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181717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모든글꼴</a:t>
            </a:r>
            <a:endParaRPr kumimoji="0" lang="en-US" altLang="ko-KR" sz="1400" b="0" i="0" u="none" strike="noStrike" kern="1200" cap="none" spc="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srgbClr val="181717"/>
              </a:solidFill>
              <a:effectLst/>
              <a:uLnTx/>
              <a:uFillTx/>
              <a:latin typeface="G마켓 산스 TTF Medium" panose="02000000000000000000" pitchFamily="2" charset="-127"/>
              <a:ea typeface="G마켓 산스 TTF Medium" panose="02000000000000000000" pitchFamily="2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181717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한번에 선택</a:t>
            </a:r>
            <a:endParaRPr kumimoji="0" lang="en-US" altLang="ko-KR" sz="1400" b="0" i="0" u="none" strike="noStrike" kern="1200" cap="none" spc="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srgbClr val="181717"/>
              </a:solidFill>
              <a:effectLst/>
              <a:uLnTx/>
              <a:uFillTx/>
              <a:latin typeface="G마켓 산스 TTF Medium" panose="02000000000000000000" pitchFamily="2" charset="-127"/>
              <a:ea typeface="G마켓 산스 TTF Medium" panose="02000000000000000000" pitchFamily="2" charset="-127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8108323-B628-393F-C752-55D6BB17377E}"/>
              </a:ext>
            </a:extLst>
          </p:cNvPr>
          <p:cNvSpPr txBox="1"/>
          <p:nvPr/>
        </p:nvSpPr>
        <p:spPr>
          <a:xfrm>
            <a:off x="3138048" y="2452621"/>
            <a:ext cx="745717" cy="2827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E7E6E6">
                      <a:alpha val="0"/>
                    </a:srgbClr>
                  </a:solidFill>
                </a:ln>
                <a:solidFill>
                  <a:srgbClr val="181717"/>
                </a:solidFill>
                <a:effectLst/>
                <a:uLnTx/>
                <a:uFillTx/>
                <a:latin typeface="Montserrat Medium" pitchFamily="2" charset="0"/>
                <a:ea typeface="G마켓 산스 TTF Bold" panose="02000000000000000000" pitchFamily="2" charset="-127"/>
                <a:cs typeface="+mn-cs"/>
              </a:rPr>
              <a:t>Step 01</a:t>
            </a:r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B49E7776-94D3-140E-73C4-9DDE414743AF}"/>
              </a:ext>
            </a:extLst>
          </p:cNvPr>
          <p:cNvSpPr/>
          <p:nvPr/>
        </p:nvSpPr>
        <p:spPr>
          <a:xfrm>
            <a:off x="5239399" y="2848903"/>
            <a:ext cx="1713203" cy="1713202"/>
          </a:xfrm>
          <a:prstGeom prst="ellipse">
            <a:avLst/>
          </a:prstGeom>
          <a:noFill/>
          <a:ln w="28575">
            <a:solidFill>
              <a:srgbClr val="E0833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181717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폰트 설치</a:t>
            </a:r>
            <a:endParaRPr kumimoji="0" lang="en-US" altLang="ko-KR" sz="1400" b="0" i="0" u="none" strike="noStrike" kern="1200" cap="none" spc="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srgbClr val="181717"/>
              </a:solidFill>
              <a:effectLst/>
              <a:uLnTx/>
              <a:uFillTx/>
              <a:latin typeface="G마켓 산스 TTF Bold" panose="02000000000000000000" pitchFamily="2" charset="-127"/>
              <a:ea typeface="G마켓 산스 TTF Bold" panose="02000000000000000000" pitchFamily="2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181717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(</a:t>
            </a:r>
            <a:r>
              <a:rPr kumimoji="0" lang="ko-KR" altLang="en-US" sz="1400" b="0" i="0" u="none" strike="noStrike" kern="1200" cap="none" spc="0" normalizeH="0" baseline="0" noProof="0" dirty="0" err="1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181717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우클릭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181717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181717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-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181717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설치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181717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A75D735-511A-61AB-96A3-9A6F50AB4985}"/>
              </a:ext>
            </a:extLst>
          </p:cNvPr>
          <p:cNvSpPr txBox="1"/>
          <p:nvPr/>
        </p:nvSpPr>
        <p:spPr>
          <a:xfrm>
            <a:off x="5707913" y="2452621"/>
            <a:ext cx="776175" cy="2827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E7E6E6">
                      <a:alpha val="0"/>
                    </a:srgbClr>
                  </a:solidFill>
                </a:ln>
                <a:solidFill>
                  <a:srgbClr val="181717"/>
                </a:solidFill>
                <a:effectLst/>
                <a:uLnTx/>
                <a:uFillTx/>
                <a:latin typeface="Montserrat Medium" pitchFamily="2" charset="0"/>
                <a:ea typeface="G마켓 산스 TTF Bold" panose="02000000000000000000" pitchFamily="2" charset="-127"/>
                <a:cs typeface="+mn-cs"/>
              </a:rPr>
              <a:t>Step 02</a:t>
            </a:r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6E8C9478-53FC-EB1F-B142-F1B388CEC254}"/>
              </a:ext>
            </a:extLst>
          </p:cNvPr>
          <p:cNvSpPr/>
          <p:nvPr/>
        </p:nvSpPr>
        <p:spPr>
          <a:xfrm>
            <a:off x="7824493" y="2848903"/>
            <a:ext cx="1713203" cy="1713202"/>
          </a:xfrm>
          <a:prstGeom prst="ellipse">
            <a:avLst/>
          </a:prstGeom>
          <a:noFill/>
          <a:ln w="28575">
            <a:solidFill>
              <a:srgbClr val="E0833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181717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활성화 된</a:t>
            </a:r>
            <a:endParaRPr kumimoji="0" lang="en-US" altLang="ko-KR" sz="1400" b="0" i="0" u="none" strike="noStrike" kern="1200" cap="none" spc="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srgbClr val="181717"/>
              </a:solidFill>
              <a:effectLst/>
              <a:uLnTx/>
              <a:uFillTx/>
              <a:latin typeface="G마켓 산스 TTF Medium" panose="02000000000000000000" pitchFamily="2" charset="-127"/>
              <a:ea typeface="G마켓 산스 TTF Medium" panose="02000000000000000000" pitchFamily="2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181717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PPT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181717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껐다 </a:t>
            </a:r>
            <a:endParaRPr kumimoji="0" lang="en-US" altLang="ko-KR" sz="1400" b="0" i="0" u="none" strike="noStrike" kern="1200" cap="none" spc="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srgbClr val="181717"/>
              </a:solidFill>
              <a:effectLst/>
              <a:uLnTx/>
              <a:uFillTx/>
              <a:latin typeface="G마켓 산스 TTF Medium" panose="02000000000000000000" pitchFamily="2" charset="-127"/>
              <a:ea typeface="G마켓 산스 TTF Medium" panose="02000000000000000000" pitchFamily="2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181717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켜서 확인</a:t>
            </a:r>
            <a:endParaRPr kumimoji="0" lang="en-US" altLang="ko-KR" sz="1400" b="0" i="0" u="none" strike="noStrike" kern="1200" cap="none" spc="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srgbClr val="181717"/>
              </a:solidFill>
              <a:effectLst/>
              <a:uLnTx/>
              <a:uFillTx/>
              <a:latin typeface="G마켓 산스 TTF Medium" panose="02000000000000000000" pitchFamily="2" charset="-127"/>
              <a:ea typeface="G마켓 산스 TTF Medium" panose="02000000000000000000" pitchFamily="2" charset="-127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867BEAC-6EFE-88CB-EFB5-82106E89E9A1}"/>
              </a:ext>
            </a:extLst>
          </p:cNvPr>
          <p:cNvSpPr txBox="1"/>
          <p:nvPr/>
        </p:nvSpPr>
        <p:spPr>
          <a:xfrm>
            <a:off x="8285794" y="2452621"/>
            <a:ext cx="790601" cy="2827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E7E6E6">
                      <a:alpha val="0"/>
                    </a:srgbClr>
                  </a:solidFill>
                </a:ln>
                <a:solidFill>
                  <a:srgbClr val="181717"/>
                </a:solidFill>
                <a:effectLst/>
                <a:uLnTx/>
                <a:uFillTx/>
                <a:latin typeface="Montserrat Medium" pitchFamily="2" charset="0"/>
                <a:ea typeface="G마켓 산스 TTF Bold" panose="02000000000000000000" pitchFamily="2" charset="-127"/>
                <a:cs typeface="+mn-cs"/>
              </a:rPr>
              <a:t>Step 03</a:t>
            </a:r>
          </a:p>
        </p:txBody>
      </p:sp>
      <p:sp>
        <p:nvSpPr>
          <p:cNvPr id="12" name="이등변 삼각형 11">
            <a:extLst>
              <a:ext uri="{FF2B5EF4-FFF2-40B4-BE49-F238E27FC236}">
                <a16:creationId xmlns:a16="http://schemas.microsoft.com/office/drawing/2014/main" id="{A7FCA5AF-05BC-EFA8-6202-00A079126775}"/>
              </a:ext>
            </a:extLst>
          </p:cNvPr>
          <p:cNvSpPr/>
          <p:nvPr/>
        </p:nvSpPr>
        <p:spPr>
          <a:xfrm rot="5400000">
            <a:off x="4750786" y="3660102"/>
            <a:ext cx="105334" cy="90806"/>
          </a:xfrm>
          <a:prstGeom prst="triangle">
            <a:avLst/>
          </a:prstGeom>
          <a:solidFill>
            <a:srgbClr val="029D6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" name="이등변 삼각형 12">
            <a:extLst>
              <a:ext uri="{FF2B5EF4-FFF2-40B4-BE49-F238E27FC236}">
                <a16:creationId xmlns:a16="http://schemas.microsoft.com/office/drawing/2014/main" id="{C5EA3CCD-A2FB-9D68-282C-43969A864140}"/>
              </a:ext>
            </a:extLst>
          </p:cNvPr>
          <p:cNvSpPr/>
          <p:nvPr/>
        </p:nvSpPr>
        <p:spPr>
          <a:xfrm rot="5400000">
            <a:off x="7335880" y="3660102"/>
            <a:ext cx="105334" cy="90806"/>
          </a:xfrm>
          <a:prstGeom prst="triangle">
            <a:avLst/>
          </a:prstGeom>
          <a:solidFill>
            <a:srgbClr val="029D6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DF57FE1-417B-CD52-CB7F-D6B10D5A8413}"/>
              </a:ext>
            </a:extLst>
          </p:cNvPr>
          <p:cNvSpPr txBox="1"/>
          <p:nvPr/>
        </p:nvSpPr>
        <p:spPr>
          <a:xfrm>
            <a:off x="628649" y="513219"/>
            <a:ext cx="5724526" cy="369332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-5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폰트만 </a:t>
            </a:r>
            <a:r>
              <a:rPr kumimoji="0" lang="ko-KR" altLang="en-US" sz="1800" b="0" i="0" u="none" strike="noStrike" kern="1200" cap="none" spc="-50" normalizeH="0" baseline="0" noProof="0" err="1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잘쓰면</a:t>
            </a:r>
            <a:r>
              <a:rPr kumimoji="0" lang="ko-KR" altLang="en-US" sz="1800" b="0" i="0" u="none" strike="noStrike" kern="1200" cap="none" spc="-5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 </a:t>
            </a:r>
            <a:r>
              <a:rPr kumimoji="0" lang="ko-KR" altLang="en-US" sz="1800" b="0" i="0" u="none" strike="noStrike" kern="1200" cap="none" spc="-5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FA6502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상위 </a:t>
            </a:r>
            <a:r>
              <a:rPr kumimoji="0" lang="en-US" altLang="ko-KR" sz="1800" b="0" i="0" u="none" strike="noStrike" kern="1200" cap="none" spc="-5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FA6502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10%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1D2EBBE-D8EB-AD9E-AD3C-B23BBD6C6A0D}"/>
              </a:ext>
            </a:extLst>
          </p:cNvPr>
          <p:cNvSpPr txBox="1"/>
          <p:nvPr/>
        </p:nvSpPr>
        <p:spPr>
          <a:xfrm>
            <a:off x="628650" y="274320"/>
            <a:ext cx="2437527" cy="276999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029D6D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00. </a:t>
            </a:r>
            <a:r>
              <a:rPr kumimoji="0" lang="ko-KR" altLang="en-US" sz="1200" b="0" i="0" u="none" strike="noStrike" kern="1200" cap="none" spc="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029D6D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피피티 신입사원 필수 교육코스</a:t>
            </a:r>
          </a:p>
        </p:txBody>
      </p:sp>
    </p:spTree>
    <p:extLst>
      <p:ext uri="{BB962C8B-B14F-4D97-AF65-F5344CB8AC3E}">
        <p14:creationId xmlns:p14="http://schemas.microsoft.com/office/powerpoint/2010/main" val="2432964348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>
        <p159:morph option="byChar"/>
      </p:transition>
    </mc:Choice>
    <mc:Fallback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66BDC33-4806-5245-6328-757BACBF7394}"/>
              </a:ext>
            </a:extLst>
          </p:cNvPr>
          <p:cNvSpPr txBox="1"/>
          <p:nvPr/>
        </p:nvSpPr>
        <p:spPr>
          <a:xfrm>
            <a:off x="628650" y="274320"/>
            <a:ext cx="794448" cy="276999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>
            <a:defPPr>
              <a:defRPr lang="ko-KR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029D6D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029D6D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01. </a:t>
            </a:r>
            <a:r>
              <a:rPr kumimoji="0" lang="ko-KR" altLang="en-US" sz="1200" b="0" i="0" u="none" strike="noStrike" kern="1200" cap="none" spc="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029D6D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텍스트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861C02D0-E528-55DF-B2AD-1D3D059EF0A2}"/>
              </a:ext>
            </a:extLst>
          </p:cNvPr>
          <p:cNvCxnSpPr>
            <a:cxnSpLocks/>
          </p:cNvCxnSpPr>
          <p:nvPr/>
        </p:nvCxnSpPr>
        <p:spPr>
          <a:xfrm>
            <a:off x="628650" y="914400"/>
            <a:ext cx="10934700" cy="0"/>
          </a:xfrm>
          <a:prstGeom prst="line">
            <a:avLst/>
          </a:prstGeom>
          <a:ln w="19050">
            <a:solidFill>
              <a:srgbClr val="E0833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EC576FF9-50DD-149F-E285-DB7DE569815F}"/>
              </a:ext>
            </a:extLst>
          </p:cNvPr>
          <p:cNvSpPr txBox="1"/>
          <p:nvPr/>
        </p:nvSpPr>
        <p:spPr>
          <a:xfrm>
            <a:off x="628649" y="513219"/>
            <a:ext cx="5724526" cy="369332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-5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2</a:t>
            </a:r>
            <a:r>
              <a:rPr kumimoji="0" lang="ko-KR" altLang="en-US" sz="1800" b="0" i="0" u="none" strike="noStrike" kern="1200" cap="none" spc="-5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개만 </a:t>
            </a:r>
            <a:r>
              <a:rPr kumimoji="0" lang="ko-KR" altLang="en-US" sz="1800" b="0" i="0" u="none" strike="noStrike" kern="1200" cap="none" spc="-50" normalizeH="0" baseline="0" noProof="0" err="1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알면된다</a:t>
            </a:r>
            <a:r>
              <a:rPr kumimoji="0" lang="ko-KR" altLang="en-US" sz="1800" b="0" i="0" u="none" strike="noStrike" kern="1200" cap="none" spc="-5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 </a:t>
            </a:r>
            <a:r>
              <a:rPr kumimoji="0" lang="ko-KR" altLang="en-US" sz="1800" b="0" i="0" u="none" strike="noStrike" kern="1200" cap="none" spc="-5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FA6502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텍스트 단축키</a:t>
            </a:r>
            <a:endParaRPr kumimoji="0" lang="en-US" altLang="ko-KR" sz="1800" b="0" i="0" u="none" strike="noStrike" kern="1200" cap="none" spc="-50" normalizeH="0" baseline="0" noProof="0">
              <a:ln>
                <a:solidFill>
                  <a:srgbClr val="FF0000">
                    <a:alpha val="0"/>
                  </a:srgbClr>
                </a:solidFill>
              </a:ln>
              <a:solidFill>
                <a:srgbClr val="FA6502"/>
              </a:solidFill>
              <a:effectLst/>
              <a:uLnTx/>
              <a:uFillTx/>
              <a:latin typeface="G마켓 산스 TTF Bold" panose="02000000000000000000" pitchFamily="2" charset="-127"/>
              <a:ea typeface="G마켓 산스 TTF Bold" panose="02000000000000000000" pitchFamily="2" charset="-127"/>
              <a:cs typeface="+mn-cs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A515B71-2EAD-76CA-2151-8EE88EC90ABF}"/>
              </a:ext>
            </a:extLst>
          </p:cNvPr>
          <p:cNvSpPr/>
          <p:nvPr/>
        </p:nvSpPr>
        <p:spPr>
          <a:xfrm>
            <a:off x="628649" y="1035130"/>
            <a:ext cx="10934702" cy="31854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※ </a:t>
            </a:r>
            <a:r>
              <a:rPr kumimoji="0" lang="ko-KR" altLang="en-US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컨트롤과 함께하는 텍스트 단축키 </a:t>
            </a: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(</a:t>
            </a:r>
            <a:r>
              <a:rPr kumimoji="0" lang="ko-KR" altLang="en-US" sz="1200" b="0" i="0" u="none" strike="noStrike" kern="1200" cap="none" spc="0" normalizeH="0" baseline="0" noProof="0" err="1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크고작게</a:t>
            </a:r>
            <a:r>
              <a:rPr kumimoji="0" lang="ko-KR" altLang="en-US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 단축키가 </a:t>
            </a:r>
            <a:r>
              <a:rPr kumimoji="0" lang="ko-KR" altLang="en-US" sz="1200" b="0" i="0" u="none" strike="noStrike" kern="1200" cap="none" spc="0" normalizeH="0" baseline="0" noProof="0" err="1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안먹히면</a:t>
            </a:r>
            <a:r>
              <a:rPr kumimoji="0" lang="ko-KR" altLang="en-US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 </a:t>
            </a: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CTRL + SHIFT + &lt; , &gt; or </a:t>
            </a:r>
            <a:r>
              <a:rPr kumimoji="0" lang="ko-KR" altLang="en-US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직접 마우스로 변경</a:t>
            </a: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)</a:t>
            </a:r>
            <a:endParaRPr kumimoji="0" lang="ko-KR" altLang="en-US" sz="1200" b="0" i="0" u="none" strike="noStrike" kern="1200" cap="none" spc="0" normalizeH="0" baseline="0" noProof="0">
              <a:ln>
                <a:solidFill>
                  <a:srgbClr val="4472C4">
                    <a:alpha val="0"/>
                  </a:srgbClr>
                </a:solidFill>
              </a:ln>
              <a:solidFill>
                <a:srgbClr val="E7E6E6">
                  <a:lumMod val="10000"/>
                </a:srgbClr>
              </a:solidFill>
              <a:effectLst/>
              <a:uLnTx/>
              <a:uFillTx/>
              <a:latin typeface="G마켓 산스 TTF Medium" panose="02000000000000000000" pitchFamily="2" charset="-127"/>
              <a:ea typeface="G마켓 산스 TTF Medium" panose="02000000000000000000" pitchFamily="2" charset="-127"/>
              <a:cs typeface="+mn-cs"/>
            </a:endParaRPr>
          </a:p>
        </p:txBody>
      </p:sp>
      <p:pic>
        <p:nvPicPr>
          <p:cNvPr id="34" name="그림 33" descr="클립아트, 만화 영화, 상징이(가) 표시된 사진&#10;&#10;자동 생성된 설명">
            <a:extLst>
              <a:ext uri="{FF2B5EF4-FFF2-40B4-BE49-F238E27FC236}">
                <a16:creationId xmlns:a16="http://schemas.microsoft.com/office/drawing/2014/main" id="{1388EF77-3BF8-5822-C113-28AF13DAC500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09532" y="339853"/>
            <a:ext cx="453817" cy="453817"/>
          </a:xfrm>
          <a:prstGeom prst="rect">
            <a:avLst/>
          </a:prstGeom>
        </p:spPr>
      </p:pic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B1F80F0A-329D-DF28-5522-3343E9D9FF43}"/>
              </a:ext>
            </a:extLst>
          </p:cNvPr>
          <p:cNvSpPr/>
          <p:nvPr/>
        </p:nvSpPr>
        <p:spPr>
          <a:xfrm>
            <a:off x="3526415" y="2380199"/>
            <a:ext cx="2090738" cy="465097"/>
          </a:xfrm>
          <a:prstGeom prst="roundRect">
            <a:avLst>
              <a:gd name="adj" fmla="val 50000"/>
            </a:avLst>
          </a:prstGeom>
          <a:solidFill>
            <a:srgbClr val="019D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>
                <a:ln>
                  <a:solidFill>
                    <a:srgbClr val="4472C4">
                      <a:shade val="15000"/>
                      <a:alpha val="0"/>
                    </a:srgbClr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텍스트 크게</a:t>
            </a:r>
            <a:endParaRPr kumimoji="0" lang="en-US" altLang="ko-KR" sz="1600" b="0" i="0" u="none" strike="noStrike" kern="1200" cap="none" spc="0" normalizeH="0" baseline="0" noProof="0">
              <a:ln>
                <a:solidFill>
                  <a:srgbClr val="4472C4">
                    <a:shade val="15000"/>
                    <a:alpha val="0"/>
                  </a:srgbClr>
                </a:solidFill>
              </a:ln>
              <a:solidFill>
                <a:srgbClr val="FFFFFF"/>
              </a:solidFill>
              <a:effectLst/>
              <a:uLnTx/>
              <a:uFillTx/>
              <a:latin typeface="G마켓 산스 TTF Bold" panose="02000000000000000000" pitchFamily="2" charset="-127"/>
              <a:ea typeface="G마켓 산스 TTF Bold" panose="02000000000000000000" pitchFamily="2" charset="-127"/>
              <a:cs typeface="+mn-cs"/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93697357-01CE-934F-7C08-1F1CD6789C99}"/>
              </a:ext>
            </a:extLst>
          </p:cNvPr>
          <p:cNvSpPr/>
          <p:nvPr/>
        </p:nvSpPr>
        <p:spPr>
          <a:xfrm>
            <a:off x="6574847" y="2380199"/>
            <a:ext cx="2090738" cy="465097"/>
          </a:xfrm>
          <a:prstGeom prst="roundRect">
            <a:avLst>
              <a:gd name="adj" fmla="val 50000"/>
            </a:avLst>
          </a:prstGeom>
          <a:solidFill>
            <a:srgbClr val="019D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>
                <a:ln>
                  <a:solidFill>
                    <a:srgbClr val="4472C4">
                      <a:shade val="15000"/>
                      <a:alpha val="0"/>
                    </a:srgbClr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텍스트 작게</a:t>
            </a:r>
            <a:endParaRPr kumimoji="0" lang="en-US" altLang="ko-KR" sz="1600" b="0" i="0" u="none" strike="noStrike" kern="1200" cap="none" spc="0" normalizeH="0" baseline="0" noProof="0">
              <a:ln>
                <a:solidFill>
                  <a:srgbClr val="4472C4">
                    <a:shade val="15000"/>
                    <a:alpha val="0"/>
                  </a:srgbClr>
                </a:solidFill>
              </a:ln>
              <a:solidFill>
                <a:srgbClr val="FFFFFF"/>
              </a:solidFill>
              <a:effectLst/>
              <a:uLnTx/>
              <a:uFillTx/>
              <a:latin typeface="G마켓 산스 TTF Bold" panose="02000000000000000000" pitchFamily="2" charset="-127"/>
              <a:ea typeface="G마켓 산스 TTF Bold" panose="02000000000000000000" pitchFamily="2" charset="-127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D0D9251-7D75-9350-CA1B-0196294D889B}"/>
              </a:ext>
            </a:extLst>
          </p:cNvPr>
          <p:cNvSpPr txBox="1"/>
          <p:nvPr/>
        </p:nvSpPr>
        <p:spPr>
          <a:xfrm>
            <a:off x="4032345" y="1954136"/>
            <a:ext cx="923651" cy="3631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>
                <a:ln>
                  <a:solidFill>
                    <a:srgbClr val="4472C4">
                      <a:shade val="15000"/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Ctrl + ]</a:t>
            </a:r>
            <a:endParaRPr kumimoji="0" lang="ko-KR" altLang="en-US" sz="1600" b="0" i="0" u="none" strike="noStrike" kern="1200" cap="none" spc="0" normalizeH="0" baseline="0" noProof="0">
              <a:ln>
                <a:solidFill>
                  <a:srgbClr val="4472C4">
                    <a:shade val="15000"/>
                    <a:alpha val="0"/>
                  </a:srgbClr>
                </a:solidFill>
              </a:ln>
              <a:solidFill>
                <a:prstClr val="black"/>
              </a:solidFill>
              <a:effectLst/>
              <a:uLnTx/>
              <a:uFillTx/>
              <a:latin typeface="G마켓 산스 TTF Medium" panose="02000000000000000000" pitchFamily="2" charset="-127"/>
              <a:ea typeface="G마켓 산스 TTF Medium" panose="02000000000000000000" pitchFamily="2" charset="-127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FC77D84-7FE8-AB63-D02F-9DE11B85722A}"/>
              </a:ext>
            </a:extLst>
          </p:cNvPr>
          <p:cNvSpPr txBox="1"/>
          <p:nvPr/>
        </p:nvSpPr>
        <p:spPr>
          <a:xfrm>
            <a:off x="7158390" y="1954136"/>
            <a:ext cx="923651" cy="3631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>
                <a:ln>
                  <a:solidFill>
                    <a:srgbClr val="4472C4">
                      <a:shade val="15000"/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Ctrl + [</a:t>
            </a:r>
            <a:endParaRPr kumimoji="0" lang="ko-KR" altLang="en-US" sz="1600" b="0" i="0" u="none" strike="noStrike" kern="1200" cap="none" spc="0" normalizeH="0" baseline="0" noProof="0">
              <a:ln>
                <a:solidFill>
                  <a:srgbClr val="4472C4">
                    <a:shade val="15000"/>
                    <a:alpha val="0"/>
                  </a:srgbClr>
                </a:solidFill>
              </a:ln>
              <a:solidFill>
                <a:prstClr val="black"/>
              </a:solidFill>
              <a:effectLst/>
              <a:uLnTx/>
              <a:uFillTx/>
              <a:latin typeface="G마켓 산스 TTF Medium" panose="02000000000000000000" pitchFamily="2" charset="-127"/>
              <a:ea typeface="G마켓 산스 TTF Medium" panose="02000000000000000000" pitchFamily="2" charset="-127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18DE441-9A3A-ABC4-D4B9-B6623B9F27C7}"/>
              </a:ext>
            </a:extLst>
          </p:cNvPr>
          <p:cNvSpPr txBox="1"/>
          <p:nvPr/>
        </p:nvSpPr>
        <p:spPr>
          <a:xfrm>
            <a:off x="3731410" y="3291114"/>
            <a:ext cx="4729180" cy="18774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47675" marR="0" lvl="0" indent="-447675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400" b="0" i="0" u="none" strike="noStrike" kern="1200" cap="none" spc="0" normalizeH="0" noProof="0" dirty="0" err="1">
                <a:ln>
                  <a:solidFill>
                    <a:srgbClr val="F68E32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쓰다보면</a:t>
            </a:r>
            <a:r>
              <a:rPr kumimoji="0" lang="ko-KR" altLang="en-US" sz="1400" b="0" i="0" u="none" strike="noStrike" kern="1200" cap="none" spc="0" normalizeH="0" noProof="0" dirty="0">
                <a:ln>
                  <a:solidFill>
                    <a:srgbClr val="F68E32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 미사여구 들어내고 키워드에 필요</a:t>
            </a:r>
            <a:br>
              <a:rPr kumimoji="0" lang="ko-KR" altLang="en-US" sz="1400" b="0" i="0" u="none" strike="noStrike" kern="1200" cap="none" spc="0" normalizeH="0" noProof="0" dirty="0">
                <a:ln>
                  <a:solidFill>
                    <a:srgbClr val="F68E32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</a:br>
            <a:r>
              <a:rPr kumimoji="0" lang="ko-KR" altLang="en-US" sz="1400" b="0" i="0" u="none" strike="noStrike" kern="1200" cap="none" spc="0" normalizeH="0" noProof="0" dirty="0">
                <a:ln>
                  <a:solidFill>
                    <a:srgbClr val="F68E32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한 설명만 </a:t>
            </a:r>
            <a:r>
              <a:rPr kumimoji="0" lang="ko-KR" altLang="en-US" sz="1400" b="0" i="0" u="none" strike="noStrike" kern="1200" cap="none" spc="0" normalizeH="0" noProof="0" dirty="0" err="1">
                <a:ln>
                  <a:solidFill>
                    <a:srgbClr val="F68E32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나이스하게</a:t>
            </a:r>
            <a:r>
              <a:rPr kumimoji="0" lang="ko-KR" altLang="en-US" sz="1400" b="0" i="0" u="none" strike="noStrike" kern="1200" cap="none" spc="0" normalizeH="0" noProof="0" dirty="0">
                <a:ln>
                  <a:solidFill>
                    <a:srgbClr val="F68E32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 넣으려고 노력하게 </a:t>
            </a:r>
            <a:r>
              <a:rPr kumimoji="0" lang="ko-KR" altLang="en-US" sz="1400" b="0" i="0" u="none" strike="noStrike" kern="1200" cap="none" spc="0" normalizeH="0" noProof="0" dirty="0" err="1">
                <a:ln>
                  <a:solidFill>
                    <a:srgbClr val="F68E32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되는거</a:t>
            </a:r>
            <a:r>
              <a:rPr kumimoji="0" lang="ko-KR" altLang="en-US" sz="1400" b="0" i="0" u="none" strike="noStrike" kern="1200" cap="none" spc="0" normalizeH="0" noProof="0" dirty="0">
                <a:ln>
                  <a:solidFill>
                    <a:srgbClr val="F68E32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 </a:t>
            </a:r>
            <a:r>
              <a:rPr kumimoji="0" lang="en-US" altLang="ko-KR" sz="1400" b="0" i="0" u="none" strike="noStrike" kern="1200" cap="none" spc="0" normalizeH="0" noProof="0" dirty="0" err="1">
                <a:ln>
                  <a:solidFill>
                    <a:srgbClr val="F68E32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rg</a:t>
            </a:r>
            <a:r>
              <a:rPr kumimoji="0" lang="en-US" altLang="ko-KR" sz="1400" b="0" i="0" u="none" strike="noStrike" kern="1200" cap="none" spc="0" normalizeH="0" noProof="0" dirty="0">
                <a:ln>
                  <a:solidFill>
                    <a:srgbClr val="F68E32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?</a:t>
            </a:r>
          </a:p>
          <a:p>
            <a:pPr marL="447675" marR="0" lvl="0" indent="-447675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400" b="0" i="0" u="none" strike="noStrike" kern="1200" cap="none" spc="0" normalizeH="0" noProof="0" dirty="0" err="1">
                <a:ln>
                  <a:solidFill>
                    <a:srgbClr val="F68E32">
                      <a:alpha val="0"/>
                    </a:srgbClr>
                  </a:solidFill>
                </a:ln>
                <a:solidFill>
                  <a:srgbClr val="181717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나이스한</a:t>
            </a:r>
            <a:r>
              <a:rPr kumimoji="0" lang="ko-KR" altLang="en-US" sz="1400" b="0" i="0" u="none" strike="noStrike" kern="1200" cap="none" spc="0" normalizeH="0" noProof="0" dirty="0">
                <a:ln>
                  <a:solidFill>
                    <a:srgbClr val="F68E32">
                      <a:alpha val="0"/>
                    </a:srgbClr>
                  </a:solidFill>
                </a:ln>
                <a:solidFill>
                  <a:srgbClr val="181717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 내용을 </a:t>
            </a:r>
            <a:r>
              <a:rPr kumimoji="0" lang="ko-KR" altLang="en-US" sz="1400" b="0" i="0" u="none" strike="noStrike" kern="1200" cap="none" spc="0" normalizeH="0" noProof="0" dirty="0" err="1">
                <a:ln>
                  <a:solidFill>
                    <a:srgbClr val="F68E32">
                      <a:alpha val="0"/>
                    </a:srgbClr>
                  </a:solidFill>
                </a:ln>
                <a:solidFill>
                  <a:srgbClr val="181717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나이스하게</a:t>
            </a:r>
            <a:r>
              <a:rPr kumimoji="0" lang="ko-KR" altLang="en-US" sz="1400" b="0" i="0" u="none" strike="noStrike" kern="1200" cap="none" spc="0" normalizeH="0" noProof="0" dirty="0">
                <a:ln>
                  <a:solidFill>
                    <a:srgbClr val="F68E32">
                      <a:alpha val="0"/>
                    </a:srgbClr>
                  </a:solidFill>
                </a:ln>
                <a:solidFill>
                  <a:srgbClr val="181717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 입력해주는 부분</a:t>
            </a:r>
            <a:endParaRPr kumimoji="0" lang="en-US" altLang="ko-KR" sz="1400" b="0" i="0" u="none" strike="noStrike" kern="1200" cap="none" spc="0" normalizeH="0" noProof="0" dirty="0">
              <a:ln>
                <a:solidFill>
                  <a:srgbClr val="F68E32">
                    <a:alpha val="0"/>
                  </a:srgbClr>
                </a:solidFill>
              </a:ln>
              <a:solidFill>
                <a:srgbClr val="181717"/>
              </a:solidFill>
              <a:effectLst/>
              <a:uLnTx/>
              <a:uFillTx/>
              <a:latin typeface="G마켓 산스 TTF Medium" panose="02000000000000000000" pitchFamily="2" charset="-127"/>
              <a:ea typeface="G마켓 산스 TTF Medium" panose="02000000000000000000" pitchFamily="2" charset="-127"/>
              <a:cs typeface="+mn-cs"/>
            </a:endParaRPr>
          </a:p>
          <a:p>
            <a:pPr marL="447675" marR="0" lvl="0" indent="-447675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400" b="0" i="0" u="none" strike="noStrike" kern="1200" cap="none" spc="0" normalizeH="0" noProof="0" dirty="0" err="1">
                <a:ln>
                  <a:solidFill>
                    <a:srgbClr val="F68E32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쓰다보면</a:t>
            </a:r>
            <a:r>
              <a:rPr kumimoji="0" lang="ko-KR" altLang="en-US" sz="1400" b="0" i="0" u="none" strike="noStrike" kern="1200" cap="none" spc="0" normalizeH="0" noProof="0" dirty="0">
                <a:ln>
                  <a:solidFill>
                    <a:srgbClr val="F68E32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 미사여구 들어내고 키워드에 필요한 </a:t>
            </a:r>
            <a:r>
              <a:rPr kumimoji="0" lang="en-US" altLang="ko-KR" sz="1400" b="0" i="0" u="none" strike="noStrike" kern="1200" cap="none" spc="0" normalizeH="0" noProof="0" dirty="0">
                <a:ln>
                  <a:solidFill>
                    <a:srgbClr val="F68E32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/>
            </a:r>
            <a:br>
              <a:rPr kumimoji="0" lang="en-US" altLang="ko-KR" sz="1400" b="0" i="0" u="none" strike="noStrike" kern="1200" cap="none" spc="0" normalizeH="0" noProof="0" dirty="0">
                <a:ln>
                  <a:solidFill>
                    <a:srgbClr val="F68E32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</a:br>
            <a:r>
              <a:rPr kumimoji="0" lang="ko-KR" altLang="en-US" sz="1400" b="0" i="0" u="none" strike="noStrike" kern="1200" cap="none" spc="0" normalizeH="0" noProof="0" dirty="0">
                <a:ln>
                  <a:solidFill>
                    <a:srgbClr val="F68E32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설명만 </a:t>
            </a:r>
            <a:r>
              <a:rPr kumimoji="0" lang="ko-KR" altLang="en-US" sz="1400" b="0" i="0" u="none" strike="noStrike" kern="1200" cap="none" spc="0" normalizeH="0" noProof="0" dirty="0" err="1">
                <a:ln>
                  <a:solidFill>
                    <a:srgbClr val="F68E32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나이스하게</a:t>
            </a:r>
            <a:r>
              <a:rPr kumimoji="0" lang="ko-KR" altLang="en-US" sz="1400" b="0" i="0" u="none" strike="noStrike" kern="1200" cap="none" spc="0" normalizeH="0" noProof="0" dirty="0">
                <a:ln>
                  <a:solidFill>
                    <a:srgbClr val="F68E32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 </a:t>
            </a:r>
            <a:r>
              <a:rPr kumimoji="0" lang="ko-KR" altLang="en-US" sz="1400" b="0" i="0" u="none" strike="noStrike" kern="1200" cap="none" spc="0" normalizeH="0" noProof="0" dirty="0" smtClean="0">
                <a:ln>
                  <a:solidFill>
                    <a:srgbClr val="F68E32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넣으려고 </a:t>
            </a:r>
            <a:r>
              <a:rPr kumimoji="0" lang="ko-KR" altLang="en-US" sz="1400" b="0" i="0" u="none" strike="noStrike" kern="1200" cap="none" spc="0" normalizeH="0" noProof="0" dirty="0">
                <a:ln>
                  <a:solidFill>
                    <a:srgbClr val="F68E32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노력하게 되는데</a:t>
            </a:r>
            <a:r>
              <a:rPr kumimoji="0" lang="en-US" altLang="ko-KR" sz="1400" b="0" i="0" u="none" strike="noStrike" kern="1200" cap="none" spc="0" normalizeH="0" noProof="0" dirty="0">
                <a:ln>
                  <a:solidFill>
                    <a:srgbClr val="F68E32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/>
            </a:r>
            <a:br>
              <a:rPr kumimoji="0" lang="en-US" altLang="ko-KR" sz="1400" b="0" i="0" u="none" strike="noStrike" kern="1200" cap="none" spc="0" normalizeH="0" noProof="0" dirty="0">
                <a:ln>
                  <a:solidFill>
                    <a:srgbClr val="F68E32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</a:br>
            <a:r>
              <a:rPr kumimoji="0" lang="ko-KR" altLang="en-US" sz="1400" b="0" i="0" u="none" strike="noStrike" kern="1200" cap="none" spc="0" normalizeH="0" noProof="0" dirty="0">
                <a:ln>
                  <a:solidFill>
                    <a:srgbClr val="F68E32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이 문단은 </a:t>
            </a:r>
            <a:r>
              <a:rPr kumimoji="0" lang="en-US" altLang="ko-KR" sz="1400" b="0" i="0" u="none" strike="noStrike" kern="1200" cap="none" spc="0" normalizeH="0" noProof="0" dirty="0">
                <a:ln>
                  <a:solidFill>
                    <a:srgbClr val="F68E32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3</a:t>
            </a:r>
            <a:r>
              <a:rPr kumimoji="0" lang="ko-KR" altLang="en-US" sz="1400" b="0" i="0" u="none" strike="noStrike" kern="1200" cap="none" spc="0" normalizeH="0" noProof="0" dirty="0">
                <a:ln>
                  <a:solidFill>
                    <a:srgbClr val="F68E32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줄을 넣어준 </a:t>
            </a:r>
            <a:r>
              <a:rPr kumimoji="0" lang="ko-KR" altLang="en-US" sz="1400" b="0" i="0" u="none" strike="noStrike" kern="1200" cap="none" spc="0" normalizeH="0" noProof="0" dirty="0" err="1">
                <a:ln>
                  <a:solidFill>
                    <a:srgbClr val="F68E32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부분인거</a:t>
            </a:r>
            <a:r>
              <a:rPr kumimoji="0" lang="ko-KR" altLang="en-US" sz="1400" b="0" i="0" u="none" strike="noStrike" kern="1200" cap="none" spc="0" normalizeH="0" noProof="0" dirty="0">
                <a:ln>
                  <a:solidFill>
                    <a:srgbClr val="F68E32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 </a:t>
            </a:r>
            <a:r>
              <a:rPr kumimoji="0" lang="en-US" altLang="ko-KR" sz="1400" b="0" i="0" u="none" strike="noStrike" kern="1200" cap="none" spc="0" normalizeH="0" noProof="0" dirty="0" err="1">
                <a:ln>
                  <a:solidFill>
                    <a:srgbClr val="F68E32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rg</a:t>
            </a:r>
            <a:r>
              <a:rPr kumimoji="0" lang="en-US" altLang="ko-KR" sz="1400" b="0" i="0" u="none" strike="noStrike" kern="1200" cap="none" spc="0" normalizeH="0" noProof="0" dirty="0">
                <a:ln>
                  <a:solidFill>
                    <a:srgbClr val="F68E32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?</a:t>
            </a:r>
          </a:p>
          <a:p>
            <a:pPr marL="447675" marR="0" lvl="0" indent="-447675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400" b="0" i="0" u="none" strike="noStrike" kern="1200" cap="none" spc="0" normalizeH="0" noProof="0" dirty="0" err="1">
                <a:ln>
                  <a:solidFill>
                    <a:srgbClr val="F68E32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쓰다보면</a:t>
            </a:r>
            <a:r>
              <a:rPr kumimoji="0" lang="ko-KR" altLang="en-US" sz="1400" b="0" i="0" u="none" strike="noStrike" kern="1200" cap="none" spc="0" normalizeH="0" noProof="0" dirty="0">
                <a:ln>
                  <a:solidFill>
                    <a:srgbClr val="F68E32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 미사여구 들어내고 키워드에 필요</a:t>
            </a:r>
            <a:r>
              <a:rPr kumimoji="0" lang="en-US" altLang="ko-KR" sz="1400" b="0" i="0" u="none" strike="noStrike" kern="1200" cap="none" spc="0" normalizeH="0" noProof="0" dirty="0">
                <a:ln>
                  <a:solidFill>
                    <a:srgbClr val="F68E32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/>
            </a:r>
            <a:br>
              <a:rPr kumimoji="0" lang="en-US" altLang="ko-KR" sz="1400" b="0" i="0" u="none" strike="noStrike" kern="1200" cap="none" spc="0" normalizeH="0" noProof="0" dirty="0">
                <a:ln>
                  <a:solidFill>
                    <a:srgbClr val="F68E32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</a:br>
            <a:r>
              <a:rPr kumimoji="0" lang="ko-KR" altLang="en-US" sz="1400" b="0" i="0" u="none" strike="noStrike" kern="1200" cap="none" spc="0" normalizeH="0" noProof="0" dirty="0">
                <a:ln>
                  <a:solidFill>
                    <a:srgbClr val="F68E32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한 설명만 넣으려고 노력하게 </a:t>
            </a:r>
            <a:r>
              <a:rPr kumimoji="0" lang="ko-KR" altLang="en-US" sz="1400" b="0" i="0" u="none" strike="noStrike" kern="1200" cap="none" spc="0" normalizeH="0" noProof="0" dirty="0" err="1">
                <a:ln>
                  <a:solidFill>
                    <a:srgbClr val="F68E32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되는거</a:t>
            </a:r>
            <a:r>
              <a:rPr kumimoji="0" lang="ko-KR" altLang="en-US" sz="1400" b="0" i="0" u="none" strike="noStrike" kern="1200" cap="none" spc="0" normalizeH="0" noProof="0" dirty="0">
                <a:ln>
                  <a:solidFill>
                    <a:srgbClr val="F68E32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 </a:t>
            </a:r>
            <a:r>
              <a:rPr kumimoji="0" lang="en-US" altLang="ko-KR" sz="1400" b="0" i="0" u="none" strike="noStrike" kern="1200" cap="none" spc="0" normalizeH="0" noProof="0" dirty="0" err="1">
                <a:ln>
                  <a:solidFill>
                    <a:srgbClr val="F68E32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rg</a:t>
            </a:r>
            <a:r>
              <a:rPr kumimoji="0" lang="en-US" altLang="ko-KR" sz="1400" b="0" i="0" u="none" strike="noStrike" kern="1200" cap="none" spc="0" normalizeH="0" noProof="0" dirty="0" smtClean="0">
                <a:ln>
                  <a:solidFill>
                    <a:srgbClr val="F68E32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?`</a:t>
            </a:r>
            <a:endParaRPr kumimoji="0" lang="en-US" altLang="ko-KR" sz="1400" b="0" i="0" u="none" strike="noStrike" kern="1200" cap="none" spc="0" normalizeH="0" noProof="0" dirty="0">
              <a:ln>
                <a:solidFill>
                  <a:srgbClr val="F68E32">
                    <a:alpha val="0"/>
                  </a:srgbClr>
                </a:solidFill>
              </a:ln>
              <a:solidFill>
                <a:srgbClr val="E7E6E6">
                  <a:lumMod val="10000"/>
                </a:srgbClr>
              </a:solidFill>
              <a:effectLst/>
              <a:uLnTx/>
              <a:uFillTx/>
              <a:latin typeface="G마켓 산스 TTF Medium" panose="02000000000000000000" pitchFamily="2" charset="-127"/>
              <a:ea typeface="G마켓 산스 TTF Medium" panose="02000000000000000000" pitchFamily="2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02980487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>
        <p159:morph option="byChar"/>
      </p:transition>
    </mc:Choice>
    <mc:Fallback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>
            <a:extLst>
              <a:ext uri="{FF2B5EF4-FFF2-40B4-BE49-F238E27FC236}">
                <a16:creationId xmlns:a16="http://schemas.microsoft.com/office/drawing/2014/main" id="{2A515B71-2EAD-76CA-2151-8EE88EC90ABF}"/>
              </a:ext>
            </a:extLst>
          </p:cNvPr>
          <p:cNvSpPr/>
          <p:nvPr/>
        </p:nvSpPr>
        <p:spPr>
          <a:xfrm>
            <a:off x="628649" y="1035130"/>
            <a:ext cx="10934702" cy="31854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※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줄 간격 설정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(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홈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-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단락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-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줄 간격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-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줄 간격 옵션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- 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줄간격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(1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줄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to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배수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) -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값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(1.1~1.3))</a:t>
            </a:r>
            <a:endParaRPr kumimoji="0" lang="ko-KR" altLang="en-US" sz="1200" b="0" i="0" u="none" strike="noStrike" kern="1200" cap="none" spc="0" normalizeH="0" baseline="0" noProof="0" dirty="0">
              <a:ln>
                <a:solidFill>
                  <a:srgbClr val="4472C4">
                    <a:alpha val="0"/>
                  </a:srgbClr>
                </a:solidFill>
              </a:ln>
              <a:solidFill>
                <a:srgbClr val="E7E6E6">
                  <a:lumMod val="10000"/>
                </a:srgbClr>
              </a:solidFill>
              <a:effectLst/>
              <a:uLnTx/>
              <a:uFillTx/>
              <a:latin typeface="G마켓 산스 TTF Medium" panose="02000000000000000000" pitchFamily="2" charset="-127"/>
              <a:ea typeface="G마켓 산스 TTF Medium" panose="02000000000000000000" pitchFamily="2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43F135-79BB-4B84-233D-719223760317}"/>
              </a:ext>
            </a:extLst>
          </p:cNvPr>
          <p:cNvSpPr txBox="1"/>
          <p:nvPr/>
        </p:nvSpPr>
        <p:spPr>
          <a:xfrm>
            <a:off x="3084058" y="1934941"/>
            <a:ext cx="8201466" cy="19863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이강인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바이아웃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400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억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?...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브라이튼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역대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'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최고 이적료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'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보다 높다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이강인의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바이아웃이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3,000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만 유로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약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402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억 원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라면 상황이 달라진다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이강인의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이적설이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점화된 것은 지난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25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일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한국시간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이다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스페인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'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마르카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'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는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"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이강인은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마요르카에서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행복하지 않다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그는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1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월 자신에 대한 제안을 듣지 않는 구단의 입장을 이해하지 못하고 있다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"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고 보도했다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이강인이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불만을 터트린 이유는 명확하다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다양한 구단의 제의에도 불구하고 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마요르카가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이적을 허용하지 않기 때문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구체적으로 제의를 한 팀은 두 팀으로 알려져 있다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스페인 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라리가의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명문 구단 중 하나인 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아틀레티코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마드리드와 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잉글리시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프리미어리그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(EPL)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중상위권에 위치한 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브라이튼이다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두 팀 모두 이번 겨울 이적시장을 통해 중원 자원 보강에 열을 올리는 만큼 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이강인에게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실제로 제안을 건넸을 가능성이 크다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8" name="그림 7" descr="클립아트, 만화 영화, 상징이(가) 표시된 사진&#10;&#10;자동 생성된 설명">
            <a:extLst>
              <a:ext uri="{FF2B5EF4-FFF2-40B4-BE49-F238E27FC236}">
                <a16:creationId xmlns:a16="http://schemas.microsoft.com/office/drawing/2014/main" id="{D0D21530-DEC6-BA65-3156-8579BA7F9DB0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09532" y="339853"/>
            <a:ext cx="453817" cy="45381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A34C935-EC73-CD78-A91A-C1A137736C12}"/>
              </a:ext>
            </a:extLst>
          </p:cNvPr>
          <p:cNvSpPr txBox="1"/>
          <p:nvPr/>
        </p:nvSpPr>
        <p:spPr>
          <a:xfrm>
            <a:off x="628650" y="274320"/>
            <a:ext cx="794448" cy="276999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>
            <a:defPPr>
              <a:defRPr lang="ko-KR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029D6D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029D6D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01. </a:t>
            </a:r>
            <a:r>
              <a:rPr kumimoji="0" lang="ko-KR" altLang="en-US" sz="1200" b="0" i="0" u="none" strike="noStrike" kern="1200" cap="none" spc="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029D6D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텍스트</a:t>
            </a: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03CE135C-E08E-4F88-20CE-DB1CAEFEE495}"/>
              </a:ext>
            </a:extLst>
          </p:cNvPr>
          <p:cNvCxnSpPr>
            <a:cxnSpLocks/>
          </p:cNvCxnSpPr>
          <p:nvPr/>
        </p:nvCxnSpPr>
        <p:spPr>
          <a:xfrm>
            <a:off x="628650" y="914400"/>
            <a:ext cx="10934700" cy="0"/>
          </a:xfrm>
          <a:prstGeom prst="line">
            <a:avLst/>
          </a:prstGeom>
          <a:ln w="19050">
            <a:solidFill>
              <a:srgbClr val="E0833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E0441E70-CA06-976F-E034-E4B37311E1AC}"/>
              </a:ext>
            </a:extLst>
          </p:cNvPr>
          <p:cNvSpPr txBox="1"/>
          <p:nvPr/>
        </p:nvSpPr>
        <p:spPr>
          <a:xfrm>
            <a:off x="628649" y="513219"/>
            <a:ext cx="5724526" cy="369332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-5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가독성 향상 </a:t>
            </a:r>
            <a:r>
              <a:rPr kumimoji="0" lang="ko-KR" altLang="en-US" sz="1800" b="0" i="0" u="none" strike="noStrike" kern="1200" cap="none" spc="-5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FA6502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치트키 </a:t>
            </a:r>
            <a:r>
              <a:rPr kumimoji="0" lang="en-US" altLang="ko-KR" sz="1800" b="0" i="0" u="none" strike="noStrike" kern="1200" cap="none" spc="-5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FA6502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(</a:t>
            </a:r>
            <a:r>
              <a:rPr kumimoji="0" lang="ko-KR" altLang="en-US" sz="1800" b="0" i="0" u="none" strike="noStrike" kern="1200" cap="none" spc="-5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FA6502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줄 간격</a:t>
            </a:r>
            <a:r>
              <a:rPr kumimoji="0" lang="en-US" altLang="ko-KR" sz="1800" b="0" i="0" u="none" strike="noStrike" kern="1200" cap="none" spc="-5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FA6502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257F241-31A5-78AC-5E43-0C28AD47E33B}"/>
              </a:ext>
            </a:extLst>
          </p:cNvPr>
          <p:cNvSpPr txBox="1"/>
          <p:nvPr/>
        </p:nvSpPr>
        <p:spPr>
          <a:xfrm>
            <a:off x="3216373" y="4006988"/>
            <a:ext cx="4729180" cy="18460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47675" marR="0" lvl="0" indent="-447675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 err="1">
                <a:ln>
                  <a:solidFill>
                    <a:srgbClr val="F68E32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쓰다보면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solidFill>
                    <a:srgbClr val="F68E32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 미사여구 들어내고 키워드에 필요</a:t>
            </a:r>
            <a:br>
              <a:rPr kumimoji="0" lang="ko-KR" altLang="en-US" sz="1400" b="0" i="0" u="none" strike="noStrike" kern="1200" cap="none" spc="0" normalizeH="0" baseline="0" noProof="0" dirty="0">
                <a:ln>
                  <a:solidFill>
                    <a:srgbClr val="F68E32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</a:br>
            <a:r>
              <a:rPr kumimoji="0" lang="ko-KR" altLang="en-US" sz="1400" b="0" i="0" u="none" strike="noStrike" kern="1200" cap="none" spc="0" normalizeH="0" baseline="0" noProof="0" dirty="0">
                <a:ln>
                  <a:solidFill>
                    <a:srgbClr val="F68E32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한 설명만 </a:t>
            </a:r>
            <a:r>
              <a:rPr kumimoji="0" lang="ko-KR" altLang="en-US" sz="1400" b="0" i="0" u="none" strike="noStrike" kern="1200" cap="none" spc="0" normalizeH="0" baseline="0" noProof="0" dirty="0" err="1">
                <a:ln>
                  <a:solidFill>
                    <a:srgbClr val="F68E32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나이스하게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solidFill>
                    <a:srgbClr val="F68E32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 넣으려고 노력하게 </a:t>
            </a:r>
            <a:r>
              <a:rPr kumimoji="0" lang="ko-KR" altLang="en-US" sz="1400" b="0" i="0" u="none" strike="noStrike" kern="1200" cap="none" spc="0" normalizeH="0" baseline="0" noProof="0" dirty="0" err="1">
                <a:ln>
                  <a:solidFill>
                    <a:srgbClr val="F68E32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되는거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solidFill>
                    <a:srgbClr val="F68E32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 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solidFill>
                    <a:srgbClr val="F68E32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rg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solidFill>
                    <a:srgbClr val="F68E32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?</a:t>
            </a:r>
          </a:p>
          <a:p>
            <a:pPr marL="447675" marR="0" lvl="0" indent="-447675" algn="l" defTabSz="914400" rtl="0" eaLnBrk="1" fontAlgn="auto" latinLnBrk="1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 err="1">
                <a:ln>
                  <a:solidFill>
                    <a:srgbClr val="F68E32">
                      <a:alpha val="0"/>
                    </a:srgbClr>
                  </a:solidFill>
                </a:ln>
                <a:solidFill>
                  <a:srgbClr val="181717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나이스한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solidFill>
                    <a:srgbClr val="F68E32">
                      <a:alpha val="0"/>
                    </a:srgbClr>
                  </a:solidFill>
                </a:ln>
                <a:solidFill>
                  <a:srgbClr val="181717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 내용을 </a:t>
            </a:r>
            <a:r>
              <a:rPr kumimoji="0" lang="ko-KR" altLang="en-US" sz="1400" b="0" i="0" u="none" strike="noStrike" kern="1200" cap="none" spc="0" normalizeH="0" baseline="0" noProof="0" dirty="0" err="1">
                <a:ln>
                  <a:solidFill>
                    <a:srgbClr val="F68E32">
                      <a:alpha val="0"/>
                    </a:srgbClr>
                  </a:solidFill>
                </a:ln>
                <a:solidFill>
                  <a:srgbClr val="181717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나이스하게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solidFill>
                    <a:srgbClr val="F68E32">
                      <a:alpha val="0"/>
                    </a:srgbClr>
                  </a:solidFill>
                </a:ln>
                <a:solidFill>
                  <a:srgbClr val="181717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 입력해주는 부분</a:t>
            </a:r>
            <a:endParaRPr kumimoji="0" lang="en-US" altLang="ko-KR" sz="1400" b="0" i="0" u="none" strike="noStrike" kern="1200" cap="none" spc="0" normalizeH="0" baseline="0" noProof="0" dirty="0">
              <a:ln>
                <a:solidFill>
                  <a:srgbClr val="F68E32">
                    <a:alpha val="0"/>
                  </a:srgbClr>
                </a:solidFill>
              </a:ln>
              <a:solidFill>
                <a:srgbClr val="181717"/>
              </a:solidFill>
              <a:effectLst/>
              <a:uLnTx/>
              <a:uFillTx/>
              <a:latin typeface="G마켓 산스 TTF Medium" panose="02000000000000000000" pitchFamily="2" charset="-127"/>
              <a:ea typeface="G마켓 산스 TTF Medium" panose="02000000000000000000" pitchFamily="2" charset="-127"/>
              <a:cs typeface="+mn-cs"/>
            </a:endParaRPr>
          </a:p>
          <a:p>
            <a:pPr marL="447675" marR="0" lvl="0" indent="-447675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 err="1">
                <a:ln>
                  <a:solidFill>
                    <a:srgbClr val="F68E32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쓰다보면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solidFill>
                    <a:srgbClr val="F68E32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 미사여구 들어내고 키워드에 필요한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solidFill>
                    <a:srgbClr val="F68E32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/>
            </a:r>
            <a:br>
              <a:rPr kumimoji="0" lang="en-US" altLang="ko-KR" sz="1400" b="0" i="0" u="none" strike="noStrike" kern="1200" cap="none" spc="0" normalizeH="0" baseline="0" noProof="0" dirty="0">
                <a:ln>
                  <a:solidFill>
                    <a:srgbClr val="F68E32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</a:br>
            <a:r>
              <a:rPr kumimoji="0" lang="ko-KR" altLang="en-US" sz="1400" b="0" i="0" u="none" strike="noStrike" kern="1200" cap="none" spc="0" normalizeH="0" baseline="0" noProof="0" dirty="0">
                <a:ln>
                  <a:solidFill>
                    <a:srgbClr val="F68E32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설명만 </a:t>
            </a:r>
            <a:r>
              <a:rPr kumimoji="0" lang="ko-KR" altLang="en-US" sz="1400" b="0" i="0" u="none" strike="noStrike" kern="1200" cap="none" spc="0" normalizeH="0" baseline="0" noProof="0" dirty="0" err="1">
                <a:ln>
                  <a:solidFill>
                    <a:srgbClr val="F68E32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나이스하게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solidFill>
                    <a:srgbClr val="F68E32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 넣으려고 노력하게 되는데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solidFill>
                    <a:srgbClr val="F68E32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/>
            </a:r>
            <a:br>
              <a:rPr kumimoji="0" lang="en-US" altLang="ko-KR" sz="1400" b="0" i="0" u="none" strike="noStrike" kern="1200" cap="none" spc="0" normalizeH="0" baseline="0" noProof="0" dirty="0">
                <a:ln>
                  <a:solidFill>
                    <a:srgbClr val="F68E32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</a:br>
            <a:r>
              <a:rPr kumimoji="0" lang="ko-KR" altLang="en-US" sz="1400" b="0" i="0" u="none" strike="noStrike" kern="1200" cap="none" spc="0" normalizeH="0" baseline="0" noProof="0" dirty="0">
                <a:ln>
                  <a:solidFill>
                    <a:srgbClr val="F68E32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이 문단은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solidFill>
                    <a:srgbClr val="F68E32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3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solidFill>
                    <a:srgbClr val="F68E32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줄을 넣어준 </a:t>
            </a:r>
            <a:r>
              <a:rPr kumimoji="0" lang="ko-KR" altLang="en-US" sz="1400" b="0" i="0" u="none" strike="noStrike" kern="1200" cap="none" spc="0" normalizeH="0" baseline="0" noProof="0" dirty="0" err="1">
                <a:ln>
                  <a:solidFill>
                    <a:srgbClr val="F68E32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부분인거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solidFill>
                    <a:srgbClr val="F68E32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 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solidFill>
                    <a:srgbClr val="F68E32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rg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solidFill>
                    <a:srgbClr val="F68E32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?</a:t>
            </a:r>
          </a:p>
          <a:p>
            <a:pPr marL="447675" marR="0" lvl="0" indent="-447675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 err="1">
                <a:ln>
                  <a:solidFill>
                    <a:srgbClr val="F68E32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쓰다보면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solidFill>
                    <a:srgbClr val="F68E32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 미사여구 들어내고 키워드에 필요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solidFill>
                    <a:srgbClr val="F68E32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/>
            </a:r>
            <a:br>
              <a:rPr kumimoji="0" lang="en-US" altLang="ko-KR" sz="1400" b="0" i="0" u="none" strike="noStrike" kern="1200" cap="none" spc="0" normalizeH="0" baseline="0" noProof="0" dirty="0">
                <a:ln>
                  <a:solidFill>
                    <a:srgbClr val="F68E32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</a:br>
            <a:r>
              <a:rPr kumimoji="0" lang="ko-KR" altLang="en-US" sz="1400" b="0" i="0" u="none" strike="noStrike" kern="1200" cap="none" spc="0" normalizeH="0" baseline="0" noProof="0" dirty="0">
                <a:ln>
                  <a:solidFill>
                    <a:srgbClr val="F68E32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한 설명만 넣으려고 노력하게 </a:t>
            </a:r>
            <a:r>
              <a:rPr kumimoji="0" lang="ko-KR" altLang="en-US" sz="1400" b="0" i="0" u="none" strike="noStrike" kern="1200" cap="none" spc="0" normalizeH="0" baseline="0" noProof="0" dirty="0" err="1">
                <a:ln>
                  <a:solidFill>
                    <a:srgbClr val="F68E32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되는거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solidFill>
                    <a:srgbClr val="F68E32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 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solidFill>
                    <a:srgbClr val="F68E32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rg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solidFill>
                    <a:srgbClr val="F68E32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?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5F5B33F-5419-0F43-E41C-D074F8B35701}"/>
              </a:ext>
            </a:extLst>
          </p:cNvPr>
          <p:cNvSpPr/>
          <p:nvPr/>
        </p:nvSpPr>
        <p:spPr>
          <a:xfrm>
            <a:off x="1025874" y="2119667"/>
            <a:ext cx="1550412" cy="14508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1.3</a:t>
            </a:r>
            <a:r>
              <a: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배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81369A6-3999-ADD6-6EB0-859DEE5B06D6}"/>
              </a:ext>
            </a:extLst>
          </p:cNvPr>
          <p:cNvSpPr/>
          <p:nvPr/>
        </p:nvSpPr>
        <p:spPr>
          <a:xfrm>
            <a:off x="1025874" y="4189505"/>
            <a:ext cx="1550412" cy="14508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1.15</a:t>
            </a:r>
            <a:r>
              <a: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배</a:t>
            </a:r>
          </a:p>
        </p:txBody>
      </p:sp>
    </p:spTree>
    <p:extLst>
      <p:ext uri="{BB962C8B-B14F-4D97-AF65-F5344CB8AC3E}">
        <p14:creationId xmlns:p14="http://schemas.microsoft.com/office/powerpoint/2010/main" val="3165175048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>
        <p159:morph option="byChar"/>
      </p:transition>
    </mc:Choice>
    <mc:Fallback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4A1437-0CC7-B6C4-2678-5AB957EF2F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9B1E6B7-80D6-B871-8FCF-D668F52DC84F}"/>
              </a:ext>
            </a:extLst>
          </p:cNvPr>
          <p:cNvSpPr txBox="1"/>
          <p:nvPr/>
        </p:nvSpPr>
        <p:spPr>
          <a:xfrm>
            <a:off x="628650" y="274320"/>
            <a:ext cx="794448" cy="276999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>
            <a:defPPr>
              <a:defRPr lang="ko-KR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029D6D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029D6D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01. </a:t>
            </a:r>
            <a:r>
              <a:rPr kumimoji="0" lang="ko-KR" altLang="en-US" sz="1200" b="0" i="0" u="none" strike="noStrike" kern="1200" cap="none" spc="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029D6D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텍스트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334C8090-8467-90A4-DCCA-A220666D1773}"/>
              </a:ext>
            </a:extLst>
          </p:cNvPr>
          <p:cNvCxnSpPr>
            <a:cxnSpLocks/>
          </p:cNvCxnSpPr>
          <p:nvPr/>
        </p:nvCxnSpPr>
        <p:spPr>
          <a:xfrm>
            <a:off x="628650" y="914400"/>
            <a:ext cx="10934700" cy="0"/>
          </a:xfrm>
          <a:prstGeom prst="line">
            <a:avLst/>
          </a:prstGeom>
          <a:ln w="19050">
            <a:solidFill>
              <a:srgbClr val="E0833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A6449F1B-FFD6-C5C7-BDD6-BB5BF58FCD66}"/>
              </a:ext>
            </a:extLst>
          </p:cNvPr>
          <p:cNvSpPr txBox="1"/>
          <p:nvPr/>
        </p:nvSpPr>
        <p:spPr>
          <a:xfrm>
            <a:off x="628649" y="513219"/>
            <a:ext cx="5724526" cy="369332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-5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말머리 기호</a:t>
            </a:r>
            <a:r>
              <a:rPr kumimoji="0" lang="en-US" altLang="ko-KR" sz="1800" b="0" i="0" u="none" strike="noStrike" kern="1200" cap="none" spc="-5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, </a:t>
            </a:r>
            <a:r>
              <a:rPr kumimoji="0" lang="ko-KR" altLang="en-US" sz="1800" b="0" i="0" u="none" strike="noStrike" kern="1200" cap="none" spc="-50" normalizeH="0" baseline="0" noProof="0" err="1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FA6502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나이스하게</a:t>
            </a:r>
            <a:r>
              <a:rPr kumimoji="0" lang="ko-KR" altLang="en-US" sz="1800" b="0" i="0" u="none" strike="noStrike" kern="1200" cap="none" spc="-5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FA6502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 쓰는 방법</a:t>
            </a:r>
            <a:endParaRPr kumimoji="0" lang="en-US" altLang="ko-KR" sz="1800" b="0" i="0" u="none" strike="noStrike" kern="1200" cap="none" spc="-50" normalizeH="0" baseline="0" noProof="0">
              <a:ln>
                <a:solidFill>
                  <a:srgbClr val="FF0000">
                    <a:alpha val="0"/>
                  </a:srgbClr>
                </a:solidFill>
              </a:ln>
              <a:solidFill>
                <a:srgbClr val="FA6502"/>
              </a:solidFill>
              <a:effectLst/>
              <a:uLnTx/>
              <a:uFillTx/>
              <a:latin typeface="G마켓 산스 TTF Bold" panose="02000000000000000000" pitchFamily="2" charset="-127"/>
              <a:ea typeface="G마켓 산스 TTF Bold" panose="02000000000000000000" pitchFamily="2" charset="-127"/>
              <a:cs typeface="+mn-cs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CA4B7B05-B8DC-919F-CFCF-9D004222AB61}"/>
              </a:ext>
            </a:extLst>
          </p:cNvPr>
          <p:cNvSpPr/>
          <p:nvPr/>
        </p:nvSpPr>
        <p:spPr>
          <a:xfrm>
            <a:off x="628649" y="1035130"/>
            <a:ext cx="10934702" cy="31854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※ </a:t>
            </a:r>
            <a:r>
              <a:rPr kumimoji="0" lang="ko-KR" altLang="en-US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단락 간격 </a:t>
            </a: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(5~10), </a:t>
            </a:r>
            <a:r>
              <a:rPr kumimoji="0" lang="ko-KR" altLang="en-US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말머리 여백 조정</a:t>
            </a: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, </a:t>
            </a:r>
            <a:r>
              <a:rPr kumimoji="0" lang="ko-KR" altLang="en-US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텍스트 편집</a:t>
            </a: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(Alt + Shift + </a:t>
            </a:r>
            <a:r>
              <a:rPr kumimoji="0" lang="ko-KR" altLang="en-US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위아래</a:t>
            </a: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)</a:t>
            </a:r>
            <a:endParaRPr kumimoji="0" lang="ko-KR" altLang="en-US" sz="1200" b="0" i="0" u="none" strike="noStrike" kern="1200" cap="none" spc="0" normalizeH="0" baseline="0" noProof="0">
              <a:ln>
                <a:solidFill>
                  <a:srgbClr val="4472C4">
                    <a:alpha val="0"/>
                  </a:srgbClr>
                </a:solidFill>
              </a:ln>
              <a:solidFill>
                <a:srgbClr val="E7E6E6">
                  <a:lumMod val="10000"/>
                </a:srgbClr>
              </a:solidFill>
              <a:effectLst/>
              <a:uLnTx/>
              <a:uFillTx/>
              <a:latin typeface="G마켓 산스 TTF Medium" panose="02000000000000000000" pitchFamily="2" charset="-127"/>
              <a:ea typeface="G마켓 산스 TTF Medium" panose="02000000000000000000" pitchFamily="2" charset="-127"/>
              <a:cs typeface="+mn-cs"/>
            </a:endParaRPr>
          </a:p>
        </p:txBody>
      </p:sp>
      <p:pic>
        <p:nvPicPr>
          <p:cNvPr id="10" name="그림 9" descr="클립아트, 만화 영화, 상징이(가) 표시된 사진&#10;&#10;자동 생성된 설명">
            <a:extLst>
              <a:ext uri="{FF2B5EF4-FFF2-40B4-BE49-F238E27FC236}">
                <a16:creationId xmlns:a16="http://schemas.microsoft.com/office/drawing/2014/main" id="{7BBEA648-33B2-CD8E-8BEC-0F85511CEEA2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09532" y="339853"/>
            <a:ext cx="453817" cy="45381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A9C322E-26CD-2241-2E36-A8192A44A07F}"/>
              </a:ext>
            </a:extLst>
          </p:cNvPr>
          <p:cNvSpPr txBox="1"/>
          <p:nvPr/>
        </p:nvSpPr>
        <p:spPr>
          <a:xfrm>
            <a:off x="2313393" y="1720422"/>
            <a:ext cx="7565213" cy="4394408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marL="360363" indent="-360363">
              <a:lnSpc>
                <a:spcPct val="114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/>
            </a:pPr>
            <a:r>
              <a:rPr kumimoji="0" lang="ko-KR" altLang="en-US" sz="2400" b="0" i="0" u="none" strike="noStrike" kern="1200" cap="none" spc="0" normalizeH="0" baseline="0" noProof="0" dirty="0" err="1" smtClean="0">
                <a:ln>
                  <a:solidFill>
                    <a:srgbClr val="F68E32">
                      <a:alpha val="0"/>
                    </a:srgbClr>
                  </a:solidFill>
                </a:ln>
                <a:solidFill>
                  <a:srgbClr val="181717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나이스한</a:t>
            </a:r>
            <a:r>
              <a:rPr kumimoji="0" lang="ko-KR" altLang="en-US" sz="2400" b="0" i="0" u="none" strike="noStrike" kern="1200" cap="none" spc="0" normalizeH="0" baseline="0" noProof="0" dirty="0" smtClean="0">
                <a:ln>
                  <a:solidFill>
                    <a:srgbClr val="F68E32">
                      <a:alpha val="0"/>
                    </a:srgbClr>
                  </a:solidFill>
                </a:ln>
                <a:solidFill>
                  <a:srgbClr val="181717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 내용을 </a:t>
            </a:r>
            <a:r>
              <a:rPr kumimoji="0" lang="ko-KR" altLang="en-US" sz="2400" b="0" i="0" u="none" strike="noStrike" kern="1200" cap="none" spc="0" normalizeH="0" baseline="0" noProof="0" dirty="0" err="1" smtClean="0">
                <a:ln>
                  <a:solidFill>
                    <a:srgbClr val="F68E32">
                      <a:alpha val="0"/>
                    </a:srgbClr>
                  </a:solidFill>
                </a:ln>
                <a:solidFill>
                  <a:srgbClr val="181717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나이스하게</a:t>
            </a:r>
            <a:r>
              <a:rPr kumimoji="0" lang="ko-KR" altLang="en-US" sz="2400" b="0" i="0" u="none" strike="noStrike" kern="1200" cap="none" spc="0" normalizeH="0" baseline="0" noProof="0" dirty="0" smtClean="0">
                <a:ln>
                  <a:solidFill>
                    <a:srgbClr val="F68E32">
                      <a:alpha val="0"/>
                    </a:srgbClr>
                  </a:solidFill>
                </a:ln>
                <a:solidFill>
                  <a:srgbClr val="181717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 입력해주는 부분</a:t>
            </a:r>
            <a:endParaRPr kumimoji="0" lang="en-US" altLang="ko-KR" sz="2400" b="0" i="0" u="none" strike="noStrike" kern="1200" cap="none" spc="0" normalizeH="0" baseline="0" noProof="0" dirty="0" smtClean="0">
              <a:ln>
                <a:solidFill>
                  <a:srgbClr val="F68E32">
                    <a:alpha val="0"/>
                  </a:srgbClr>
                </a:solidFill>
              </a:ln>
              <a:solidFill>
                <a:srgbClr val="181717"/>
              </a:solidFill>
              <a:effectLst/>
              <a:uLnTx/>
              <a:uFillTx/>
              <a:latin typeface="G마켓 산스 TTF Medium" panose="02000000000000000000" pitchFamily="2" charset="-127"/>
              <a:ea typeface="G마켓 산스 TTF Medium" panose="02000000000000000000" pitchFamily="2" charset="-127"/>
              <a:cs typeface="+mn-cs"/>
            </a:endParaRPr>
          </a:p>
          <a:p>
            <a:pPr marL="360363" indent="-360363">
              <a:lnSpc>
                <a:spcPct val="114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/>
            </a:pPr>
            <a:r>
              <a:rPr kumimoji="0" lang="ko-KR" altLang="en-US" sz="2400" b="0" i="0" u="none" strike="noStrike" kern="1200" cap="none" spc="0" normalizeH="0" baseline="0" noProof="0" dirty="0" err="1" smtClean="0">
                <a:ln>
                  <a:solidFill>
                    <a:srgbClr val="F68E32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쓰다보면</a:t>
            </a:r>
            <a:r>
              <a:rPr kumimoji="0" lang="ko-KR" altLang="en-US" sz="2400" b="0" i="0" u="none" strike="noStrike" kern="1200" cap="none" spc="0" normalizeH="0" baseline="0" noProof="0" dirty="0" smtClean="0">
                <a:ln>
                  <a:solidFill>
                    <a:srgbClr val="F68E32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 </a:t>
            </a:r>
            <a:r>
              <a:rPr kumimoji="0" lang="ko-KR" altLang="en-US" sz="2400" b="0" i="0" u="none" strike="noStrike" kern="1200" cap="none" spc="0" normalizeH="0" baseline="0" noProof="0" dirty="0">
                <a:ln>
                  <a:solidFill>
                    <a:srgbClr val="F68E32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미사여구 들어내고 키워드에 필요</a:t>
            </a:r>
            <a:br>
              <a:rPr kumimoji="0" lang="ko-KR" altLang="en-US" sz="2400" b="0" i="0" u="none" strike="noStrike" kern="1200" cap="none" spc="0" normalizeH="0" baseline="0" noProof="0" dirty="0">
                <a:ln>
                  <a:solidFill>
                    <a:srgbClr val="F68E32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</a:br>
            <a:r>
              <a:rPr kumimoji="0" lang="ko-KR" altLang="en-US" sz="2400" b="0" i="0" u="none" strike="noStrike" kern="1200" cap="none" spc="0" normalizeH="0" baseline="0" noProof="0" dirty="0">
                <a:ln>
                  <a:solidFill>
                    <a:srgbClr val="F68E32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한 설명만 </a:t>
            </a:r>
            <a:r>
              <a:rPr kumimoji="0" lang="ko-KR" altLang="en-US" sz="2400" b="0" i="0" u="none" strike="noStrike" kern="1200" cap="none" spc="0" normalizeH="0" baseline="0" noProof="0" dirty="0" err="1">
                <a:ln>
                  <a:solidFill>
                    <a:srgbClr val="F68E32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나이스하게</a:t>
            </a:r>
            <a:r>
              <a:rPr kumimoji="0" lang="ko-KR" altLang="en-US" sz="2400" b="0" i="0" u="none" strike="noStrike" kern="1200" cap="none" spc="0" normalizeH="0" baseline="0" noProof="0" dirty="0">
                <a:ln>
                  <a:solidFill>
                    <a:srgbClr val="F68E32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 넣으려고 노력하게 </a:t>
            </a:r>
            <a:r>
              <a:rPr kumimoji="0" lang="ko-KR" altLang="en-US" sz="2400" b="0" i="0" u="none" strike="noStrike" kern="1200" cap="none" spc="0" normalizeH="0" baseline="0" noProof="0" dirty="0" err="1">
                <a:ln>
                  <a:solidFill>
                    <a:srgbClr val="F68E32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되는거</a:t>
            </a:r>
            <a:r>
              <a:rPr kumimoji="0" lang="ko-KR" altLang="en-US" sz="2400" b="0" i="0" u="none" strike="noStrike" kern="1200" cap="none" spc="0" normalizeH="0" baseline="0" noProof="0" dirty="0">
                <a:ln>
                  <a:solidFill>
                    <a:srgbClr val="F68E32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 </a:t>
            </a:r>
            <a:r>
              <a:rPr kumimoji="0" lang="en-US" altLang="ko-KR" sz="2400" b="0" i="0" u="none" strike="noStrike" kern="1200" cap="none" spc="0" normalizeH="0" baseline="0" noProof="0" dirty="0" err="1">
                <a:ln>
                  <a:solidFill>
                    <a:srgbClr val="F68E32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rg</a:t>
            </a:r>
            <a:r>
              <a:rPr kumimoji="0" lang="en-US" altLang="ko-KR" sz="2400" b="0" i="0" u="none" strike="noStrike" kern="1200" cap="none" spc="0" normalizeH="0" baseline="0" noProof="0" dirty="0">
                <a:ln>
                  <a:solidFill>
                    <a:srgbClr val="F68E32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?</a:t>
            </a:r>
          </a:p>
          <a:p>
            <a:pPr marL="360363" indent="-360363">
              <a:lnSpc>
                <a:spcPct val="114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/>
            </a:pPr>
            <a:r>
              <a:rPr kumimoji="0" lang="ko-KR" altLang="en-US" sz="2400" b="0" i="0" u="none" strike="noStrike" kern="1200" cap="none" spc="0" normalizeH="0" baseline="0" noProof="0" dirty="0" err="1" smtClean="0">
                <a:ln>
                  <a:solidFill>
                    <a:srgbClr val="F68E32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쓰다보면</a:t>
            </a:r>
            <a:r>
              <a:rPr kumimoji="0" lang="ko-KR" altLang="en-US" sz="2400" b="0" i="0" u="none" strike="noStrike" kern="1200" cap="none" spc="0" normalizeH="0" baseline="0" noProof="0" dirty="0" smtClean="0">
                <a:ln>
                  <a:solidFill>
                    <a:srgbClr val="F68E32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 </a:t>
            </a:r>
            <a:r>
              <a:rPr kumimoji="0" lang="ko-KR" altLang="en-US" sz="2400" b="0" i="0" u="none" strike="noStrike" kern="1200" cap="none" spc="0" normalizeH="0" baseline="0" noProof="0" dirty="0">
                <a:ln>
                  <a:solidFill>
                    <a:srgbClr val="F68E32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미사여구 들어내고 키워드에 </a:t>
            </a:r>
            <a:r>
              <a:rPr kumimoji="0" lang="ko-KR" altLang="en-US" sz="2400" b="0" i="0" u="none" strike="noStrike" kern="1200" cap="none" spc="0" normalizeH="0" baseline="0" noProof="0" dirty="0" smtClean="0">
                <a:ln>
                  <a:solidFill>
                    <a:srgbClr val="F68E32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필요한 </a:t>
            </a:r>
            <a:r>
              <a:rPr kumimoji="0" lang="en-US" altLang="ko-KR" sz="2400" b="0" i="0" u="none" strike="noStrike" kern="1200" cap="none" spc="0" normalizeH="0" baseline="0" noProof="0" dirty="0">
                <a:ln>
                  <a:solidFill>
                    <a:srgbClr val="F68E32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/>
            </a:r>
            <a:br>
              <a:rPr kumimoji="0" lang="en-US" altLang="ko-KR" sz="2400" b="0" i="0" u="none" strike="noStrike" kern="1200" cap="none" spc="0" normalizeH="0" baseline="0" noProof="0" dirty="0">
                <a:ln>
                  <a:solidFill>
                    <a:srgbClr val="F68E32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</a:br>
            <a:r>
              <a:rPr kumimoji="0" lang="ko-KR" altLang="en-US" sz="2400" b="0" i="0" u="none" strike="noStrike" kern="1200" cap="none" spc="0" normalizeH="0" baseline="0" noProof="0" dirty="0">
                <a:ln>
                  <a:solidFill>
                    <a:srgbClr val="F68E32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설명만 </a:t>
            </a:r>
            <a:r>
              <a:rPr kumimoji="0" lang="ko-KR" altLang="en-US" sz="2400" b="0" i="0" u="none" strike="noStrike" kern="1200" cap="none" spc="0" normalizeH="0" baseline="0" noProof="0" dirty="0" err="1">
                <a:ln>
                  <a:solidFill>
                    <a:srgbClr val="F68E32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나이스하게</a:t>
            </a:r>
            <a:r>
              <a:rPr kumimoji="0" lang="ko-KR" altLang="en-US" sz="2400" b="0" i="0" u="none" strike="noStrike" kern="1200" cap="none" spc="0" normalizeH="0" baseline="0" noProof="0" dirty="0">
                <a:ln>
                  <a:solidFill>
                    <a:srgbClr val="F68E32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 넣으려고 노력하게 되는데</a:t>
            </a:r>
            <a:r>
              <a:rPr kumimoji="0" lang="en-US" altLang="ko-KR" sz="2400" b="0" i="0" u="none" strike="noStrike" kern="1200" cap="none" spc="0" normalizeH="0" baseline="0" noProof="0" dirty="0">
                <a:ln>
                  <a:solidFill>
                    <a:srgbClr val="F68E32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/>
            </a:r>
            <a:br>
              <a:rPr kumimoji="0" lang="en-US" altLang="ko-KR" sz="2400" b="0" i="0" u="none" strike="noStrike" kern="1200" cap="none" spc="0" normalizeH="0" baseline="0" noProof="0" dirty="0">
                <a:ln>
                  <a:solidFill>
                    <a:srgbClr val="F68E32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</a:br>
            <a:r>
              <a:rPr kumimoji="0" lang="ko-KR" altLang="en-US" sz="2400" b="0" i="0" u="none" strike="noStrike" kern="1200" cap="none" spc="0" normalizeH="0" baseline="0" noProof="0" dirty="0">
                <a:ln>
                  <a:solidFill>
                    <a:srgbClr val="F68E32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이 문단은 </a:t>
            </a:r>
            <a:r>
              <a:rPr kumimoji="0" lang="en-US" altLang="ko-KR" sz="2400" b="0" i="0" u="none" strike="noStrike" kern="1200" cap="none" spc="0" normalizeH="0" baseline="0" noProof="0" dirty="0">
                <a:ln>
                  <a:solidFill>
                    <a:srgbClr val="F68E32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3</a:t>
            </a:r>
            <a:r>
              <a:rPr kumimoji="0" lang="ko-KR" altLang="en-US" sz="2400" b="0" i="0" u="none" strike="noStrike" kern="1200" cap="none" spc="0" normalizeH="0" baseline="0" noProof="0" dirty="0">
                <a:ln>
                  <a:solidFill>
                    <a:srgbClr val="F68E32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줄을 넣어준 </a:t>
            </a:r>
            <a:r>
              <a:rPr kumimoji="0" lang="ko-KR" altLang="en-US" sz="2400" b="0" i="0" u="none" strike="noStrike" kern="1200" cap="none" spc="0" normalizeH="0" baseline="0" noProof="0" dirty="0" err="1">
                <a:ln>
                  <a:solidFill>
                    <a:srgbClr val="F68E32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부분인거</a:t>
            </a:r>
            <a:r>
              <a:rPr kumimoji="0" lang="ko-KR" altLang="en-US" sz="2400" b="0" i="0" u="none" strike="noStrike" kern="1200" cap="none" spc="0" normalizeH="0" baseline="0" noProof="0" dirty="0">
                <a:ln>
                  <a:solidFill>
                    <a:srgbClr val="F68E32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 </a:t>
            </a:r>
            <a:r>
              <a:rPr kumimoji="0" lang="en-US" altLang="ko-KR" sz="2400" b="0" i="0" u="none" strike="noStrike" kern="1200" cap="none" spc="0" normalizeH="0" baseline="0" noProof="0" dirty="0" err="1">
                <a:ln>
                  <a:solidFill>
                    <a:srgbClr val="F68E32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rg</a:t>
            </a:r>
            <a:r>
              <a:rPr kumimoji="0" lang="en-US" altLang="ko-KR" sz="2400" b="0" i="0" u="none" strike="noStrike" kern="1200" cap="none" spc="0" normalizeH="0" baseline="0" noProof="0" dirty="0">
                <a:ln>
                  <a:solidFill>
                    <a:srgbClr val="F68E32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?</a:t>
            </a:r>
          </a:p>
          <a:p>
            <a:pPr marL="360363" indent="-360363">
              <a:lnSpc>
                <a:spcPct val="114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/>
            </a:pPr>
            <a:r>
              <a:rPr kumimoji="0" lang="ko-KR" altLang="en-US" sz="2400" b="0" i="0" u="none" strike="noStrike" kern="1200" cap="none" spc="0" normalizeH="0" baseline="0" noProof="0" dirty="0" err="1" smtClean="0">
                <a:ln>
                  <a:solidFill>
                    <a:srgbClr val="F68E32">
                      <a:alpha val="0"/>
                    </a:srgbClr>
                  </a:solidFill>
                </a:ln>
                <a:solidFill>
                  <a:srgbClr val="1A1506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쓰다보면</a:t>
            </a:r>
            <a:r>
              <a:rPr kumimoji="0" lang="ko-KR" altLang="en-US" sz="2400" b="0" i="0" u="none" strike="noStrike" kern="1200" cap="none" spc="0" normalizeH="0" baseline="0" noProof="0" dirty="0" smtClean="0">
                <a:ln>
                  <a:solidFill>
                    <a:srgbClr val="F68E32">
                      <a:alpha val="0"/>
                    </a:srgbClr>
                  </a:solidFill>
                </a:ln>
                <a:solidFill>
                  <a:srgbClr val="1A1506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 미사여구 들어내고 키워드에 필요</a:t>
            </a:r>
            <a:r>
              <a:rPr kumimoji="0" lang="en-US" altLang="ko-KR" sz="2400" b="0" i="0" u="none" strike="noStrike" kern="1200" cap="none" spc="0" normalizeH="0" baseline="0" noProof="0" dirty="0" smtClean="0">
                <a:ln>
                  <a:solidFill>
                    <a:srgbClr val="F68E32">
                      <a:alpha val="0"/>
                    </a:srgbClr>
                  </a:solidFill>
                </a:ln>
                <a:solidFill>
                  <a:srgbClr val="1A1506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/>
            </a:r>
            <a:br>
              <a:rPr kumimoji="0" lang="en-US" altLang="ko-KR" sz="2400" b="0" i="0" u="none" strike="noStrike" kern="1200" cap="none" spc="0" normalizeH="0" baseline="0" noProof="0" dirty="0" smtClean="0">
                <a:ln>
                  <a:solidFill>
                    <a:srgbClr val="F68E32">
                      <a:alpha val="0"/>
                    </a:srgbClr>
                  </a:solidFill>
                </a:ln>
                <a:solidFill>
                  <a:srgbClr val="1A1506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</a:br>
            <a:r>
              <a:rPr kumimoji="0" lang="ko-KR" altLang="en-US" sz="2400" b="0" i="0" u="none" strike="noStrike" kern="1200" cap="none" spc="0" normalizeH="0" baseline="0" noProof="0" dirty="0" smtClean="0">
                <a:ln>
                  <a:solidFill>
                    <a:srgbClr val="F68E32">
                      <a:alpha val="0"/>
                    </a:srgbClr>
                  </a:solidFill>
                </a:ln>
                <a:solidFill>
                  <a:srgbClr val="1A1506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한 설명만 넣으려고 노력하게 </a:t>
            </a:r>
            <a:r>
              <a:rPr kumimoji="0" lang="ko-KR" altLang="en-US" sz="2400" b="0" i="0" u="none" strike="noStrike" kern="1200" cap="none" spc="0" normalizeH="0" baseline="0" noProof="0" dirty="0" err="1" smtClean="0">
                <a:ln>
                  <a:solidFill>
                    <a:srgbClr val="F68E32">
                      <a:alpha val="0"/>
                    </a:srgbClr>
                  </a:solidFill>
                </a:ln>
                <a:solidFill>
                  <a:srgbClr val="1A1506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되는거</a:t>
            </a:r>
            <a:r>
              <a:rPr kumimoji="0" lang="ko-KR" altLang="en-US" sz="2400" b="0" i="0" u="none" strike="noStrike" kern="1200" cap="none" spc="0" normalizeH="0" baseline="0" noProof="0" dirty="0" smtClean="0">
                <a:ln>
                  <a:solidFill>
                    <a:srgbClr val="F68E32">
                      <a:alpha val="0"/>
                    </a:srgbClr>
                  </a:solidFill>
                </a:ln>
                <a:solidFill>
                  <a:srgbClr val="1A1506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 </a:t>
            </a:r>
            <a:r>
              <a:rPr kumimoji="0" lang="en-US" altLang="ko-KR" sz="2400" b="0" i="0" u="none" strike="noStrike" kern="1200" cap="none" spc="0" normalizeH="0" baseline="0" noProof="0" dirty="0" err="1" smtClean="0">
                <a:ln>
                  <a:solidFill>
                    <a:srgbClr val="F68E32">
                      <a:alpha val="0"/>
                    </a:srgbClr>
                  </a:solidFill>
                </a:ln>
                <a:solidFill>
                  <a:srgbClr val="1A1506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rg</a:t>
            </a:r>
            <a:r>
              <a:rPr kumimoji="0" lang="en-US" altLang="ko-KR" sz="2400" b="0" i="0" u="none" strike="noStrike" kern="1200" cap="none" spc="0" normalizeH="0" baseline="0" noProof="0" dirty="0" smtClean="0">
                <a:ln>
                  <a:solidFill>
                    <a:srgbClr val="F68E32">
                      <a:alpha val="0"/>
                    </a:srgbClr>
                  </a:solidFill>
                </a:ln>
                <a:solidFill>
                  <a:srgbClr val="1A1506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?</a:t>
            </a:r>
          </a:p>
          <a:p>
            <a:pPr>
              <a:lnSpc>
                <a:spcPct val="114000"/>
              </a:lnSpc>
              <a:spcBef>
                <a:spcPts val="1000"/>
              </a:spcBef>
              <a:defRPr/>
            </a:pPr>
            <a:endParaRPr kumimoji="0" lang="en-US" altLang="ko-KR" sz="2400" b="0" i="0" u="none" strike="noStrike" kern="1200" cap="none" spc="0" normalizeH="0" baseline="0" noProof="0" dirty="0">
              <a:ln>
                <a:solidFill>
                  <a:srgbClr val="F68E32">
                    <a:alpha val="0"/>
                  </a:srgbClr>
                </a:solidFill>
              </a:ln>
              <a:solidFill>
                <a:srgbClr val="FF3838"/>
              </a:solidFill>
              <a:effectLst/>
              <a:uLnTx/>
              <a:uFillTx/>
              <a:latin typeface="G마켓 산스 TTF Medium" panose="02000000000000000000" pitchFamily="2" charset="-127"/>
              <a:ea typeface="G마켓 산스 TTF Medium" panose="02000000000000000000" pitchFamily="2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56316759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>
        <p159:morph option="byChar"/>
      </p:transition>
    </mc:Choice>
    <mc:Fallback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F3ACB59-D4B8-BCD4-2EF3-7D9F472B23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356A757-662F-3D51-3F1E-6FB11129A282}"/>
              </a:ext>
            </a:extLst>
          </p:cNvPr>
          <p:cNvSpPr txBox="1"/>
          <p:nvPr/>
        </p:nvSpPr>
        <p:spPr>
          <a:xfrm>
            <a:off x="628650" y="274320"/>
            <a:ext cx="794448" cy="276999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>
            <a:defPPr>
              <a:defRPr lang="ko-KR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029D6D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029D6D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01. </a:t>
            </a:r>
            <a:r>
              <a:rPr kumimoji="0" lang="ko-KR" altLang="en-US" sz="1200" b="0" i="0" u="none" strike="noStrike" kern="1200" cap="none" spc="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029D6D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텍스트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8256E155-1F9C-780C-293D-751508C79CC9}"/>
              </a:ext>
            </a:extLst>
          </p:cNvPr>
          <p:cNvCxnSpPr>
            <a:cxnSpLocks/>
          </p:cNvCxnSpPr>
          <p:nvPr/>
        </p:nvCxnSpPr>
        <p:spPr>
          <a:xfrm>
            <a:off x="628650" y="914400"/>
            <a:ext cx="10934700" cy="0"/>
          </a:xfrm>
          <a:prstGeom prst="line">
            <a:avLst/>
          </a:prstGeom>
          <a:ln w="19050">
            <a:solidFill>
              <a:srgbClr val="E0833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1DBD452D-3659-9FAE-E029-B16436881551}"/>
              </a:ext>
            </a:extLst>
          </p:cNvPr>
          <p:cNvSpPr txBox="1"/>
          <p:nvPr/>
        </p:nvSpPr>
        <p:spPr>
          <a:xfrm>
            <a:off x="628649" y="513219"/>
            <a:ext cx="5724526" cy="369332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-5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줄간격 </a:t>
            </a:r>
            <a:r>
              <a:rPr kumimoji="0" lang="en-US" altLang="ko-KR" sz="1800" b="0" i="0" u="none" strike="noStrike" kern="1200" cap="none" spc="-5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&amp; </a:t>
            </a:r>
            <a:r>
              <a:rPr kumimoji="0" lang="ko-KR" altLang="en-US" sz="1800" b="0" i="0" u="none" strike="noStrike" kern="1200" cap="none" spc="-5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말머리 기호</a:t>
            </a:r>
            <a:r>
              <a:rPr kumimoji="0" lang="en-US" altLang="ko-KR" sz="1800" b="0" i="0" u="none" strike="noStrike" kern="1200" cap="none" spc="-5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, </a:t>
            </a:r>
            <a:r>
              <a:rPr kumimoji="0" lang="ko-KR" altLang="en-US" sz="1800" b="0" i="0" u="none" strike="noStrike" kern="1200" cap="none" spc="-50" normalizeH="0" baseline="0" noProof="0" err="1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FA6502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나이스하게</a:t>
            </a:r>
            <a:r>
              <a:rPr kumimoji="0" lang="ko-KR" altLang="en-US" sz="1800" b="0" i="0" u="none" strike="noStrike" kern="1200" cap="none" spc="-5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FA6502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 쓰는 방법</a:t>
            </a:r>
            <a:endParaRPr kumimoji="0" lang="en-US" altLang="ko-KR" sz="1800" b="0" i="0" u="none" strike="noStrike" kern="1200" cap="none" spc="-50" normalizeH="0" baseline="0" noProof="0">
              <a:ln>
                <a:solidFill>
                  <a:srgbClr val="FF0000">
                    <a:alpha val="0"/>
                  </a:srgbClr>
                </a:solidFill>
              </a:ln>
              <a:solidFill>
                <a:srgbClr val="FA6502"/>
              </a:solidFill>
              <a:effectLst/>
              <a:uLnTx/>
              <a:uFillTx/>
              <a:latin typeface="G마켓 산스 TTF Bold" panose="02000000000000000000" pitchFamily="2" charset="-127"/>
              <a:ea typeface="G마켓 산스 TTF Bold" panose="02000000000000000000" pitchFamily="2" charset="-127"/>
              <a:cs typeface="+mn-cs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01FDB3F-4453-FFE3-F25B-7647CAD57EB0}"/>
              </a:ext>
            </a:extLst>
          </p:cNvPr>
          <p:cNvSpPr/>
          <p:nvPr/>
        </p:nvSpPr>
        <p:spPr>
          <a:xfrm>
            <a:off x="628649" y="1035130"/>
            <a:ext cx="10934702" cy="31854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※ </a:t>
            </a:r>
            <a:r>
              <a:rPr kumimoji="0" lang="ko-KR" altLang="en-US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줄간격 </a:t>
            </a: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: 1.1~1.3, </a:t>
            </a:r>
            <a:r>
              <a:rPr kumimoji="0" lang="ko-KR" altLang="en-US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단락간격 </a:t>
            </a: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: 5~10, </a:t>
            </a:r>
            <a:r>
              <a:rPr kumimoji="0" lang="ko-KR" altLang="en-US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말머리 추가</a:t>
            </a: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, </a:t>
            </a:r>
            <a:r>
              <a:rPr kumimoji="0" lang="ko-KR" altLang="en-US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말머리 여백조절</a:t>
            </a:r>
          </a:p>
        </p:txBody>
      </p:sp>
      <p:pic>
        <p:nvPicPr>
          <p:cNvPr id="10" name="그림 9" descr="클립아트, 만화 영화, 상징이(가) 표시된 사진&#10;&#10;자동 생성된 설명">
            <a:extLst>
              <a:ext uri="{FF2B5EF4-FFF2-40B4-BE49-F238E27FC236}">
                <a16:creationId xmlns:a16="http://schemas.microsoft.com/office/drawing/2014/main" id="{8E115F77-D320-78B4-2600-6146598A5763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09532" y="339853"/>
            <a:ext cx="453817" cy="45381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6531C15-E19D-08C4-645C-9F20F4CB2338}"/>
              </a:ext>
            </a:extLst>
          </p:cNvPr>
          <p:cNvSpPr txBox="1"/>
          <p:nvPr/>
        </p:nvSpPr>
        <p:spPr>
          <a:xfrm>
            <a:off x="3619307" y="2058327"/>
            <a:ext cx="4661351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정의</a:t>
            </a:r>
            <a:r>
              <a:rPr kumimoji="0" lang="en-US" altLang="ko-KR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: </a:t>
            </a: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타고난 능력이나 우월성에 대한 과장된 자기 인식에서 비롯되는 정서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사회적 행동</a:t>
            </a:r>
            <a:r>
              <a:rPr kumimoji="0" lang="en-US" altLang="ko-KR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: </a:t>
            </a: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협력적이고 친사회적인 행동 유도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지위 형성</a:t>
            </a:r>
            <a:r>
              <a:rPr kumimoji="0" lang="en-US" altLang="ko-KR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: </a:t>
            </a: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사회적으로 명망 기반의 지위 형성 촉진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목표 지향성</a:t>
            </a:r>
            <a:r>
              <a:rPr kumimoji="0" lang="en-US" altLang="ko-KR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: </a:t>
            </a: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지속적인 목표 지향적 행동 강화</a:t>
            </a: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F93DD89-565E-5BB5-C38C-D71FA94BD210}"/>
              </a:ext>
            </a:extLst>
          </p:cNvPr>
          <p:cNvSpPr txBox="1"/>
          <p:nvPr/>
        </p:nvSpPr>
        <p:spPr>
          <a:xfrm>
            <a:off x="3619307" y="3854635"/>
            <a:ext cx="4661351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정의</a:t>
            </a:r>
            <a:r>
              <a:rPr kumimoji="0" lang="en-US" altLang="ko-KR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: </a:t>
            </a: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타고난 능력이나 우월성에 대한 과장된 자기 인식에서 비롯되는 정서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사회적 행동</a:t>
            </a:r>
            <a:r>
              <a:rPr kumimoji="0" lang="en-US" altLang="ko-KR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: </a:t>
            </a: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협력적이고 친사회적인 행동 유도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지위 형성</a:t>
            </a:r>
            <a:r>
              <a:rPr kumimoji="0" lang="en-US" altLang="ko-KR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: </a:t>
            </a: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사회적으로 명망 기반의 지위 형성 촉진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목표 지향성</a:t>
            </a:r>
            <a:r>
              <a:rPr kumimoji="0" lang="en-US" altLang="ko-KR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: </a:t>
            </a: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지속적인 목표 지향적 행동 강화</a:t>
            </a: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24371376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>
        <p159:morph option="byChar"/>
      </p:transition>
    </mc:Choice>
    <mc:Fallback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4640CB2-A95F-8874-7CC2-42A8618705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AF5A58C-B8DF-4AD5-2D30-E20CF2665413}"/>
              </a:ext>
            </a:extLst>
          </p:cNvPr>
          <p:cNvSpPr txBox="1"/>
          <p:nvPr/>
        </p:nvSpPr>
        <p:spPr>
          <a:xfrm>
            <a:off x="628650" y="274320"/>
            <a:ext cx="794448" cy="276999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>
            <a:defPPr>
              <a:defRPr lang="ko-KR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029D6D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029D6D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01. </a:t>
            </a:r>
            <a:r>
              <a:rPr kumimoji="0" lang="ko-KR" altLang="en-US" sz="1200" b="0" i="0" u="none" strike="noStrike" kern="1200" cap="none" spc="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029D6D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텍스트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649A8D7B-7FAF-CA60-CC00-88B8BE259E2C}"/>
              </a:ext>
            </a:extLst>
          </p:cNvPr>
          <p:cNvCxnSpPr>
            <a:cxnSpLocks/>
          </p:cNvCxnSpPr>
          <p:nvPr/>
        </p:nvCxnSpPr>
        <p:spPr>
          <a:xfrm>
            <a:off x="628650" y="914400"/>
            <a:ext cx="10934700" cy="0"/>
          </a:xfrm>
          <a:prstGeom prst="line">
            <a:avLst/>
          </a:prstGeom>
          <a:ln w="19050">
            <a:solidFill>
              <a:srgbClr val="E0833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674A993D-2210-42F3-C81F-7E3DC379A61C}"/>
              </a:ext>
            </a:extLst>
          </p:cNvPr>
          <p:cNvSpPr txBox="1"/>
          <p:nvPr/>
        </p:nvSpPr>
        <p:spPr>
          <a:xfrm>
            <a:off x="628649" y="513219"/>
            <a:ext cx="5724526" cy="369332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-5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도형 </a:t>
            </a:r>
            <a:r>
              <a:rPr kumimoji="0" lang="en-US" altLang="ko-KR" sz="1800" b="0" i="0" u="none" strike="noStrike" kern="1200" cap="none" spc="-5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&amp; </a:t>
            </a:r>
            <a:r>
              <a:rPr kumimoji="0" lang="ko-KR" altLang="en-US" sz="1800" b="0" i="0" u="none" strike="noStrike" kern="1200" cap="none" spc="-5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표 안에 말머리 기호 활용하기</a:t>
            </a:r>
            <a:endParaRPr kumimoji="0" lang="en-US" altLang="ko-KR" sz="1800" b="0" i="0" u="none" strike="noStrike" kern="1200" cap="none" spc="-50" normalizeH="0" baseline="0" noProof="0">
              <a:ln>
                <a:solidFill>
                  <a:srgbClr val="FF0000">
                    <a:alpha val="0"/>
                  </a:srgbClr>
                </a:solidFill>
              </a:ln>
              <a:solidFill>
                <a:srgbClr val="FA6502"/>
              </a:solidFill>
              <a:effectLst/>
              <a:uLnTx/>
              <a:uFillTx/>
              <a:latin typeface="G마켓 산스 TTF Bold" panose="02000000000000000000" pitchFamily="2" charset="-127"/>
              <a:ea typeface="G마켓 산스 TTF Bold" panose="02000000000000000000" pitchFamily="2" charset="-127"/>
              <a:cs typeface="+mn-cs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F087DF40-E13A-5D1D-6830-265AF0CEBDBF}"/>
              </a:ext>
            </a:extLst>
          </p:cNvPr>
          <p:cNvSpPr/>
          <p:nvPr/>
        </p:nvSpPr>
        <p:spPr>
          <a:xfrm>
            <a:off x="628649" y="1035130"/>
            <a:ext cx="10934702" cy="31854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※ </a:t>
            </a:r>
            <a:r>
              <a:rPr kumimoji="0" lang="ko-KR" altLang="en-US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눈금자 우하단 네모 드래그로 조정 </a:t>
            </a: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or </a:t>
            </a:r>
            <a:r>
              <a:rPr kumimoji="0" lang="ko-KR" altLang="en-US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우클릭 </a:t>
            </a: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- </a:t>
            </a:r>
            <a:r>
              <a:rPr kumimoji="0" lang="ko-KR" altLang="en-US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도형서식 </a:t>
            </a: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- </a:t>
            </a:r>
            <a:r>
              <a:rPr kumimoji="0" lang="ko-KR" altLang="en-US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크기 및 속성 </a:t>
            </a: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- </a:t>
            </a:r>
            <a:r>
              <a:rPr kumimoji="0" lang="ko-KR" altLang="en-US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텍스트 상자</a:t>
            </a: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 - </a:t>
            </a:r>
            <a:r>
              <a:rPr kumimoji="0" lang="ko-KR" altLang="en-US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왼쪽여백조정</a:t>
            </a: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    </a:t>
            </a:r>
            <a:endParaRPr kumimoji="0" lang="ko-KR" altLang="en-US" sz="1200" b="0" i="0" u="none" strike="noStrike" kern="1200" cap="none" spc="0" normalizeH="0" baseline="0" noProof="0">
              <a:ln>
                <a:solidFill>
                  <a:srgbClr val="4472C4">
                    <a:alpha val="0"/>
                  </a:srgbClr>
                </a:solidFill>
              </a:ln>
              <a:solidFill>
                <a:srgbClr val="E7E6E6">
                  <a:lumMod val="10000"/>
                </a:srgbClr>
              </a:solidFill>
              <a:effectLst/>
              <a:uLnTx/>
              <a:uFillTx/>
              <a:latin typeface="G마켓 산스 TTF Medium" panose="02000000000000000000" pitchFamily="2" charset="-127"/>
              <a:ea typeface="G마켓 산스 TTF Medium" panose="02000000000000000000" pitchFamily="2" charset="-127"/>
              <a:cs typeface="+mn-cs"/>
            </a:endParaRPr>
          </a:p>
        </p:txBody>
      </p:sp>
      <p:pic>
        <p:nvPicPr>
          <p:cNvPr id="10" name="그림 9" descr="클립아트, 만화 영화, 상징이(가) 표시된 사진&#10;&#10;자동 생성된 설명">
            <a:extLst>
              <a:ext uri="{FF2B5EF4-FFF2-40B4-BE49-F238E27FC236}">
                <a16:creationId xmlns:a16="http://schemas.microsoft.com/office/drawing/2014/main" id="{5910EFFB-97A0-EC18-E804-8B728D3E4CB8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09532" y="339853"/>
            <a:ext cx="453817" cy="453817"/>
          </a:xfrm>
          <a:prstGeom prst="rect">
            <a:avLst/>
          </a:prstGeom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3216273E-E6C0-8BE6-A560-F4167C7A958D}"/>
              </a:ext>
            </a:extLst>
          </p:cNvPr>
          <p:cNvSpPr/>
          <p:nvPr/>
        </p:nvSpPr>
        <p:spPr>
          <a:xfrm>
            <a:off x="628649" y="1813941"/>
            <a:ext cx="1089026" cy="965483"/>
          </a:xfrm>
          <a:prstGeom prst="rect">
            <a:avLst/>
          </a:prstGeom>
          <a:solidFill>
            <a:srgbClr val="F4772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0" cap="none" spc="0" normalizeH="0" baseline="0" noProof="0">
                <a:ln>
                  <a:solidFill>
                    <a:srgbClr val="004BB7">
                      <a:alpha val="0"/>
                    </a:srgbClr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페이퍼로지 7 Bold" pitchFamily="2" charset="-127"/>
                <a:ea typeface="페이퍼로지 7 Bold" pitchFamily="2" charset="-127"/>
                <a:cs typeface="+mn-cs"/>
              </a:rPr>
              <a:t>참여자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1B42396-B754-75D6-D3D2-81C03DB0DB58}"/>
              </a:ext>
            </a:extLst>
          </p:cNvPr>
          <p:cNvSpPr/>
          <p:nvPr/>
        </p:nvSpPr>
        <p:spPr>
          <a:xfrm>
            <a:off x="628649" y="2848069"/>
            <a:ext cx="1089026" cy="965483"/>
          </a:xfrm>
          <a:prstGeom prst="rect">
            <a:avLst/>
          </a:prstGeom>
          <a:solidFill>
            <a:srgbClr val="2F485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0" cap="none" spc="0" normalizeH="0" baseline="0" noProof="0">
                <a:ln>
                  <a:solidFill>
                    <a:srgbClr val="004BB7">
                      <a:alpha val="0"/>
                    </a:srgbClr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페이퍼로지 7 Bold" pitchFamily="2" charset="-127"/>
                <a:ea typeface="페이퍼로지 7 Bold" pitchFamily="2" charset="-127"/>
                <a:cs typeface="+mn-cs"/>
              </a:rPr>
              <a:t>캠페이너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387288A-A675-B94C-0B43-88E65FAA67A4}"/>
              </a:ext>
            </a:extLst>
          </p:cNvPr>
          <p:cNvSpPr/>
          <p:nvPr/>
        </p:nvSpPr>
        <p:spPr>
          <a:xfrm>
            <a:off x="1811106" y="1813941"/>
            <a:ext cx="4284894" cy="96548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rtlCol="0" anchor="ctr"/>
          <a:lstStyle/>
          <a:p>
            <a:pPr marL="171450" marR="0" lvl="0" indent="-171450" defTabSz="121914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200" b="0" i="0" u="none" strike="noStrike" kern="0" cap="none" spc="0" normalizeH="0" baseline="0" noProof="0" dirty="0">
                <a:ln>
                  <a:solidFill>
                    <a:srgbClr val="004BB7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+mn-cs"/>
              </a:rPr>
              <a:t>신용카드 동일 사이즈</a:t>
            </a:r>
            <a:r>
              <a:rPr kumimoji="0" lang="en-US" altLang="ko-KR" sz="1200" b="0" i="0" u="none" strike="noStrike" kern="0" cap="none" spc="0" normalizeH="0" baseline="0" noProof="0" dirty="0">
                <a:ln>
                  <a:solidFill>
                    <a:srgbClr val="004BB7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+mn-cs"/>
              </a:rPr>
              <a:t>(54*87)</a:t>
            </a:r>
          </a:p>
          <a:p>
            <a:pPr marL="171450" marR="0" lvl="0" indent="-171450" defTabSz="121914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200" b="0" i="0" u="none" strike="noStrike" kern="0" cap="none" spc="0" normalizeH="0" baseline="0" noProof="0" dirty="0">
                <a:ln>
                  <a:solidFill>
                    <a:srgbClr val="004BB7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+mn-cs"/>
              </a:rPr>
              <a:t>지갑</a:t>
            </a:r>
            <a:r>
              <a:rPr kumimoji="0" lang="en-US" altLang="ko-KR" sz="1200" b="0" i="0" u="none" strike="noStrike" kern="0" cap="none" spc="0" normalizeH="0" baseline="0" noProof="0" dirty="0">
                <a:ln>
                  <a:solidFill>
                    <a:srgbClr val="004BB7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+mn-cs"/>
              </a:rPr>
              <a:t>/</a:t>
            </a:r>
            <a:r>
              <a:rPr kumimoji="0" lang="ko-KR" altLang="en-US" sz="1200" b="0" i="0" u="none" strike="noStrike" kern="0" cap="none" spc="0" normalizeH="0" baseline="0" noProof="0" dirty="0">
                <a:ln>
                  <a:solidFill>
                    <a:srgbClr val="004BB7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+mn-cs"/>
              </a:rPr>
              <a:t>휴대폰에 보관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67EB1F6-86A4-56D5-6A18-209CBAD04ACC}"/>
              </a:ext>
            </a:extLst>
          </p:cNvPr>
          <p:cNvSpPr/>
          <p:nvPr/>
        </p:nvSpPr>
        <p:spPr>
          <a:xfrm>
            <a:off x="1811106" y="2845279"/>
            <a:ext cx="4284894" cy="96548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rtlCol="0" anchor="ctr"/>
          <a:lstStyle/>
          <a:p>
            <a:pPr marL="171450" marR="0" lvl="0" indent="-171450" defTabSz="121914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200" b="0" i="0" u="none" strike="noStrike" kern="0" cap="none" spc="0" normalizeH="0" baseline="0" noProof="0" dirty="0" err="1" smtClean="0">
                <a:ln>
                  <a:solidFill>
                    <a:srgbClr val="004BB7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+mn-cs"/>
              </a:rPr>
              <a:t>스탑핑</a:t>
            </a:r>
            <a:r>
              <a:rPr kumimoji="0" lang="ko-KR" altLang="en-US" sz="1200" b="0" i="0" u="none" strike="noStrike" kern="0" cap="none" spc="0" normalizeH="0" baseline="0" noProof="0" dirty="0" smtClean="0">
                <a:ln>
                  <a:solidFill>
                    <a:srgbClr val="004BB7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+mn-cs"/>
              </a:rPr>
              <a:t> 아이템</a:t>
            </a:r>
            <a:r>
              <a:rPr kumimoji="0" lang="en-US" altLang="ko-KR" sz="1200" b="0" i="0" u="none" strike="noStrike" kern="0" cap="none" spc="0" normalizeH="0" baseline="0" noProof="0" dirty="0" smtClean="0">
                <a:ln>
                  <a:solidFill>
                    <a:srgbClr val="004BB7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+mn-cs"/>
              </a:rPr>
              <a:t>(</a:t>
            </a:r>
            <a:r>
              <a:rPr kumimoji="0" lang="ko-KR" altLang="en-US" sz="1200" b="0" i="0" u="none" strike="noStrike" kern="0" cap="none" spc="0" normalizeH="0" baseline="0" noProof="0" dirty="0" smtClean="0">
                <a:ln>
                  <a:solidFill>
                    <a:srgbClr val="004BB7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+mn-cs"/>
              </a:rPr>
              <a:t>리워드로서의 기능</a:t>
            </a:r>
            <a:r>
              <a:rPr kumimoji="0" lang="en-US" altLang="ko-KR" sz="1200" b="0" i="0" u="none" strike="noStrike" kern="0" cap="none" spc="0" normalizeH="0" baseline="0" noProof="0" dirty="0" smtClean="0">
                <a:ln>
                  <a:solidFill>
                    <a:srgbClr val="004BB7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+mn-cs"/>
              </a:rPr>
              <a:t>)</a:t>
            </a:r>
          </a:p>
          <a:p>
            <a:pPr marL="171450" marR="0" lvl="0" indent="-171450" defTabSz="121914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200" b="0" i="0" u="none" strike="noStrike" kern="0" cap="none" spc="0" normalizeH="0" baseline="0" noProof="0" dirty="0" smtClean="0">
                <a:ln>
                  <a:solidFill>
                    <a:srgbClr val="004BB7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+mn-cs"/>
              </a:rPr>
              <a:t>부스로의 </a:t>
            </a:r>
            <a:r>
              <a:rPr kumimoji="0" lang="ko-KR" altLang="en-US" sz="1200" b="0" i="0" u="none" strike="noStrike" kern="0" cap="none" spc="0" normalizeH="0" baseline="0" noProof="0" dirty="0">
                <a:ln>
                  <a:solidFill>
                    <a:srgbClr val="004BB7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+mn-cs"/>
              </a:rPr>
              <a:t>스토리 연결</a:t>
            </a:r>
            <a:r>
              <a:rPr kumimoji="0" lang="en-US" altLang="ko-KR" sz="1200" b="0" i="0" u="none" strike="noStrike" kern="0" cap="none" spc="0" normalizeH="0" baseline="0" noProof="0" dirty="0">
                <a:ln>
                  <a:solidFill>
                    <a:srgbClr val="004BB7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+mn-cs"/>
              </a:rPr>
              <a:t>(</a:t>
            </a:r>
            <a:r>
              <a:rPr kumimoji="0" lang="ko-KR" altLang="en-US" sz="1200" b="0" i="0" u="none" strike="noStrike" kern="0" cap="none" spc="0" normalizeH="0" baseline="0" noProof="0" dirty="0" err="1">
                <a:ln>
                  <a:solidFill>
                    <a:srgbClr val="004BB7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+mn-cs"/>
              </a:rPr>
              <a:t>카드별</a:t>
            </a:r>
            <a:r>
              <a:rPr kumimoji="0" lang="ko-KR" altLang="en-US" sz="1200" b="0" i="0" u="none" strike="noStrike" kern="0" cap="none" spc="0" normalizeH="0" baseline="0" noProof="0" dirty="0">
                <a:ln>
                  <a:solidFill>
                    <a:srgbClr val="004BB7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+mn-cs"/>
              </a:rPr>
              <a:t> 메시지 </a:t>
            </a:r>
            <a:r>
              <a:rPr kumimoji="0" lang="en-US" altLang="ko-KR" sz="1200" b="0" i="0" u="none" strike="noStrike" kern="0" cap="none" spc="0" normalizeH="0" baseline="0" noProof="0" dirty="0">
                <a:ln>
                  <a:solidFill>
                    <a:srgbClr val="004BB7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+mn-cs"/>
              </a:rPr>
              <a:t>+ </a:t>
            </a:r>
            <a:r>
              <a:rPr kumimoji="0" lang="ko-KR" altLang="en-US" sz="1200" b="0" i="0" u="none" strike="noStrike" kern="0" cap="none" spc="0" normalizeH="0" baseline="0" noProof="0" dirty="0">
                <a:ln>
                  <a:solidFill>
                    <a:srgbClr val="004BB7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+mn-cs"/>
              </a:rPr>
              <a:t>부스 </a:t>
            </a:r>
            <a:r>
              <a:rPr kumimoji="0" lang="ko-KR" altLang="en-US" sz="1200" b="0" i="0" u="none" strike="noStrike" kern="0" cap="none" spc="0" normalizeH="0" baseline="0" noProof="0" dirty="0" err="1">
                <a:ln>
                  <a:solidFill>
                    <a:srgbClr val="004BB7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+mn-cs"/>
              </a:rPr>
              <a:t>인입</a:t>
            </a:r>
            <a:r>
              <a:rPr kumimoji="0" lang="ko-KR" altLang="en-US" sz="1200" b="0" i="0" u="none" strike="noStrike" kern="0" cap="none" spc="0" normalizeH="0" baseline="0" noProof="0" dirty="0">
                <a:ln>
                  <a:solidFill>
                    <a:srgbClr val="004BB7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+mn-cs"/>
              </a:rPr>
              <a:t> 요청</a:t>
            </a:r>
            <a:r>
              <a:rPr kumimoji="0" lang="en-US" altLang="ko-KR" sz="1200" b="0" i="0" u="none" strike="noStrike" kern="0" cap="none" spc="0" normalizeH="0" baseline="0" noProof="0" dirty="0" smtClean="0">
                <a:ln>
                  <a:solidFill>
                    <a:srgbClr val="004BB7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+mn-cs"/>
              </a:rPr>
              <a:t>)</a:t>
            </a:r>
          </a:p>
        </p:txBody>
      </p:sp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6AD822F5-264E-B6BA-F8FF-DCA32E5EA7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1689094"/>
              </p:ext>
            </p:extLst>
          </p:nvPr>
        </p:nvGraphicFramePr>
        <p:xfrm>
          <a:off x="6468593" y="1813941"/>
          <a:ext cx="4933741" cy="2861235"/>
        </p:xfrm>
        <a:graphic>
          <a:graphicData uri="http://schemas.openxmlformats.org/drawingml/2006/table">
            <a:tbl>
              <a:tblPr firstRow="1" bandRow="1">
                <a:effectLst/>
                <a:tableStyleId>{2D5ABB26-0587-4C30-8999-92F81FD0307C}</a:tableStyleId>
              </a:tblPr>
              <a:tblGrid>
                <a:gridCol w="1693741">
                  <a:extLst>
                    <a:ext uri="{9D8B030D-6E8A-4147-A177-3AD203B41FA5}">
                      <a16:colId xmlns:a16="http://schemas.microsoft.com/office/drawing/2014/main" val="860035729"/>
                    </a:ext>
                  </a:extLst>
                </a:gridCol>
                <a:gridCol w="3240000">
                  <a:extLst>
                    <a:ext uri="{9D8B030D-6E8A-4147-A177-3AD203B41FA5}">
                      <a16:colId xmlns:a16="http://schemas.microsoft.com/office/drawing/2014/main" val="3792902709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ko-KR" altLang="en-US" sz="1400" b="0" i="0" u="none" strike="noStrike" kern="1200" cap="none" spc="0" normalizeH="0" baseline="0">
                          <a:ln>
                            <a:solidFill>
                              <a:srgbClr val="4472C4">
                                <a:shade val="15000"/>
                                <a:alpha val="0"/>
                              </a:srgbClr>
                            </a:solidFill>
                          </a:ln>
                          <a:solidFill>
                            <a:srgbClr val="FFFFFF"/>
                          </a:solidFill>
                          <a:latin typeface="페이퍼로지 7 Bold" pitchFamily="2" charset="-127"/>
                          <a:ea typeface="페이퍼로지 7 Bold" pitchFamily="2" charset="-127"/>
                          <a:cs typeface="+mn-cs"/>
                          <a:sym typeface=""/>
                        </a:rPr>
                        <a:t>유형</a:t>
                      </a:r>
                      <a:endParaRPr lang="ko-KR" altLang="en-US" sz="1400" b="0" i="0" u="none" strike="noStrike" kern="1200" cap="none" spc="0" normalizeH="0" baseline="0" dirty="0">
                        <a:ln>
                          <a:solidFill>
                            <a:srgbClr val="4472C4">
                              <a:shade val="15000"/>
                              <a:alpha val="0"/>
                            </a:srgbClr>
                          </a:solidFill>
                        </a:ln>
                        <a:solidFill>
                          <a:srgbClr val="FFFFFF"/>
                        </a:solidFill>
                        <a:latin typeface="페이퍼로지 7 Bold" pitchFamily="2" charset="-127"/>
                        <a:ea typeface="페이퍼로지 7 Bold" pitchFamily="2" charset="-127"/>
                        <a:cs typeface="+mn-cs"/>
                        <a:sym typeface=""/>
                      </a:endParaRPr>
                    </a:p>
                  </a:txBody>
                  <a:tcPr anchor="ctr"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175" cap="flat" cmpd="sng" algn="ctr">
                      <a:solidFill>
                        <a:srgbClr val="F477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772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ko-KR" altLang="en-US" sz="1400" b="0" i="0" u="none" strike="noStrike" kern="1200" cap="none" spc="0" normalizeH="0" baseline="0" dirty="0">
                          <a:ln>
                            <a:solidFill>
                              <a:srgbClr val="4472C4">
                                <a:shade val="15000"/>
                                <a:alpha val="0"/>
                              </a:srgbClr>
                            </a:solidFill>
                          </a:ln>
                          <a:solidFill>
                            <a:srgbClr val="FFFFFF"/>
                          </a:solidFill>
                          <a:latin typeface="페이퍼로지 7 Bold" pitchFamily="2" charset="-127"/>
                          <a:ea typeface="페이퍼로지 7 Bold" pitchFamily="2" charset="-127"/>
                          <a:cs typeface="+mn-cs"/>
                          <a:sym typeface=""/>
                        </a:rPr>
                        <a:t>특징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3175" cap="flat" cmpd="sng" algn="ctr">
                      <a:solidFill>
                        <a:srgbClr val="F477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772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9766383"/>
                  </a:ext>
                </a:extLst>
              </a:tr>
              <a:tr h="80974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200" b="0" i="0" u="none" strike="noStrike" kern="1200" cap="none" spc="0" normalizeH="0" baseline="0" dirty="0">
                          <a:ln>
                            <a:solidFill>
                              <a:srgbClr val="4472C4">
                                <a:shade val="15000"/>
                                <a:alpha val="0"/>
                              </a:srgbClr>
                            </a:solidFill>
                          </a:ln>
                          <a:solidFill>
                            <a:schemeClr val="dk1">
                              <a:lumMod val="100000"/>
                            </a:schemeClr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  <a:sym typeface=""/>
                        </a:rPr>
                        <a:t>20</a:t>
                      </a:r>
                      <a:r>
                        <a:rPr lang="ko-KR" altLang="en-US" sz="1200" b="0" i="0" u="none" strike="noStrike" kern="1200" cap="none" spc="0" normalizeH="0" baseline="0" dirty="0">
                          <a:ln>
                            <a:solidFill>
                              <a:srgbClr val="4472C4">
                                <a:shade val="15000"/>
                                <a:alpha val="0"/>
                              </a:srgbClr>
                            </a:solidFill>
                          </a:ln>
                          <a:solidFill>
                            <a:schemeClr val="dk1">
                              <a:lumMod val="100000"/>
                            </a:schemeClr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  <a:sym typeface=""/>
                        </a:rPr>
                        <a:t>대 청년</a:t>
                      </a:r>
                      <a:r>
                        <a:rPr lang="en-US" altLang="ko-KR" sz="1200" b="0" i="0" u="none" strike="noStrike" kern="1200" cap="none" spc="0" normalizeH="0" baseline="0" dirty="0">
                          <a:ln>
                            <a:solidFill>
                              <a:srgbClr val="4472C4">
                                <a:shade val="15000"/>
                                <a:alpha val="0"/>
                              </a:srgbClr>
                            </a:solidFill>
                          </a:ln>
                          <a:solidFill>
                            <a:schemeClr val="dk1">
                              <a:lumMod val="100000"/>
                            </a:schemeClr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  <a:sym typeface=""/>
                        </a:rPr>
                        <a:t>/</a:t>
                      </a:r>
                      <a:r>
                        <a:rPr lang="ko-KR" altLang="en-US" sz="1200" b="0" i="0" u="none" strike="noStrike" kern="1200" cap="none" spc="0" normalizeH="0" baseline="0" dirty="0">
                          <a:ln>
                            <a:solidFill>
                              <a:srgbClr val="4472C4">
                                <a:shade val="15000"/>
                                <a:alpha val="0"/>
                              </a:srgbClr>
                            </a:solidFill>
                          </a:ln>
                          <a:solidFill>
                            <a:schemeClr val="dk1">
                              <a:lumMod val="100000"/>
                            </a:schemeClr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  <a:sym typeface=""/>
                        </a:rPr>
                        <a:t>대학생</a:t>
                      </a:r>
                    </a:p>
                  </a:txBody>
                  <a:tcPr anchor="ctr">
                    <a:lnR w="3175" cap="flat" cmpd="sng" algn="ctr">
                      <a:solidFill>
                        <a:srgbClr val="F477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477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477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269875" marR="0" lvl="0" indent="-17145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b="0" i="0" u="none" strike="noStrike" kern="1200" cap="none" spc="0" normalizeH="0" baseline="0" dirty="0">
                          <a:ln>
                            <a:solidFill>
                              <a:srgbClr val="4472C4">
                                <a:shade val="15000"/>
                                <a:alpha val="0"/>
                              </a:srgbClr>
                            </a:solidFill>
                          </a:ln>
                          <a:solidFill>
                            <a:schemeClr val="dk1">
                              <a:lumMod val="100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  <a:sym typeface=""/>
                        </a:rPr>
                        <a:t>시간 여유 있음</a:t>
                      </a:r>
                      <a:endParaRPr lang="en-US" altLang="ko-KR" sz="1200" b="0" i="0" u="none" strike="noStrike" kern="1200" cap="none" spc="0" normalizeH="0" baseline="0" dirty="0">
                        <a:ln>
                          <a:solidFill>
                            <a:srgbClr val="4472C4">
                              <a:shade val="15000"/>
                              <a:alpha val="0"/>
                            </a:srgbClr>
                          </a:solidFill>
                        </a:ln>
                        <a:solidFill>
                          <a:schemeClr val="dk1">
                            <a:lumMod val="100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  <a:sym typeface=""/>
                      </a:endParaRPr>
                    </a:p>
                    <a:p>
                      <a:pPr marL="269875" marR="0" lvl="0" indent="-17145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b="0" i="0" u="none" strike="noStrike" kern="1200" cap="none" spc="0" normalizeH="0" baseline="0" dirty="0">
                          <a:ln>
                            <a:solidFill>
                              <a:srgbClr val="4472C4">
                                <a:shade val="15000"/>
                                <a:alpha val="0"/>
                              </a:srgbClr>
                            </a:solidFill>
                          </a:ln>
                          <a:solidFill>
                            <a:schemeClr val="dk1">
                              <a:lumMod val="100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  <a:sym typeface=""/>
                        </a:rPr>
                        <a:t>정서적으로 공감 잘함</a:t>
                      </a:r>
                      <a:endParaRPr lang="en-US" altLang="ko-KR" sz="1200" b="0" i="0" u="none" strike="noStrike" kern="1200" cap="none" spc="0" normalizeH="0" baseline="0" dirty="0">
                        <a:ln>
                          <a:solidFill>
                            <a:srgbClr val="4472C4">
                              <a:shade val="15000"/>
                              <a:alpha val="0"/>
                            </a:srgbClr>
                          </a:solidFill>
                        </a:ln>
                        <a:solidFill>
                          <a:schemeClr val="dk1">
                            <a:lumMod val="100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  <a:sym typeface=""/>
                      </a:endParaRPr>
                    </a:p>
                    <a:p>
                      <a:pPr marL="269875" marR="0" lvl="0" indent="-17145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b="0" i="0" u="none" strike="noStrike" kern="1200" cap="none" spc="0" normalizeH="0" baseline="0" dirty="0">
                          <a:ln>
                            <a:solidFill>
                              <a:srgbClr val="4472C4">
                                <a:shade val="15000"/>
                                <a:alpha val="0"/>
                              </a:srgbClr>
                            </a:solidFill>
                          </a:ln>
                          <a:solidFill>
                            <a:schemeClr val="dk1">
                              <a:lumMod val="100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  <a:sym typeface=""/>
                        </a:rPr>
                        <a:t>경제적 여유 부족함</a:t>
                      </a:r>
                    </a:p>
                  </a:txBody>
                  <a:tcPr marL="180000" anchor="ctr">
                    <a:lnL w="3175" cap="flat" cmpd="sng" algn="ctr">
                      <a:solidFill>
                        <a:srgbClr val="F477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477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477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1632491"/>
                  </a:ext>
                </a:extLst>
              </a:tr>
              <a:tr h="80974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200" b="0" i="0" u="none" strike="noStrike" kern="1200" cap="none" spc="0" normalizeH="0" baseline="0" dirty="0">
                          <a:ln>
                            <a:solidFill>
                              <a:srgbClr val="4472C4">
                                <a:shade val="15000"/>
                                <a:alpha val="0"/>
                              </a:srgbClr>
                            </a:solidFill>
                          </a:ln>
                          <a:solidFill>
                            <a:schemeClr val="dk1">
                              <a:lumMod val="100000"/>
                            </a:schemeClr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  <a:sym typeface=""/>
                        </a:rPr>
                        <a:t>20~30</a:t>
                      </a:r>
                      <a:r>
                        <a:rPr lang="ko-KR" altLang="en-US" sz="1200" b="0" i="0" u="none" strike="noStrike" kern="1200" cap="none" spc="0" normalizeH="0" baseline="0" dirty="0">
                          <a:ln>
                            <a:solidFill>
                              <a:srgbClr val="4472C4">
                                <a:shade val="15000"/>
                                <a:alpha val="0"/>
                              </a:srgbClr>
                            </a:solidFill>
                          </a:ln>
                          <a:solidFill>
                            <a:schemeClr val="dk1">
                              <a:lumMod val="100000"/>
                            </a:schemeClr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  <a:sym typeface=""/>
                        </a:rPr>
                        <a:t>대 직장인</a:t>
                      </a:r>
                    </a:p>
                  </a:txBody>
                  <a:tcPr anchor="ctr">
                    <a:lnR w="3175" cap="flat" cmpd="sng" algn="ctr">
                      <a:solidFill>
                        <a:srgbClr val="F477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477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477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269875" marR="0" lvl="0" indent="-17145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b="0" i="0" u="none" strike="noStrike" kern="1200" cap="none" spc="0" normalizeH="0" baseline="0" dirty="0">
                          <a:ln>
                            <a:solidFill>
                              <a:srgbClr val="4472C4">
                                <a:shade val="15000"/>
                                <a:alpha val="0"/>
                              </a:srgbClr>
                            </a:solidFill>
                          </a:ln>
                          <a:solidFill>
                            <a:schemeClr val="dk1">
                              <a:lumMod val="100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  <a:sym typeface=""/>
                        </a:rPr>
                        <a:t>바쁨</a:t>
                      </a:r>
                      <a:r>
                        <a:rPr lang="en-US" altLang="ko-KR" sz="1200" b="0" i="0" u="none" strike="noStrike" kern="1200" cap="none" spc="0" normalizeH="0" baseline="0" dirty="0">
                          <a:ln>
                            <a:solidFill>
                              <a:srgbClr val="4472C4">
                                <a:shade val="15000"/>
                                <a:alpha val="0"/>
                              </a:srgbClr>
                            </a:solidFill>
                          </a:ln>
                          <a:solidFill>
                            <a:schemeClr val="dk1">
                              <a:lumMod val="100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  <a:sym typeface=""/>
                        </a:rPr>
                        <a:t>, </a:t>
                      </a:r>
                      <a:r>
                        <a:rPr lang="ko-KR" altLang="en-US" sz="1200" b="0" i="0" u="none" strike="noStrike" kern="1200" cap="none" spc="0" normalizeH="0" baseline="0" dirty="0">
                          <a:ln>
                            <a:solidFill>
                              <a:srgbClr val="4472C4">
                                <a:shade val="15000"/>
                                <a:alpha val="0"/>
                              </a:srgbClr>
                            </a:solidFill>
                          </a:ln>
                          <a:solidFill>
                            <a:schemeClr val="dk1">
                              <a:lumMod val="100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  <a:sym typeface=""/>
                        </a:rPr>
                        <a:t>부담 있음</a:t>
                      </a:r>
                      <a:endParaRPr lang="en-US" altLang="ko-KR" sz="1200" b="0" i="0" u="none" strike="noStrike" kern="1200" cap="none" spc="0" normalizeH="0" baseline="0" dirty="0">
                        <a:ln>
                          <a:solidFill>
                            <a:srgbClr val="4472C4">
                              <a:shade val="15000"/>
                              <a:alpha val="0"/>
                            </a:srgbClr>
                          </a:solidFill>
                        </a:ln>
                        <a:solidFill>
                          <a:schemeClr val="dk1">
                            <a:lumMod val="100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  <a:sym typeface=""/>
                      </a:endParaRPr>
                    </a:p>
                    <a:p>
                      <a:pPr marL="269875" marR="0" lvl="0" indent="-17145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b="0" i="0" u="none" strike="noStrike" kern="1200" cap="none" spc="0" normalizeH="0" baseline="0" dirty="0">
                          <a:ln>
                            <a:solidFill>
                              <a:srgbClr val="4472C4">
                                <a:shade val="15000"/>
                                <a:alpha val="0"/>
                              </a:srgbClr>
                            </a:solidFill>
                          </a:ln>
                          <a:solidFill>
                            <a:schemeClr val="dk1">
                              <a:lumMod val="100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  <a:sym typeface=""/>
                        </a:rPr>
                        <a:t>소액 정기후원에 긍정적</a:t>
                      </a:r>
                    </a:p>
                  </a:txBody>
                  <a:tcPr marL="180000" anchor="ctr">
                    <a:lnL w="3175" cap="flat" cmpd="sng" algn="ctr">
                      <a:solidFill>
                        <a:srgbClr val="F477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477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477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02788788"/>
                  </a:ext>
                </a:extLst>
              </a:tr>
              <a:tr h="80974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200" b="0" i="0" u="none" strike="noStrike" kern="1200" cap="none" spc="0" normalizeH="0" baseline="0" dirty="0">
                          <a:ln>
                            <a:solidFill>
                              <a:srgbClr val="4472C4">
                                <a:shade val="15000"/>
                                <a:alpha val="0"/>
                              </a:srgbClr>
                            </a:solidFill>
                          </a:ln>
                          <a:solidFill>
                            <a:schemeClr val="dk1">
                              <a:lumMod val="100000"/>
                            </a:schemeClr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  <a:sym typeface=""/>
                        </a:rPr>
                        <a:t>60</a:t>
                      </a:r>
                      <a:r>
                        <a:rPr lang="ko-KR" altLang="en-US" sz="1200" b="0" i="0" u="none" strike="noStrike" kern="1200" cap="none" spc="0" normalizeH="0" baseline="0" dirty="0">
                          <a:ln>
                            <a:solidFill>
                              <a:srgbClr val="4472C4">
                                <a:shade val="15000"/>
                                <a:alpha val="0"/>
                              </a:srgbClr>
                            </a:solidFill>
                          </a:ln>
                          <a:solidFill>
                            <a:schemeClr val="dk1">
                              <a:lumMod val="100000"/>
                            </a:schemeClr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  <a:sym typeface=""/>
                        </a:rPr>
                        <a:t>대 이상 </a:t>
                      </a:r>
                      <a:r>
                        <a:rPr lang="ko-KR" altLang="en-US" sz="1200" b="0" i="0" u="none" strike="noStrike" kern="1200" cap="none" spc="0" normalizeH="0" baseline="0" dirty="0" err="1">
                          <a:ln>
                            <a:solidFill>
                              <a:srgbClr val="4472C4">
                                <a:shade val="15000"/>
                                <a:alpha val="0"/>
                              </a:srgbClr>
                            </a:solidFill>
                          </a:ln>
                          <a:solidFill>
                            <a:schemeClr val="dk1">
                              <a:lumMod val="100000"/>
                            </a:schemeClr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  <a:sym typeface=""/>
                        </a:rPr>
                        <a:t>은퇴층</a:t>
                      </a:r>
                      <a:endParaRPr lang="ko-KR" altLang="en-US" sz="1200" b="0" i="0" u="none" strike="noStrike" kern="1200" cap="none" spc="0" normalizeH="0" baseline="0" dirty="0">
                        <a:ln>
                          <a:solidFill>
                            <a:srgbClr val="4472C4">
                              <a:shade val="15000"/>
                              <a:alpha val="0"/>
                            </a:srgbClr>
                          </a:solidFill>
                        </a:ln>
                        <a:solidFill>
                          <a:schemeClr val="dk1">
                            <a:lumMod val="100000"/>
                          </a:schemeClr>
                        </a:solidFill>
                        <a:latin typeface="페이퍼로지 6 SemiBold" pitchFamily="2" charset="-127"/>
                        <a:ea typeface="페이퍼로지 6 SemiBold" pitchFamily="2" charset="-127"/>
                        <a:cs typeface="+mn-cs"/>
                        <a:sym typeface=""/>
                      </a:endParaRPr>
                    </a:p>
                  </a:txBody>
                  <a:tcPr anchor="ctr">
                    <a:lnR w="3175" cap="flat" cmpd="sng" algn="ctr">
                      <a:solidFill>
                        <a:srgbClr val="F477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477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477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269875" marR="0" lvl="0" indent="-17145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b="0" i="0" u="none" strike="noStrike" kern="1200" cap="none" spc="0" normalizeH="0" baseline="0" dirty="0">
                          <a:ln>
                            <a:solidFill>
                              <a:srgbClr val="4472C4">
                                <a:shade val="15000"/>
                                <a:alpha val="0"/>
                              </a:srgbClr>
                            </a:solidFill>
                          </a:ln>
                          <a:solidFill>
                            <a:schemeClr val="dk1">
                              <a:lumMod val="100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  <a:sym typeface=""/>
                        </a:rPr>
                        <a:t>대화 시간 있음</a:t>
                      </a:r>
                      <a:endParaRPr lang="en-US" altLang="ko-KR" sz="1200" b="0" i="0" u="none" strike="noStrike" kern="1200" cap="none" spc="0" normalizeH="0" baseline="0" dirty="0">
                        <a:ln>
                          <a:solidFill>
                            <a:srgbClr val="4472C4">
                              <a:shade val="15000"/>
                              <a:alpha val="0"/>
                            </a:srgbClr>
                          </a:solidFill>
                        </a:ln>
                        <a:solidFill>
                          <a:schemeClr val="dk1">
                            <a:lumMod val="100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  <a:sym typeface=""/>
                      </a:endParaRPr>
                    </a:p>
                    <a:p>
                      <a:pPr marL="269875" marR="0" lvl="0" indent="-17145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b="0" i="0" u="none" strike="noStrike" kern="1200" cap="none" spc="0" normalizeH="0" baseline="0" dirty="0">
                          <a:ln>
                            <a:solidFill>
                              <a:srgbClr val="4472C4">
                                <a:shade val="15000"/>
                                <a:alpha val="0"/>
                              </a:srgbClr>
                            </a:solidFill>
                          </a:ln>
                          <a:solidFill>
                            <a:schemeClr val="dk1">
                              <a:lumMod val="100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  <a:sym typeface=""/>
                        </a:rPr>
                        <a:t>의미</a:t>
                      </a:r>
                      <a:r>
                        <a:rPr lang="en-US" altLang="ko-KR" sz="1200" b="0" i="0" u="none" strike="noStrike" kern="1200" cap="none" spc="0" normalizeH="0" baseline="0" dirty="0">
                          <a:ln>
                            <a:solidFill>
                              <a:srgbClr val="4472C4">
                                <a:shade val="15000"/>
                                <a:alpha val="0"/>
                              </a:srgbClr>
                            </a:solidFill>
                          </a:ln>
                          <a:solidFill>
                            <a:schemeClr val="dk1">
                              <a:lumMod val="100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  <a:sym typeface=""/>
                        </a:rPr>
                        <a:t>, </a:t>
                      </a:r>
                      <a:r>
                        <a:rPr lang="ko-KR" altLang="en-US" sz="1200" b="0" i="0" u="none" strike="noStrike" kern="1200" cap="none" spc="0" normalizeH="0" baseline="0" dirty="0">
                          <a:ln>
                            <a:solidFill>
                              <a:srgbClr val="4472C4">
                                <a:shade val="15000"/>
                                <a:alpha val="0"/>
                              </a:srgbClr>
                            </a:solidFill>
                          </a:ln>
                          <a:solidFill>
                            <a:schemeClr val="dk1">
                              <a:lumMod val="100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  <a:sym typeface=""/>
                        </a:rPr>
                        <a:t>보람 중요</a:t>
                      </a:r>
                    </a:p>
                  </a:txBody>
                  <a:tcPr marL="180000" anchor="ctr">
                    <a:lnL w="3175" cap="flat" cmpd="sng" algn="ctr">
                      <a:solidFill>
                        <a:srgbClr val="F477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477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477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07113029"/>
                  </a:ext>
                </a:extLst>
              </a:tr>
            </a:tbl>
          </a:graphicData>
        </a:graphic>
      </p:graphicFrame>
      <p:sp>
        <p:nvSpPr>
          <p:cNvPr id="18" name="직사각형 17">
            <a:extLst>
              <a:ext uri="{FF2B5EF4-FFF2-40B4-BE49-F238E27FC236}">
                <a16:creationId xmlns:a16="http://schemas.microsoft.com/office/drawing/2014/main" id="{3287B22D-02FB-3FBF-1D4E-515BF11BCA8A}"/>
              </a:ext>
            </a:extLst>
          </p:cNvPr>
          <p:cNvSpPr/>
          <p:nvPr/>
        </p:nvSpPr>
        <p:spPr>
          <a:xfrm>
            <a:off x="10681001" y="551319"/>
            <a:ext cx="242349" cy="242349"/>
          </a:xfrm>
          <a:prstGeom prst="rect">
            <a:avLst/>
          </a:prstGeom>
          <a:solidFill>
            <a:srgbClr val="F4772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0409AA43-C677-20E2-2E82-C0F2A7081E30}"/>
              </a:ext>
            </a:extLst>
          </p:cNvPr>
          <p:cNvSpPr/>
          <p:nvPr/>
        </p:nvSpPr>
        <p:spPr>
          <a:xfrm>
            <a:off x="10377266" y="551319"/>
            <a:ext cx="242349" cy="242349"/>
          </a:xfrm>
          <a:prstGeom prst="rect">
            <a:avLst/>
          </a:prstGeom>
          <a:solidFill>
            <a:srgbClr val="2F485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72256515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>
        <p159:morph option="byChar"/>
      </p:transition>
    </mc:Choice>
    <mc:Fallback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9A12FC8-2938-28D1-D6DF-4FADA1A026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4E75C4AB-7E32-BA52-1245-B7FD5A438742}"/>
              </a:ext>
            </a:extLst>
          </p:cNvPr>
          <p:cNvCxnSpPr>
            <a:cxnSpLocks/>
          </p:cNvCxnSpPr>
          <p:nvPr/>
        </p:nvCxnSpPr>
        <p:spPr>
          <a:xfrm>
            <a:off x="628650" y="914400"/>
            <a:ext cx="10934700" cy="0"/>
          </a:xfrm>
          <a:prstGeom prst="line">
            <a:avLst/>
          </a:prstGeom>
          <a:ln w="19050">
            <a:solidFill>
              <a:srgbClr val="E0833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0401F88C-0943-A5CA-603D-E7B5D5345EC8}"/>
              </a:ext>
            </a:extLst>
          </p:cNvPr>
          <p:cNvSpPr/>
          <p:nvPr/>
        </p:nvSpPr>
        <p:spPr>
          <a:xfrm>
            <a:off x="628649" y="1035130"/>
            <a:ext cx="10934702" cy="31854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※ </a:t>
            </a:r>
            <a:r>
              <a:rPr kumimoji="0" lang="ko-KR" altLang="en-US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페이퍼로지체를 이용해 </a:t>
            </a: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3</a:t>
            </a:r>
            <a:r>
              <a:rPr kumimoji="0" lang="ko-KR" altLang="en-US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가지 강조방법 활용</a:t>
            </a:r>
            <a:endParaRPr kumimoji="0" lang="ko-KR" altLang="en-US" sz="1200" b="0" i="0" u="none" strike="noStrike" kern="1200" cap="none" spc="0" normalizeH="0" baseline="0" noProof="0" dirty="0">
              <a:ln>
                <a:solidFill>
                  <a:srgbClr val="4472C4">
                    <a:alpha val="0"/>
                  </a:srgbClr>
                </a:solidFill>
              </a:ln>
              <a:solidFill>
                <a:srgbClr val="E7E6E6">
                  <a:lumMod val="10000"/>
                </a:srgbClr>
              </a:solidFill>
              <a:effectLst/>
              <a:uLnTx/>
              <a:uFillTx/>
              <a:latin typeface="G마켓 산스 TTF Medium" panose="02000000000000000000" pitchFamily="2" charset="-127"/>
              <a:ea typeface="G마켓 산스 TTF Medium" panose="02000000000000000000" pitchFamily="2" charset="-127"/>
              <a:cs typeface="+mn-cs"/>
            </a:endParaRPr>
          </a:p>
        </p:txBody>
      </p:sp>
      <p:pic>
        <p:nvPicPr>
          <p:cNvPr id="26" name="그림 25" descr="클립아트, 만화 영화, 상징이(가) 표시된 사진&#10;&#10;자동 생성된 설명">
            <a:extLst>
              <a:ext uri="{FF2B5EF4-FFF2-40B4-BE49-F238E27FC236}">
                <a16:creationId xmlns:a16="http://schemas.microsoft.com/office/drawing/2014/main" id="{B40448E9-9F54-76D9-DD27-C0C1473EF71D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09532" y="339853"/>
            <a:ext cx="453817" cy="453817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60503307-3455-E5F0-4F00-C6A8B119723A}"/>
              </a:ext>
            </a:extLst>
          </p:cNvPr>
          <p:cNvSpPr txBox="1"/>
          <p:nvPr/>
        </p:nvSpPr>
        <p:spPr>
          <a:xfrm>
            <a:off x="628650" y="274320"/>
            <a:ext cx="794448" cy="276999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>
            <a:defPPr>
              <a:defRPr lang="ko-KR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029D6D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029D6D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01. </a:t>
            </a:r>
            <a:r>
              <a:rPr kumimoji="0" lang="ko-KR" altLang="en-US" sz="1200" b="0" i="0" u="none" strike="noStrike" kern="1200" cap="none" spc="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029D6D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텍스트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7476784-AF33-3C25-5C79-7EB1F811140D}"/>
              </a:ext>
            </a:extLst>
          </p:cNvPr>
          <p:cNvSpPr txBox="1"/>
          <p:nvPr/>
        </p:nvSpPr>
        <p:spPr>
          <a:xfrm>
            <a:off x="628649" y="513219"/>
            <a:ext cx="5724526" cy="369332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-5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폰트 강조법 </a:t>
            </a:r>
            <a:r>
              <a:rPr kumimoji="0" lang="ko-KR" altLang="en-US" sz="1800" b="0" i="0" u="none" strike="noStrike" kern="1200" cap="none" spc="-5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FA6502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활용해보기 </a:t>
            </a:r>
            <a:r>
              <a:rPr kumimoji="0" lang="en-US" altLang="ko-KR" sz="1800" b="0" i="0" u="none" strike="noStrike" kern="1200" cap="none" spc="-5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FA6502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(Feat. </a:t>
            </a:r>
            <a:r>
              <a:rPr kumimoji="0" lang="ko-KR" altLang="en-US" sz="1800" b="0" i="0" u="none" strike="noStrike" kern="1200" cap="none" spc="-5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FA6502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페이퍼로지체</a:t>
            </a:r>
            <a:r>
              <a:rPr kumimoji="0" lang="en-US" altLang="ko-KR" sz="1800" b="0" i="0" u="none" strike="noStrike" kern="1200" cap="none" spc="-5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FA6502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6267BF3-5D8A-8263-B218-5E700C89F340}"/>
              </a:ext>
            </a:extLst>
          </p:cNvPr>
          <p:cNvSpPr txBox="1"/>
          <p:nvPr/>
        </p:nvSpPr>
        <p:spPr>
          <a:xfrm>
            <a:off x="683173" y="2639672"/>
            <a:ext cx="3529862" cy="1748107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marL="179388" marR="0" lvl="0" indent="-179388" algn="l" defTabSz="914400" rtl="0" eaLnBrk="1" fontAlgn="auto" latinLnBrk="1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solidFill>
                    <a:srgbClr val="156082">
                      <a:shade val="15000"/>
                      <a:alpha val="0"/>
                    </a:srgbClr>
                  </a:solidFill>
                </a:ln>
                <a:effectLst/>
                <a:uLnTx/>
                <a:uFillTx/>
                <a:latin typeface="페이퍼로지 3 Light" pitchFamily="2" charset="-127"/>
                <a:ea typeface="페이퍼로지 3 Light" pitchFamily="2" charset="-127"/>
              </a:rPr>
              <a:t>서울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solidFill>
                    <a:srgbClr val="156082">
                      <a:shade val="15000"/>
                      <a:alpha val="0"/>
                    </a:srgbClr>
                  </a:solidFill>
                </a:ln>
                <a:effectLst/>
                <a:uLnTx/>
                <a:uFillTx/>
                <a:latin typeface="페이퍼로지 3 Light" pitchFamily="2" charset="-127"/>
                <a:ea typeface="페이퍼로지 3 Light" pitchFamily="2" charset="-127"/>
              </a:rPr>
              <a:t>/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solidFill>
                    <a:srgbClr val="156082">
                      <a:shade val="15000"/>
                      <a:alpha val="0"/>
                    </a:srgbClr>
                  </a:solidFill>
                </a:ln>
                <a:effectLst/>
                <a:uLnTx/>
                <a:uFillTx/>
                <a:latin typeface="페이퍼로지 3 Light" pitchFamily="2" charset="-127"/>
                <a:ea typeface="페이퍼로지 3 Light" pitchFamily="2" charset="-127"/>
              </a:rPr>
              <a:t>수도권 </a:t>
            </a:r>
            <a:r>
              <a:rPr kumimoji="0" lang="ko-KR" altLang="en-US" sz="1400" b="0" i="0" u="none" strike="noStrike" kern="1200" cap="none" spc="0" normalizeH="0" baseline="0" noProof="0" dirty="0" err="1">
                <a:ln>
                  <a:solidFill>
                    <a:srgbClr val="156082">
                      <a:shade val="15000"/>
                      <a:alpha val="0"/>
                    </a:srgbClr>
                  </a:solidFill>
                </a:ln>
                <a:effectLst/>
                <a:uLnTx/>
                <a:uFillTx/>
                <a:latin typeface="페이퍼로지 3 Light" pitchFamily="2" charset="-127"/>
                <a:ea typeface="페이퍼로지 3 Light" pitchFamily="2" charset="-127"/>
              </a:rPr>
              <a:t>배송조직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solidFill>
                    <a:srgbClr val="156082">
                      <a:shade val="15000"/>
                      <a:alpha val="0"/>
                    </a:srgbClr>
                  </a:solidFill>
                </a:ln>
                <a:effectLst/>
                <a:uLnTx/>
                <a:uFillTx/>
                <a:latin typeface="페이퍼로지 3 Light" pitchFamily="2" charset="-127"/>
                <a:ea typeface="페이퍼로지 3 Light" pitchFamily="2" charset="-127"/>
              </a:rPr>
              <a:t> 구축 역량</a:t>
            </a:r>
          </a:p>
          <a:p>
            <a:pPr marL="179388" marR="0" lvl="0" indent="-179388" algn="l" defTabSz="914400" rtl="0" eaLnBrk="1" fontAlgn="auto" latinLnBrk="1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solidFill>
                    <a:srgbClr val="156082">
                      <a:shade val="15000"/>
                      <a:alpha val="0"/>
                    </a:srgbClr>
                  </a:solidFill>
                </a:ln>
                <a:effectLst/>
                <a:uLnTx/>
                <a:uFillTx/>
                <a:latin typeface="페이퍼로지 3 Light" pitchFamily="2" charset="-127"/>
                <a:ea typeface="페이퍼로지 3 Light" pitchFamily="2" charset="-127"/>
              </a:rPr>
              <a:t>전국 화물 </a:t>
            </a:r>
            <a:r>
              <a:rPr kumimoji="0" lang="ko-KR" altLang="en-US" sz="1400" b="0" i="0" u="none" strike="noStrike" kern="1200" cap="none" spc="0" normalizeH="0" baseline="0" noProof="0" dirty="0" err="1">
                <a:ln>
                  <a:solidFill>
                    <a:srgbClr val="156082">
                      <a:shade val="15000"/>
                      <a:alpha val="0"/>
                    </a:srgbClr>
                  </a:solidFill>
                </a:ln>
                <a:effectLst/>
                <a:uLnTx/>
                <a:uFillTx/>
                <a:latin typeface="페이퍼로지 3 Light" pitchFamily="2" charset="-127"/>
                <a:ea typeface="페이퍼로지 3 Light" pitchFamily="2" charset="-127"/>
              </a:rPr>
              <a:t>중개사업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solidFill>
                    <a:srgbClr val="156082">
                      <a:shade val="15000"/>
                      <a:alpha val="0"/>
                    </a:srgbClr>
                  </a:solidFill>
                </a:ln>
                <a:effectLst/>
                <a:uLnTx/>
                <a:uFillTx/>
                <a:latin typeface="페이퍼로지 3 Light" pitchFamily="2" charset="-127"/>
                <a:ea typeface="페이퍼로지 3 Light" pitchFamily="2" charset="-127"/>
              </a:rPr>
              <a:t> 운영 역량</a:t>
            </a:r>
          </a:p>
          <a:p>
            <a:pPr marL="179388" marR="0" lvl="0" indent="-179388" algn="l" defTabSz="914400" rtl="0" eaLnBrk="1" fontAlgn="auto" latinLnBrk="1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solidFill>
                    <a:srgbClr val="156082">
                      <a:shade val="15000"/>
                      <a:alpha val="0"/>
                    </a:srgbClr>
                  </a:solidFill>
                </a:ln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</a:rPr>
              <a:t>용산 전자상가 </a:t>
            </a:r>
            <a:r>
              <a:rPr kumimoji="0" lang="ko-KR" altLang="en-US" sz="1400" b="0" i="0" u="none" strike="noStrike" kern="1200" cap="none" spc="0" normalizeH="0" baseline="0" noProof="0" dirty="0" err="1">
                <a:ln>
                  <a:solidFill>
                    <a:srgbClr val="156082">
                      <a:shade val="15000"/>
                      <a:alpha val="0"/>
                    </a:srgbClr>
                  </a:solidFill>
                </a:ln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</a:rPr>
              <a:t>당일도착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solidFill>
                    <a:srgbClr val="156082">
                      <a:shade val="15000"/>
                      <a:alpha val="0"/>
                    </a:srgbClr>
                  </a:solidFill>
                </a:ln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kumimoji="0" lang="ko-KR" altLang="en-US" sz="1400" b="0" i="0" u="none" strike="noStrike" kern="1200" cap="none" spc="0" normalizeH="0" baseline="0" noProof="0" dirty="0" err="1">
                <a:ln>
                  <a:solidFill>
                    <a:srgbClr val="156082">
                      <a:shade val="15000"/>
                      <a:alpha val="0"/>
                    </a:srgbClr>
                  </a:solidFill>
                </a:ln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</a:rPr>
              <a:t>배송조직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solidFill>
                    <a:srgbClr val="156082">
                      <a:shade val="15000"/>
                      <a:alpha val="0"/>
                    </a:srgbClr>
                  </a:solidFill>
                </a:ln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</a:rPr>
              <a:t> 구축 및 운영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solidFill>
                    <a:srgbClr val="156082">
                      <a:shade val="15000"/>
                      <a:alpha val="0"/>
                    </a:srgbClr>
                  </a:solidFill>
                </a:ln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</a:rPr>
              <a:t/>
            </a:r>
            <a:br>
              <a:rPr kumimoji="0" lang="en-US" altLang="ko-KR" sz="1400" b="0" i="0" u="none" strike="noStrike" kern="1200" cap="none" spc="0" normalizeH="0" baseline="0" noProof="0" dirty="0">
                <a:ln>
                  <a:solidFill>
                    <a:srgbClr val="156082">
                      <a:shade val="15000"/>
                      <a:alpha val="0"/>
                    </a:srgbClr>
                  </a:solidFill>
                </a:ln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</a:rPr>
            </a:br>
            <a:r>
              <a:rPr kumimoji="0" lang="ko-KR" altLang="en-US" sz="1400" b="0" i="0" u="none" strike="noStrike" kern="1200" cap="none" spc="0" normalizeH="0" baseline="0" noProof="0" dirty="0" err="1">
                <a:ln>
                  <a:solidFill>
                    <a:srgbClr val="156082">
                      <a:shade val="15000"/>
                      <a:alpha val="0"/>
                    </a:srgbClr>
                  </a:solidFill>
                </a:ln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</a:rPr>
              <a:t>나이스한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solidFill>
                    <a:srgbClr val="156082">
                      <a:shade val="15000"/>
                      <a:alpha val="0"/>
                    </a:srgbClr>
                  </a:solidFill>
                </a:ln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</a:rPr>
              <a:t> 내용을 입력해주는 부분</a:t>
            </a:r>
          </a:p>
          <a:p>
            <a:pPr marL="179388" marR="0" lvl="0" indent="-179388" algn="l" defTabSz="914400" rtl="0" eaLnBrk="1" fontAlgn="auto" latinLnBrk="1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 err="1">
                <a:ln>
                  <a:solidFill>
                    <a:srgbClr val="156082">
                      <a:shade val="15000"/>
                      <a:alpha val="0"/>
                    </a:srgbClr>
                  </a:solidFill>
                </a:ln>
                <a:effectLst/>
                <a:uLnTx/>
                <a:uFillTx/>
                <a:latin typeface="페이퍼로지 3 Light" pitchFamily="2" charset="-127"/>
                <a:ea typeface="페이퍼로지 3 Light" pitchFamily="2" charset="-127"/>
              </a:rPr>
              <a:t>컴퓨존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solidFill>
                    <a:srgbClr val="156082">
                      <a:shade val="15000"/>
                      <a:alpha val="0"/>
                    </a:srgbClr>
                  </a:solidFill>
                </a:ln>
                <a:effectLst/>
                <a:uLnTx/>
                <a:uFillTx/>
                <a:latin typeface="페이퍼로지 3 Light" pitchFamily="2" charset="-127"/>
                <a:ea typeface="페이퍼로지 3 Light" pitchFamily="2" charset="-127"/>
              </a:rPr>
              <a:t> </a:t>
            </a:r>
            <a:r>
              <a:rPr kumimoji="0" lang="ko-KR" altLang="en-US" sz="1400" b="0" i="0" u="none" strike="noStrike" kern="1200" cap="none" spc="0" normalizeH="0" baseline="0" noProof="0" dirty="0" err="1">
                <a:ln>
                  <a:solidFill>
                    <a:srgbClr val="156082">
                      <a:shade val="15000"/>
                      <a:alpha val="0"/>
                    </a:srgbClr>
                  </a:solidFill>
                </a:ln>
                <a:effectLst/>
                <a:uLnTx/>
                <a:uFillTx/>
                <a:latin typeface="페이퍼로지 3 Light" pitchFamily="2" charset="-127"/>
                <a:ea typeface="페이퍼로지 3 Light" pitchFamily="2" charset="-127"/>
              </a:rPr>
              <a:t>당일도착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solidFill>
                    <a:srgbClr val="156082">
                      <a:shade val="15000"/>
                      <a:alpha val="0"/>
                    </a:srgbClr>
                  </a:solidFill>
                </a:ln>
                <a:effectLst/>
                <a:uLnTx/>
                <a:uFillTx/>
                <a:latin typeface="페이퍼로지 3 Light" pitchFamily="2" charset="-127"/>
                <a:ea typeface="페이퍼로지 3 Light" pitchFamily="2" charset="-127"/>
              </a:rPr>
              <a:t> </a:t>
            </a:r>
            <a:r>
              <a:rPr kumimoji="0" lang="ko-KR" altLang="en-US" sz="1400" b="0" i="0" u="none" strike="noStrike" kern="1200" cap="none" spc="0" normalizeH="0" baseline="0" noProof="0" dirty="0" err="1">
                <a:ln>
                  <a:solidFill>
                    <a:srgbClr val="156082">
                      <a:shade val="15000"/>
                      <a:alpha val="0"/>
                    </a:srgbClr>
                  </a:solidFill>
                </a:ln>
                <a:effectLst/>
                <a:uLnTx/>
                <a:uFillTx/>
                <a:latin typeface="페이퍼로지 3 Light" pitchFamily="2" charset="-127"/>
                <a:ea typeface="페이퍼로지 3 Light" pitchFamily="2" charset="-127"/>
              </a:rPr>
              <a:t>배송조직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solidFill>
                    <a:srgbClr val="156082">
                      <a:shade val="15000"/>
                      <a:alpha val="0"/>
                    </a:srgbClr>
                  </a:solidFill>
                </a:ln>
                <a:effectLst/>
                <a:uLnTx/>
                <a:uFillTx/>
                <a:latin typeface="페이퍼로지 3 Light" pitchFamily="2" charset="-127"/>
                <a:ea typeface="페이퍼로지 3 Light" pitchFamily="2" charset="-127"/>
              </a:rPr>
              <a:t> 구축 및 운영</a:t>
            </a:r>
          </a:p>
          <a:p>
            <a:pPr marL="179388" marR="0" lvl="0" indent="-179388" algn="l" defTabSz="914400" rtl="0" eaLnBrk="1" fontAlgn="auto" latinLnBrk="1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 err="1">
                <a:ln>
                  <a:solidFill>
                    <a:srgbClr val="156082">
                      <a:shade val="15000"/>
                      <a:alpha val="0"/>
                    </a:srgbClr>
                  </a:solidFill>
                </a:ln>
                <a:effectLst/>
                <a:uLnTx/>
                <a:uFillTx/>
                <a:latin typeface="페이퍼로지 3 Light" pitchFamily="2" charset="-127"/>
                <a:ea typeface="페이퍼로지 3 Light" pitchFamily="2" charset="-127"/>
              </a:rPr>
              <a:t>퀵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solidFill>
                    <a:srgbClr val="156082">
                      <a:shade val="15000"/>
                      <a:alpha val="0"/>
                    </a:srgbClr>
                  </a:solidFill>
                </a:ln>
                <a:effectLst/>
                <a:uLnTx/>
                <a:uFillTx/>
                <a:latin typeface="페이퍼로지 3 Light" pitchFamily="2" charset="-127"/>
                <a:ea typeface="페이퍼로지 3 Light" pitchFamily="2" charset="-127"/>
              </a:rPr>
              <a:t> 및 배송서비스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solidFill>
                    <a:srgbClr val="156082">
                      <a:shade val="15000"/>
                      <a:alpha val="0"/>
                    </a:srgbClr>
                  </a:solidFill>
                </a:ln>
                <a:effectLst/>
                <a:uLnTx/>
                <a:uFillTx/>
                <a:latin typeface="페이퍼로지 3 Light" pitchFamily="2" charset="-127"/>
                <a:ea typeface="페이퍼로지 3 Light" pitchFamily="2" charset="-127"/>
              </a:rPr>
              <a:t>15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solidFill>
                    <a:srgbClr val="156082">
                      <a:shade val="15000"/>
                      <a:alpha val="0"/>
                    </a:srgbClr>
                  </a:solidFill>
                </a:ln>
                <a:effectLst/>
                <a:uLnTx/>
                <a:uFillTx/>
                <a:latin typeface="페이퍼로지 3 Light" pitchFamily="2" charset="-127"/>
                <a:ea typeface="페이퍼로지 3 Light" pitchFamily="2" charset="-127"/>
              </a:rPr>
              <a:t>년 경력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C52A63D7-2E42-3090-D51C-3D9DE4AFCB7F}"/>
              </a:ext>
            </a:extLst>
          </p:cNvPr>
          <p:cNvSpPr/>
          <p:nvPr/>
        </p:nvSpPr>
        <p:spPr>
          <a:xfrm>
            <a:off x="683172" y="1944414"/>
            <a:ext cx="3463514" cy="493986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페이퍼로지 8 ExtraBold" pitchFamily="2" charset="-127"/>
                <a:ea typeface="페이퍼로지 8 ExtraBold" pitchFamily="2" charset="-127"/>
                <a:cs typeface="+mn-cs"/>
              </a:rPr>
              <a:t>굵기조절 </a:t>
            </a:r>
            <a:r>
              <a:rPr kumimoji="0" lang="en-US" altLang="ko-K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페이퍼로지 8 ExtraBold" pitchFamily="2" charset="-127"/>
                <a:ea typeface="페이퍼로지 8 ExtraBold" pitchFamily="2" charset="-127"/>
                <a:cs typeface="+mn-cs"/>
              </a:rPr>
              <a:t>(3 &amp; 7)</a:t>
            </a:r>
            <a:r>
              <a: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페이퍼로지 8 ExtraBold" pitchFamily="2" charset="-127"/>
                <a:ea typeface="페이퍼로지 8 ExtraBold" pitchFamily="2" charset="-127"/>
                <a:cs typeface="+mn-cs"/>
              </a:rPr>
              <a:t> 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E92C6F6-CA8F-80D0-E0C9-B36D04D8807B}"/>
              </a:ext>
            </a:extLst>
          </p:cNvPr>
          <p:cNvSpPr txBox="1"/>
          <p:nvPr/>
        </p:nvSpPr>
        <p:spPr>
          <a:xfrm>
            <a:off x="4391503" y="2639672"/>
            <a:ext cx="3529862" cy="1770741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marL="179388" marR="0" lvl="0" indent="-179388" algn="l" defTabSz="914400" rtl="0" eaLnBrk="1" fontAlgn="auto" latinLnBrk="1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solidFill>
                    <a:srgbClr val="156082">
                      <a:shade val="15000"/>
                      <a:alpha val="0"/>
                    </a:srgbClr>
                  </a:solidFill>
                </a:ln>
                <a:solidFill>
                  <a:srgbClr val="D0CECE"/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+mn-cs"/>
              </a:rPr>
              <a:t>서울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solidFill>
                    <a:srgbClr val="156082">
                      <a:shade val="15000"/>
                      <a:alpha val="0"/>
                    </a:srgbClr>
                  </a:solidFill>
                </a:ln>
                <a:solidFill>
                  <a:srgbClr val="D0CECE"/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+mn-cs"/>
              </a:rPr>
              <a:t>/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solidFill>
                    <a:srgbClr val="156082">
                      <a:shade val="15000"/>
                      <a:alpha val="0"/>
                    </a:srgbClr>
                  </a:solidFill>
                </a:ln>
                <a:solidFill>
                  <a:srgbClr val="D0CECE"/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+mn-cs"/>
              </a:rPr>
              <a:t>수도권 </a:t>
            </a:r>
            <a:r>
              <a:rPr kumimoji="0" lang="ko-KR" altLang="en-US" sz="1400" b="0" i="0" u="none" strike="noStrike" kern="1200" cap="none" spc="0" normalizeH="0" baseline="0" noProof="0" dirty="0" err="1">
                <a:ln>
                  <a:solidFill>
                    <a:srgbClr val="156082">
                      <a:shade val="15000"/>
                      <a:alpha val="0"/>
                    </a:srgbClr>
                  </a:solidFill>
                </a:ln>
                <a:solidFill>
                  <a:srgbClr val="D0CECE"/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+mn-cs"/>
              </a:rPr>
              <a:t>배송조직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solidFill>
                    <a:srgbClr val="156082">
                      <a:shade val="15000"/>
                      <a:alpha val="0"/>
                    </a:srgbClr>
                  </a:solidFill>
                </a:ln>
                <a:solidFill>
                  <a:srgbClr val="D0CECE"/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+mn-cs"/>
              </a:rPr>
              <a:t> 구축 역량</a:t>
            </a:r>
          </a:p>
          <a:p>
            <a:pPr marL="179388" marR="0" lvl="0" indent="-179388" algn="l" defTabSz="914400" rtl="0" eaLnBrk="1" fontAlgn="auto" latinLnBrk="1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solidFill>
                    <a:srgbClr val="156082">
                      <a:shade val="15000"/>
                      <a:alpha val="0"/>
                    </a:srgbClr>
                  </a:solidFill>
                </a:ln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+mn-cs"/>
              </a:rPr>
              <a:t>전국 화물 </a:t>
            </a:r>
            <a:r>
              <a:rPr kumimoji="0" lang="ko-KR" altLang="en-US" sz="1400" b="0" i="0" u="none" strike="noStrike" kern="1200" cap="none" spc="0" normalizeH="0" baseline="0" noProof="0" dirty="0" err="1">
                <a:ln>
                  <a:solidFill>
                    <a:srgbClr val="156082">
                      <a:shade val="15000"/>
                      <a:alpha val="0"/>
                    </a:srgbClr>
                  </a:solidFill>
                </a:ln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+mn-cs"/>
              </a:rPr>
              <a:t>중개사업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solidFill>
                    <a:srgbClr val="156082">
                      <a:shade val="15000"/>
                      <a:alpha val="0"/>
                    </a:srgbClr>
                  </a:solidFill>
                </a:ln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+mn-cs"/>
              </a:rPr>
              <a:t> 운영 역량</a:t>
            </a:r>
          </a:p>
          <a:p>
            <a:pPr marL="179388" marR="0" lvl="0" indent="-179388" algn="l" defTabSz="914400" rtl="0" eaLnBrk="1" fontAlgn="auto" latinLnBrk="1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solidFill>
                    <a:srgbClr val="156082">
                      <a:shade val="15000"/>
                      <a:alpha val="0"/>
                    </a:srgbClr>
                  </a:solidFill>
                </a:ln>
                <a:solidFill>
                  <a:srgbClr val="D0CECE"/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+mn-cs"/>
              </a:rPr>
              <a:t>용산 전자상가 </a:t>
            </a:r>
            <a:r>
              <a:rPr kumimoji="0" lang="ko-KR" altLang="en-US" sz="1400" b="0" i="0" u="none" strike="noStrike" kern="1200" cap="none" spc="0" normalizeH="0" baseline="0" noProof="0" dirty="0" err="1">
                <a:ln>
                  <a:solidFill>
                    <a:srgbClr val="156082">
                      <a:shade val="15000"/>
                      <a:alpha val="0"/>
                    </a:srgbClr>
                  </a:solidFill>
                </a:ln>
                <a:solidFill>
                  <a:srgbClr val="D0CECE"/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+mn-cs"/>
              </a:rPr>
              <a:t>당일도착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solidFill>
                    <a:srgbClr val="156082">
                      <a:shade val="15000"/>
                      <a:alpha val="0"/>
                    </a:srgbClr>
                  </a:solidFill>
                </a:ln>
                <a:solidFill>
                  <a:srgbClr val="D0CECE"/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+mn-cs"/>
              </a:rPr>
              <a:t> </a:t>
            </a:r>
            <a:r>
              <a:rPr kumimoji="0" lang="ko-KR" altLang="en-US" sz="1400" b="0" i="0" u="none" strike="noStrike" kern="1200" cap="none" spc="0" normalizeH="0" baseline="0" noProof="0" dirty="0" err="1">
                <a:ln>
                  <a:solidFill>
                    <a:srgbClr val="156082">
                      <a:shade val="15000"/>
                      <a:alpha val="0"/>
                    </a:srgbClr>
                  </a:solidFill>
                </a:ln>
                <a:solidFill>
                  <a:srgbClr val="D0CECE"/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+mn-cs"/>
              </a:rPr>
              <a:t>배송조직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solidFill>
                    <a:srgbClr val="156082">
                      <a:shade val="15000"/>
                      <a:alpha val="0"/>
                    </a:srgbClr>
                  </a:solidFill>
                </a:ln>
                <a:solidFill>
                  <a:srgbClr val="D0CECE"/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+mn-cs"/>
              </a:rPr>
              <a:t> 구축 및 운영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solidFill>
                    <a:srgbClr val="156082">
                      <a:shade val="15000"/>
                      <a:alpha val="0"/>
                    </a:srgbClr>
                  </a:solidFill>
                </a:ln>
                <a:solidFill>
                  <a:srgbClr val="D0CECE"/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+mn-cs"/>
              </a:rPr>
              <a:t/>
            </a:r>
            <a:br>
              <a:rPr kumimoji="0" lang="en-US" altLang="ko-KR" sz="1400" b="0" i="0" u="none" strike="noStrike" kern="1200" cap="none" spc="0" normalizeH="0" baseline="0" noProof="0" dirty="0">
                <a:ln>
                  <a:solidFill>
                    <a:srgbClr val="156082">
                      <a:shade val="15000"/>
                      <a:alpha val="0"/>
                    </a:srgbClr>
                  </a:solidFill>
                </a:ln>
                <a:solidFill>
                  <a:srgbClr val="D0CECE"/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+mn-cs"/>
              </a:rPr>
            </a:br>
            <a:r>
              <a:rPr kumimoji="0" lang="ko-KR" altLang="en-US" sz="1400" b="0" i="0" u="none" strike="noStrike" kern="1200" cap="none" spc="0" normalizeH="0" baseline="0" noProof="0" dirty="0" err="1">
                <a:ln>
                  <a:solidFill>
                    <a:srgbClr val="156082">
                      <a:shade val="15000"/>
                      <a:alpha val="0"/>
                    </a:srgbClr>
                  </a:solidFill>
                </a:ln>
                <a:solidFill>
                  <a:srgbClr val="D0CECE"/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+mn-cs"/>
              </a:rPr>
              <a:t>나이스한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solidFill>
                    <a:srgbClr val="156082">
                      <a:shade val="15000"/>
                      <a:alpha val="0"/>
                    </a:srgbClr>
                  </a:solidFill>
                </a:ln>
                <a:solidFill>
                  <a:srgbClr val="D0CECE"/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+mn-cs"/>
              </a:rPr>
              <a:t> 내용을 입력해주는 부분</a:t>
            </a:r>
          </a:p>
          <a:p>
            <a:pPr marL="179388" marR="0" lvl="0" indent="-179388" algn="l" defTabSz="914400" rtl="0" eaLnBrk="1" fontAlgn="auto" latinLnBrk="1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 err="1">
                <a:ln>
                  <a:solidFill>
                    <a:srgbClr val="156082">
                      <a:shade val="15000"/>
                      <a:alpha val="0"/>
                    </a:srgbClr>
                  </a:solidFill>
                </a:ln>
                <a:solidFill>
                  <a:srgbClr val="D0CECE"/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+mn-cs"/>
              </a:rPr>
              <a:t>컴퓨존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solidFill>
                    <a:srgbClr val="156082">
                      <a:shade val="15000"/>
                      <a:alpha val="0"/>
                    </a:srgbClr>
                  </a:solidFill>
                </a:ln>
                <a:solidFill>
                  <a:srgbClr val="D0CECE"/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+mn-cs"/>
              </a:rPr>
              <a:t> </a:t>
            </a:r>
            <a:r>
              <a:rPr kumimoji="0" lang="ko-KR" altLang="en-US" sz="1400" b="0" i="0" u="none" strike="noStrike" kern="1200" cap="none" spc="0" normalizeH="0" baseline="0" noProof="0" dirty="0" err="1">
                <a:ln>
                  <a:solidFill>
                    <a:srgbClr val="156082">
                      <a:shade val="15000"/>
                      <a:alpha val="0"/>
                    </a:srgbClr>
                  </a:solidFill>
                </a:ln>
                <a:solidFill>
                  <a:srgbClr val="D0CECE"/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+mn-cs"/>
              </a:rPr>
              <a:t>당일도착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solidFill>
                    <a:srgbClr val="156082">
                      <a:shade val="15000"/>
                      <a:alpha val="0"/>
                    </a:srgbClr>
                  </a:solidFill>
                </a:ln>
                <a:solidFill>
                  <a:srgbClr val="D0CECE"/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+mn-cs"/>
              </a:rPr>
              <a:t> </a:t>
            </a:r>
            <a:r>
              <a:rPr kumimoji="0" lang="ko-KR" altLang="en-US" sz="1400" b="0" i="0" u="none" strike="noStrike" kern="1200" cap="none" spc="0" normalizeH="0" baseline="0" noProof="0" dirty="0" err="1">
                <a:ln>
                  <a:solidFill>
                    <a:srgbClr val="156082">
                      <a:shade val="15000"/>
                      <a:alpha val="0"/>
                    </a:srgbClr>
                  </a:solidFill>
                </a:ln>
                <a:solidFill>
                  <a:srgbClr val="D0CECE"/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+mn-cs"/>
              </a:rPr>
              <a:t>배송조직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solidFill>
                    <a:srgbClr val="156082">
                      <a:shade val="15000"/>
                      <a:alpha val="0"/>
                    </a:srgbClr>
                  </a:solidFill>
                </a:ln>
                <a:solidFill>
                  <a:srgbClr val="D0CECE"/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+mn-cs"/>
              </a:rPr>
              <a:t> 구축 및 운영</a:t>
            </a:r>
          </a:p>
          <a:p>
            <a:pPr marL="179388" marR="0" lvl="0" indent="-179388" algn="l" defTabSz="914400" rtl="0" eaLnBrk="1" fontAlgn="auto" latinLnBrk="1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 err="1">
                <a:ln>
                  <a:solidFill>
                    <a:srgbClr val="156082">
                      <a:shade val="15000"/>
                      <a:alpha val="0"/>
                    </a:srgbClr>
                  </a:solidFill>
                </a:ln>
                <a:solidFill>
                  <a:srgbClr val="D0CECE"/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+mn-cs"/>
              </a:rPr>
              <a:t>퀵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solidFill>
                    <a:srgbClr val="156082">
                      <a:shade val="15000"/>
                      <a:alpha val="0"/>
                    </a:srgbClr>
                  </a:solidFill>
                </a:ln>
                <a:solidFill>
                  <a:srgbClr val="D0CECE"/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+mn-cs"/>
              </a:rPr>
              <a:t> 및 배송서비스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solidFill>
                    <a:srgbClr val="156082">
                      <a:shade val="15000"/>
                      <a:alpha val="0"/>
                    </a:srgbClr>
                  </a:solidFill>
                </a:ln>
                <a:solidFill>
                  <a:srgbClr val="D0CECE"/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+mn-cs"/>
              </a:rPr>
              <a:t>15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solidFill>
                    <a:srgbClr val="156082">
                      <a:shade val="15000"/>
                      <a:alpha val="0"/>
                    </a:srgbClr>
                  </a:solidFill>
                </a:ln>
                <a:solidFill>
                  <a:srgbClr val="D0CECE"/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+mn-cs"/>
              </a:rPr>
              <a:t>년 경력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8972302D-7B13-4500-4DD8-2E3B6CA1809A}"/>
              </a:ext>
            </a:extLst>
          </p:cNvPr>
          <p:cNvSpPr/>
          <p:nvPr/>
        </p:nvSpPr>
        <p:spPr>
          <a:xfrm>
            <a:off x="4391502" y="1944414"/>
            <a:ext cx="3463514" cy="493986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페이퍼로지 8 ExtraBold" pitchFamily="2" charset="-127"/>
                <a:ea typeface="페이퍼로지 8 ExtraBold" pitchFamily="2" charset="-127"/>
                <a:cs typeface="+mn-cs"/>
              </a:rPr>
              <a:t>색깔조절 </a:t>
            </a:r>
            <a:r>
              <a:rPr kumimoji="0" lang="en-US" altLang="ko-K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페이퍼로지 8 ExtraBold" pitchFamily="2" charset="-127"/>
                <a:ea typeface="페이퍼로지 8 ExtraBold" pitchFamily="2" charset="-127"/>
                <a:cs typeface="+mn-cs"/>
              </a:rPr>
              <a:t>(</a:t>
            </a:r>
            <a:r>
              <a: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페이퍼로지 8 ExtraBold" pitchFamily="2" charset="-127"/>
                <a:ea typeface="페이퍼로지 8 ExtraBold" pitchFamily="2" charset="-127"/>
                <a:cs typeface="+mn-cs"/>
              </a:rPr>
              <a:t>회 </a:t>
            </a:r>
            <a:r>
              <a:rPr kumimoji="0" lang="en-US" altLang="ko-K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페이퍼로지 8 ExtraBold" pitchFamily="2" charset="-127"/>
                <a:ea typeface="페이퍼로지 8 ExtraBold" pitchFamily="2" charset="-127"/>
                <a:cs typeface="+mn-cs"/>
              </a:rPr>
              <a:t>+ </a:t>
            </a:r>
            <a:r>
              <a: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페이퍼로지 8 ExtraBold" pitchFamily="2" charset="-127"/>
                <a:ea typeface="페이퍼로지 8 ExtraBold" pitchFamily="2" charset="-127"/>
                <a:cs typeface="+mn-cs"/>
              </a:rPr>
              <a:t>검</a:t>
            </a:r>
            <a:r>
              <a:rPr kumimoji="0" lang="en-US" altLang="ko-K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페이퍼로지 8 ExtraBold" pitchFamily="2" charset="-127"/>
                <a:ea typeface="페이퍼로지 8 ExtraBold" pitchFamily="2" charset="-127"/>
                <a:cs typeface="+mn-cs"/>
              </a:rPr>
              <a:t>)</a:t>
            </a: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페이퍼로지 8 ExtraBold" pitchFamily="2" charset="-127"/>
              <a:ea typeface="페이퍼로지 8 ExtraBold" pitchFamily="2" charset="-127"/>
              <a:cs typeface="+mn-cs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F249CCF-DFF1-0DAD-EE39-9FBC7AAB674A}"/>
              </a:ext>
            </a:extLst>
          </p:cNvPr>
          <p:cNvSpPr txBox="1"/>
          <p:nvPr/>
        </p:nvSpPr>
        <p:spPr>
          <a:xfrm>
            <a:off x="8099835" y="2639672"/>
            <a:ext cx="3529862" cy="1748107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marL="179388" marR="0" lvl="0" indent="-179388" algn="l" defTabSz="914400" rtl="0" eaLnBrk="1" fontAlgn="auto" latinLnBrk="1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solidFill>
                    <a:srgbClr val="156082">
                      <a:shade val="15000"/>
                      <a:alpha val="0"/>
                    </a:srgbClr>
                  </a:solidFill>
                </a:ln>
                <a:solidFill>
                  <a:srgbClr val="D0CECE"/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+mn-cs"/>
              </a:rPr>
              <a:t>서울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solidFill>
                    <a:srgbClr val="156082">
                      <a:shade val="15000"/>
                      <a:alpha val="0"/>
                    </a:srgbClr>
                  </a:solidFill>
                </a:ln>
                <a:solidFill>
                  <a:srgbClr val="D0CECE"/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+mn-cs"/>
              </a:rPr>
              <a:t>/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solidFill>
                    <a:srgbClr val="156082">
                      <a:shade val="15000"/>
                      <a:alpha val="0"/>
                    </a:srgbClr>
                  </a:solidFill>
                </a:ln>
                <a:solidFill>
                  <a:srgbClr val="D0CECE"/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+mn-cs"/>
              </a:rPr>
              <a:t>수도권 </a:t>
            </a:r>
            <a:r>
              <a:rPr kumimoji="0" lang="ko-KR" altLang="en-US" sz="1400" b="0" i="0" u="none" strike="noStrike" kern="1200" cap="none" spc="0" normalizeH="0" baseline="0" noProof="0" dirty="0" err="1">
                <a:ln>
                  <a:solidFill>
                    <a:srgbClr val="156082">
                      <a:shade val="15000"/>
                      <a:alpha val="0"/>
                    </a:srgbClr>
                  </a:solidFill>
                </a:ln>
                <a:solidFill>
                  <a:srgbClr val="D0CECE"/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+mn-cs"/>
              </a:rPr>
              <a:t>배송조직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solidFill>
                    <a:srgbClr val="156082">
                      <a:shade val="15000"/>
                      <a:alpha val="0"/>
                    </a:srgbClr>
                  </a:solidFill>
                </a:ln>
                <a:solidFill>
                  <a:srgbClr val="D0CECE"/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+mn-cs"/>
              </a:rPr>
              <a:t> 구축 역량</a:t>
            </a:r>
          </a:p>
          <a:p>
            <a:pPr marL="179388" marR="0" lvl="0" indent="-179388" algn="l" defTabSz="914400" rtl="0" eaLnBrk="1" fontAlgn="auto" latinLnBrk="1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solidFill>
                    <a:srgbClr val="156082">
                      <a:shade val="15000"/>
                      <a:alpha val="0"/>
                    </a:srgbClr>
                  </a:solidFill>
                </a:ln>
                <a:solidFill>
                  <a:srgbClr val="D0CECE"/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+mn-cs"/>
              </a:rPr>
              <a:t>전국 화물 </a:t>
            </a:r>
            <a:r>
              <a:rPr kumimoji="0" lang="ko-KR" altLang="en-US" sz="1400" b="0" i="0" u="none" strike="noStrike" kern="1200" cap="none" spc="0" normalizeH="0" baseline="0" noProof="0" dirty="0" err="1">
                <a:ln>
                  <a:solidFill>
                    <a:srgbClr val="156082">
                      <a:shade val="15000"/>
                      <a:alpha val="0"/>
                    </a:srgbClr>
                  </a:solidFill>
                </a:ln>
                <a:solidFill>
                  <a:srgbClr val="D0CECE"/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+mn-cs"/>
              </a:rPr>
              <a:t>중개사업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solidFill>
                    <a:srgbClr val="156082">
                      <a:shade val="15000"/>
                      <a:alpha val="0"/>
                    </a:srgbClr>
                  </a:solidFill>
                </a:ln>
                <a:solidFill>
                  <a:srgbClr val="D0CECE"/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+mn-cs"/>
              </a:rPr>
              <a:t> 운영 역량</a:t>
            </a:r>
          </a:p>
          <a:p>
            <a:pPr marL="179388" marR="0" lvl="0" indent="-179388" algn="l" defTabSz="914400" rtl="0" eaLnBrk="1" fontAlgn="auto" latinLnBrk="1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solidFill>
                    <a:srgbClr val="156082">
                      <a:shade val="15000"/>
                      <a:alpha val="0"/>
                    </a:srgbClr>
                  </a:solidFill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+mn-cs"/>
              </a:rPr>
              <a:t>용산 전자상가 </a:t>
            </a:r>
            <a:r>
              <a:rPr kumimoji="0" lang="ko-KR" altLang="en-US" sz="1400" b="0" i="0" u="none" strike="noStrike" kern="1200" cap="none" spc="0" normalizeH="0" baseline="0" noProof="0" dirty="0" err="1">
                <a:ln>
                  <a:solidFill>
                    <a:srgbClr val="156082">
                      <a:shade val="15000"/>
                      <a:alpha val="0"/>
                    </a:srgbClr>
                  </a:solidFill>
                </a:ln>
                <a:solidFill>
                  <a:schemeClr val="accent2"/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+mn-cs"/>
              </a:rPr>
              <a:t>당일도착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solidFill>
                    <a:srgbClr val="156082">
                      <a:shade val="15000"/>
                      <a:alpha val="0"/>
                    </a:srgbClr>
                  </a:solidFill>
                </a:ln>
                <a:solidFill>
                  <a:schemeClr val="accent2"/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+mn-cs"/>
              </a:rPr>
              <a:t> </a:t>
            </a:r>
            <a:r>
              <a:rPr kumimoji="0" lang="ko-KR" altLang="en-US" sz="1400" b="0" i="0" u="none" strike="noStrike" kern="1200" cap="none" spc="0" normalizeH="0" baseline="0" noProof="0" dirty="0" err="1">
                <a:ln>
                  <a:solidFill>
                    <a:srgbClr val="156082">
                      <a:shade val="15000"/>
                      <a:alpha val="0"/>
                    </a:srgbClr>
                  </a:solidFill>
                </a:ln>
                <a:solidFill>
                  <a:schemeClr val="accent2"/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+mn-cs"/>
              </a:rPr>
              <a:t>배송조직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solidFill>
                    <a:srgbClr val="156082">
                      <a:shade val="15000"/>
                      <a:alpha val="0"/>
                    </a:srgbClr>
                  </a:solidFill>
                </a:ln>
                <a:solidFill>
                  <a:schemeClr val="accent2"/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+mn-cs"/>
              </a:rPr>
              <a:t>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solidFill>
                    <a:srgbClr val="156082">
                      <a:shade val="15000"/>
                      <a:alpha val="0"/>
                    </a:srgbClr>
                  </a:solidFill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+mn-cs"/>
              </a:rPr>
              <a:t>구축 및 운영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solidFill>
                    <a:srgbClr val="156082">
                      <a:shade val="15000"/>
                      <a:alpha val="0"/>
                    </a:srgbClr>
                  </a:solidFill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+mn-cs"/>
              </a:rPr>
              <a:t/>
            </a:r>
            <a:br>
              <a:rPr kumimoji="0" lang="en-US" altLang="ko-KR" sz="1400" b="0" i="0" u="none" strike="noStrike" kern="1200" cap="none" spc="0" normalizeH="0" baseline="0" noProof="0" dirty="0">
                <a:ln>
                  <a:solidFill>
                    <a:srgbClr val="156082">
                      <a:shade val="15000"/>
                      <a:alpha val="0"/>
                    </a:srgbClr>
                  </a:solidFill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+mn-cs"/>
              </a:rPr>
            </a:br>
            <a:r>
              <a:rPr kumimoji="0" lang="ko-KR" altLang="en-US" sz="1400" b="0" i="0" u="none" strike="noStrike" kern="1200" cap="none" spc="0" normalizeH="0" baseline="0" noProof="0" dirty="0" err="1">
                <a:ln>
                  <a:solidFill>
                    <a:srgbClr val="156082">
                      <a:shade val="15000"/>
                      <a:alpha val="0"/>
                    </a:srgbClr>
                  </a:solidFill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+mn-cs"/>
              </a:rPr>
              <a:t>나이스한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solidFill>
                    <a:srgbClr val="156082">
                      <a:shade val="15000"/>
                      <a:alpha val="0"/>
                    </a:srgbClr>
                  </a:solidFill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+mn-cs"/>
              </a:rPr>
              <a:t> 내용을 입력해주는 부분</a:t>
            </a:r>
          </a:p>
          <a:p>
            <a:pPr marL="179388" marR="0" lvl="0" indent="-179388" algn="l" defTabSz="914400" rtl="0" eaLnBrk="1" fontAlgn="auto" latinLnBrk="1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 err="1">
                <a:ln>
                  <a:solidFill>
                    <a:srgbClr val="156082">
                      <a:shade val="15000"/>
                      <a:alpha val="0"/>
                    </a:srgbClr>
                  </a:solidFill>
                </a:ln>
                <a:solidFill>
                  <a:srgbClr val="D0CECE"/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+mn-cs"/>
              </a:rPr>
              <a:t>컴퓨존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solidFill>
                    <a:srgbClr val="156082">
                      <a:shade val="15000"/>
                      <a:alpha val="0"/>
                    </a:srgbClr>
                  </a:solidFill>
                </a:ln>
                <a:solidFill>
                  <a:srgbClr val="D0CECE"/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+mn-cs"/>
              </a:rPr>
              <a:t> </a:t>
            </a:r>
            <a:r>
              <a:rPr kumimoji="0" lang="ko-KR" altLang="en-US" sz="1400" b="0" i="0" u="none" strike="noStrike" kern="1200" cap="none" spc="0" normalizeH="0" baseline="0" noProof="0" dirty="0" err="1">
                <a:ln>
                  <a:solidFill>
                    <a:srgbClr val="156082">
                      <a:shade val="15000"/>
                      <a:alpha val="0"/>
                    </a:srgbClr>
                  </a:solidFill>
                </a:ln>
                <a:solidFill>
                  <a:srgbClr val="D0CECE"/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+mn-cs"/>
              </a:rPr>
              <a:t>당일도착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solidFill>
                    <a:srgbClr val="156082">
                      <a:shade val="15000"/>
                      <a:alpha val="0"/>
                    </a:srgbClr>
                  </a:solidFill>
                </a:ln>
                <a:solidFill>
                  <a:srgbClr val="D0CECE"/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+mn-cs"/>
              </a:rPr>
              <a:t> </a:t>
            </a:r>
            <a:r>
              <a:rPr kumimoji="0" lang="ko-KR" altLang="en-US" sz="1400" b="0" i="0" u="none" strike="noStrike" kern="1200" cap="none" spc="0" normalizeH="0" baseline="0" noProof="0" dirty="0" err="1">
                <a:ln>
                  <a:solidFill>
                    <a:srgbClr val="156082">
                      <a:shade val="15000"/>
                      <a:alpha val="0"/>
                    </a:srgbClr>
                  </a:solidFill>
                </a:ln>
                <a:solidFill>
                  <a:srgbClr val="D0CECE"/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+mn-cs"/>
              </a:rPr>
              <a:t>배송조직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solidFill>
                    <a:srgbClr val="156082">
                      <a:shade val="15000"/>
                      <a:alpha val="0"/>
                    </a:srgbClr>
                  </a:solidFill>
                </a:ln>
                <a:solidFill>
                  <a:srgbClr val="D0CECE"/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+mn-cs"/>
              </a:rPr>
              <a:t> 구축 및 운영</a:t>
            </a:r>
          </a:p>
          <a:p>
            <a:pPr marL="179388" marR="0" lvl="0" indent="-179388" algn="l" defTabSz="914400" rtl="0" eaLnBrk="1" fontAlgn="auto" latinLnBrk="1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 err="1">
                <a:ln>
                  <a:solidFill>
                    <a:srgbClr val="156082">
                      <a:shade val="15000"/>
                      <a:alpha val="0"/>
                    </a:srgbClr>
                  </a:solidFill>
                </a:ln>
                <a:solidFill>
                  <a:srgbClr val="D0CECE"/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+mn-cs"/>
              </a:rPr>
              <a:t>퀵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solidFill>
                    <a:srgbClr val="156082">
                      <a:shade val="15000"/>
                      <a:alpha val="0"/>
                    </a:srgbClr>
                  </a:solidFill>
                </a:ln>
                <a:solidFill>
                  <a:srgbClr val="D0CECE"/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+mn-cs"/>
              </a:rPr>
              <a:t> 및 배송서비스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solidFill>
                    <a:srgbClr val="156082">
                      <a:shade val="15000"/>
                      <a:alpha val="0"/>
                    </a:srgbClr>
                  </a:solidFill>
                </a:ln>
                <a:solidFill>
                  <a:srgbClr val="D0CECE"/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+mn-cs"/>
              </a:rPr>
              <a:t>15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solidFill>
                    <a:srgbClr val="156082">
                      <a:shade val="15000"/>
                      <a:alpha val="0"/>
                    </a:srgbClr>
                  </a:solidFill>
                </a:ln>
                <a:solidFill>
                  <a:srgbClr val="D0CECE"/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+mn-cs"/>
              </a:rPr>
              <a:t>년 경력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6B2DA478-97EE-599D-08E1-058CE292858F}"/>
              </a:ext>
            </a:extLst>
          </p:cNvPr>
          <p:cNvSpPr/>
          <p:nvPr/>
        </p:nvSpPr>
        <p:spPr>
          <a:xfrm>
            <a:off x="8099834" y="1944414"/>
            <a:ext cx="3463514" cy="493986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페이퍼로지 8 ExtraBold" pitchFamily="2" charset="-127"/>
                <a:ea typeface="페이퍼로지 8 ExtraBold" pitchFamily="2" charset="-127"/>
                <a:cs typeface="+mn-cs"/>
              </a:rPr>
              <a:t>굵기 </a:t>
            </a:r>
            <a:r>
              <a:rPr kumimoji="0" lang="en-US" altLang="ko-K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페이퍼로지 8 ExtraBold" pitchFamily="2" charset="-127"/>
                <a:ea typeface="페이퍼로지 8 ExtraBold" pitchFamily="2" charset="-127"/>
                <a:cs typeface="+mn-cs"/>
              </a:rPr>
              <a:t>+ </a:t>
            </a:r>
            <a:r>
              <a: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페이퍼로지 8 ExtraBold" pitchFamily="2" charset="-127"/>
                <a:ea typeface="페이퍼로지 8 ExtraBold" pitchFamily="2" charset="-127"/>
                <a:cs typeface="+mn-cs"/>
              </a:rPr>
              <a:t>회색 </a:t>
            </a:r>
            <a:r>
              <a:rPr kumimoji="0" lang="en-US" altLang="ko-K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페이퍼로지 8 ExtraBold" pitchFamily="2" charset="-127"/>
                <a:ea typeface="페이퍼로지 8 ExtraBold" pitchFamily="2" charset="-127"/>
                <a:cs typeface="+mn-cs"/>
              </a:rPr>
              <a:t>+ </a:t>
            </a:r>
            <a:r>
              <a: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페이퍼로지 8 ExtraBold" pitchFamily="2" charset="-127"/>
                <a:ea typeface="페이퍼로지 8 ExtraBold" pitchFamily="2" charset="-127"/>
                <a:cs typeface="+mn-cs"/>
              </a:rPr>
              <a:t>뽀인트색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14CD9EDD-EDAB-816F-A872-874942308586}"/>
              </a:ext>
            </a:extLst>
          </p:cNvPr>
          <p:cNvSpPr/>
          <p:nvPr/>
        </p:nvSpPr>
        <p:spPr>
          <a:xfrm>
            <a:off x="10735358" y="513219"/>
            <a:ext cx="246184" cy="246184"/>
          </a:xfrm>
          <a:prstGeom prst="rect">
            <a:avLst/>
          </a:prstGeom>
          <a:solidFill>
            <a:srgbClr val="F5335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0B8D8FED-0BB1-1449-C757-C5FB0A0BF4B2}"/>
              </a:ext>
            </a:extLst>
          </p:cNvPr>
          <p:cNvSpPr/>
          <p:nvPr/>
        </p:nvSpPr>
        <p:spPr>
          <a:xfrm>
            <a:off x="10413899" y="513219"/>
            <a:ext cx="246184" cy="246184"/>
          </a:xfrm>
          <a:prstGeom prst="rect">
            <a:avLst/>
          </a:prstGeom>
          <a:solidFill>
            <a:srgbClr val="0960D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162607C-8852-C201-D7D8-B3DC0877902D}"/>
              </a:ext>
            </a:extLst>
          </p:cNvPr>
          <p:cNvSpPr/>
          <p:nvPr/>
        </p:nvSpPr>
        <p:spPr>
          <a:xfrm>
            <a:off x="10092440" y="513219"/>
            <a:ext cx="246184" cy="246184"/>
          </a:xfrm>
          <a:prstGeom prst="rect">
            <a:avLst/>
          </a:prstGeom>
          <a:solidFill>
            <a:srgbClr val="0C650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6826FE4-54A5-88A4-AEFA-8E25F59962CF}"/>
              </a:ext>
            </a:extLst>
          </p:cNvPr>
          <p:cNvSpPr/>
          <p:nvPr/>
        </p:nvSpPr>
        <p:spPr>
          <a:xfrm>
            <a:off x="9770981" y="513219"/>
            <a:ext cx="246184" cy="246184"/>
          </a:xfrm>
          <a:prstGeom prst="rect">
            <a:avLst/>
          </a:prstGeom>
          <a:solidFill>
            <a:srgbClr val="99FF4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6376F34C-BBCA-C682-DE0C-FF25F2A836DB}"/>
              </a:ext>
            </a:extLst>
          </p:cNvPr>
          <p:cNvSpPr/>
          <p:nvPr/>
        </p:nvSpPr>
        <p:spPr>
          <a:xfrm>
            <a:off x="9449522" y="513219"/>
            <a:ext cx="246184" cy="246184"/>
          </a:xfrm>
          <a:prstGeom prst="rect">
            <a:avLst/>
          </a:prstGeom>
          <a:solidFill>
            <a:srgbClr val="703BE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644E7193-9564-ED9F-0679-05795AF314E8}"/>
              </a:ext>
            </a:extLst>
          </p:cNvPr>
          <p:cNvSpPr/>
          <p:nvPr/>
        </p:nvSpPr>
        <p:spPr>
          <a:xfrm>
            <a:off x="9128063" y="513219"/>
            <a:ext cx="246184" cy="246184"/>
          </a:xfrm>
          <a:prstGeom prst="rect">
            <a:avLst/>
          </a:prstGeom>
          <a:solidFill>
            <a:srgbClr val="7C9A1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D13E5792-8435-2A6B-74AE-02DADA5E3189}"/>
              </a:ext>
            </a:extLst>
          </p:cNvPr>
          <p:cNvSpPr/>
          <p:nvPr/>
        </p:nvSpPr>
        <p:spPr>
          <a:xfrm>
            <a:off x="8806604" y="513219"/>
            <a:ext cx="246184" cy="246184"/>
          </a:xfrm>
          <a:prstGeom prst="rect">
            <a:avLst/>
          </a:prstGeom>
          <a:solidFill>
            <a:srgbClr val="FA650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E7BBB3D-1111-4D7D-46A6-B8971297F75F}"/>
              </a:ext>
            </a:extLst>
          </p:cNvPr>
          <p:cNvSpPr/>
          <p:nvPr/>
        </p:nvSpPr>
        <p:spPr>
          <a:xfrm>
            <a:off x="8485145" y="513219"/>
            <a:ext cx="246184" cy="246184"/>
          </a:xfrm>
          <a:prstGeom prst="rect">
            <a:avLst/>
          </a:prstGeom>
          <a:solidFill>
            <a:srgbClr val="63514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5AA4358-77F9-8FF2-C9DF-E37D5554FD61}"/>
              </a:ext>
            </a:extLst>
          </p:cNvPr>
          <p:cNvSpPr/>
          <p:nvPr/>
        </p:nvSpPr>
        <p:spPr>
          <a:xfrm>
            <a:off x="8163686" y="513219"/>
            <a:ext cx="246184" cy="246184"/>
          </a:xfrm>
          <a:prstGeom prst="rect">
            <a:avLst/>
          </a:prstGeom>
          <a:solidFill>
            <a:srgbClr val="B2133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31923016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>
        <p159:morph option="byChar"/>
      </p:transition>
    </mc:Choice>
    <mc:Fallback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CC383D-0614-CF5D-4A62-57A1A03A61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CAE5EBE6-C641-719F-3E69-1EBAF3D5DE5D}"/>
              </a:ext>
            </a:extLst>
          </p:cNvPr>
          <p:cNvCxnSpPr>
            <a:cxnSpLocks/>
          </p:cNvCxnSpPr>
          <p:nvPr/>
        </p:nvCxnSpPr>
        <p:spPr>
          <a:xfrm>
            <a:off x="628650" y="914400"/>
            <a:ext cx="10934700" cy="0"/>
          </a:xfrm>
          <a:prstGeom prst="line">
            <a:avLst/>
          </a:prstGeom>
          <a:ln w="19050">
            <a:solidFill>
              <a:srgbClr val="E0833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62A8AB6-0213-B5A9-3DB5-1923E37E0608}"/>
              </a:ext>
            </a:extLst>
          </p:cNvPr>
          <p:cNvSpPr/>
          <p:nvPr/>
        </p:nvSpPr>
        <p:spPr>
          <a:xfrm>
            <a:off x="628649" y="1035130"/>
            <a:ext cx="10934702" cy="31854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※ </a:t>
            </a:r>
            <a:r>
              <a:rPr kumimoji="0" lang="ko-KR" altLang="en-US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흰색</a:t>
            </a: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, </a:t>
            </a:r>
            <a:r>
              <a:rPr kumimoji="0" lang="ko-KR" altLang="en-US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회색</a:t>
            </a: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, </a:t>
            </a:r>
            <a:r>
              <a:rPr kumimoji="0" lang="ko-KR" altLang="en-US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표준색</a:t>
            </a: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(</a:t>
            </a:r>
            <a:r>
              <a:rPr kumimoji="0" lang="ko-KR" altLang="en-US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주황</a:t>
            </a: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)</a:t>
            </a:r>
            <a:endParaRPr kumimoji="0" lang="ko-KR" altLang="en-US" sz="1200" b="0" i="0" u="none" strike="noStrike" kern="1200" cap="none" spc="0" normalizeH="0" baseline="0" noProof="0" dirty="0">
              <a:ln>
                <a:solidFill>
                  <a:srgbClr val="4472C4">
                    <a:alpha val="0"/>
                  </a:srgbClr>
                </a:solidFill>
              </a:ln>
              <a:solidFill>
                <a:srgbClr val="E7E6E6">
                  <a:lumMod val="10000"/>
                </a:srgbClr>
              </a:solidFill>
              <a:effectLst/>
              <a:uLnTx/>
              <a:uFillTx/>
              <a:latin typeface="G마켓 산스 TTF Medium" panose="02000000000000000000" pitchFamily="2" charset="-127"/>
              <a:ea typeface="G마켓 산스 TTF Medium" panose="02000000000000000000" pitchFamily="2" charset="-127"/>
              <a:cs typeface="+mn-cs"/>
            </a:endParaRPr>
          </a:p>
        </p:txBody>
      </p:sp>
      <p:pic>
        <p:nvPicPr>
          <p:cNvPr id="26" name="그림 25" descr="클립아트, 만화 영화, 상징이(가) 표시된 사진&#10;&#10;자동 생성된 설명">
            <a:extLst>
              <a:ext uri="{FF2B5EF4-FFF2-40B4-BE49-F238E27FC236}">
                <a16:creationId xmlns:a16="http://schemas.microsoft.com/office/drawing/2014/main" id="{1FE37784-ABDA-B38A-8630-93DE53E6BA3F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09532" y="339853"/>
            <a:ext cx="453817" cy="453817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3452DEA6-BF6E-9CA6-D3D3-66A74AC15B69}"/>
              </a:ext>
            </a:extLst>
          </p:cNvPr>
          <p:cNvSpPr txBox="1"/>
          <p:nvPr/>
        </p:nvSpPr>
        <p:spPr>
          <a:xfrm>
            <a:off x="628650" y="274320"/>
            <a:ext cx="794448" cy="276999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>
            <a:defPPr>
              <a:defRPr lang="ko-KR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029D6D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029D6D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01. </a:t>
            </a:r>
            <a:r>
              <a:rPr kumimoji="0" lang="ko-KR" altLang="en-US" sz="1200" b="0" i="0" u="none" strike="noStrike" kern="1200" cap="none" spc="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029D6D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텍스트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9700040-B701-7264-3960-97D369CB708C}"/>
              </a:ext>
            </a:extLst>
          </p:cNvPr>
          <p:cNvSpPr txBox="1"/>
          <p:nvPr/>
        </p:nvSpPr>
        <p:spPr>
          <a:xfrm>
            <a:off x="628648" y="513219"/>
            <a:ext cx="6737351" cy="369332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-5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검정 배경위에 </a:t>
            </a:r>
            <a:r>
              <a:rPr kumimoji="0" lang="ko-KR" altLang="en-US" sz="1800" b="0" i="0" u="none" strike="noStrike" kern="1200" cap="none" spc="-5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FA6502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텍스트 강조 </a:t>
            </a:r>
            <a:r>
              <a:rPr kumimoji="0" lang="ko-KR" altLang="en-US" sz="1800" b="0" i="0" u="none" strike="noStrike" kern="1200" cap="none" spc="-5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방법 </a:t>
            </a:r>
            <a:r>
              <a:rPr kumimoji="0" lang="ko-KR" altLang="en-US" sz="1800" b="0" i="0" u="none" strike="noStrike" kern="1200" cap="none" spc="-5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FA6502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활용해보기</a:t>
            </a:r>
            <a:endParaRPr kumimoji="0" lang="en-US" altLang="ko-KR" sz="1800" b="0" i="0" u="none" strike="noStrike" kern="1200" cap="none" spc="-50" normalizeH="0" baseline="0" noProof="0">
              <a:ln>
                <a:solidFill>
                  <a:srgbClr val="FF0000">
                    <a:alpha val="0"/>
                  </a:srgbClr>
                </a:solidFill>
              </a:ln>
              <a:solidFill>
                <a:srgbClr val="FA6502"/>
              </a:solidFill>
              <a:effectLst/>
              <a:uLnTx/>
              <a:uFillTx/>
              <a:latin typeface="G마켓 산스 TTF Bold" panose="02000000000000000000" pitchFamily="2" charset="-127"/>
              <a:ea typeface="G마켓 산스 TTF Bold" panose="02000000000000000000" pitchFamily="2" charset="-127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01C9AC0-018C-4E2A-90BC-60256E08DB51}"/>
              </a:ext>
            </a:extLst>
          </p:cNvPr>
          <p:cNvSpPr txBox="1"/>
          <p:nvPr/>
        </p:nvSpPr>
        <p:spPr>
          <a:xfrm>
            <a:off x="4068143" y="3013897"/>
            <a:ext cx="40557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ko-KR" altLang="en-US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prstClr val="white"/>
                </a:solidFill>
                <a:latin typeface="페이퍼로지 5 Medium" pitchFamily="2" charset="-127"/>
                <a:ea typeface="페이퍼로지 5 Medium" pitchFamily="2" charset="-127"/>
              </a:rPr>
              <a:t>처음에는 </a:t>
            </a:r>
            <a:r>
              <a:rPr lang="ko-KR" altLang="en-US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C000"/>
                </a:solidFill>
                <a:latin typeface="페이퍼로지 5 Medium" pitchFamily="2" charset="-127"/>
                <a:ea typeface="페이퍼로지 5 Medium" pitchFamily="2" charset="-127"/>
              </a:rPr>
              <a:t>우리가 습관을 </a:t>
            </a:r>
            <a:r>
              <a:rPr lang="ko-KR" altLang="en-US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prstClr val="white"/>
                </a:solidFill>
                <a:latin typeface="페이퍼로지 5 Medium" pitchFamily="2" charset="-127"/>
                <a:ea typeface="페이퍼로지 5 Medium" pitchFamily="2" charset="-127"/>
              </a:rPr>
              <a:t>만들지만</a:t>
            </a:r>
            <a:endParaRPr lang="en-US" altLang="ko-KR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prstClr val="white"/>
              </a:solidFill>
              <a:latin typeface="페이퍼로지 5 Medium" pitchFamily="2" charset="-127"/>
              <a:ea typeface="페이퍼로지 5 Medium" pitchFamily="2" charset="-127"/>
            </a:endParaRPr>
          </a:p>
          <a:p>
            <a:pPr algn="ctr">
              <a:defRPr/>
            </a:pPr>
            <a:r>
              <a:rPr lang="ko-KR" altLang="en-US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prstClr val="white"/>
                </a:solidFill>
                <a:latin typeface="페이퍼로지 5 Medium" pitchFamily="2" charset="-127"/>
                <a:ea typeface="페이퍼로지 5 Medium" pitchFamily="2" charset="-127"/>
              </a:rPr>
              <a:t>그 다음에는 습관이 우리를 만든다</a:t>
            </a:r>
          </a:p>
        </p:txBody>
      </p:sp>
      <p:sp>
        <p:nvSpPr>
          <p:cNvPr id="3" name="화살표: 오른쪽 2">
            <a:extLst>
              <a:ext uri="{FF2B5EF4-FFF2-40B4-BE49-F238E27FC236}">
                <a16:creationId xmlns:a16="http://schemas.microsoft.com/office/drawing/2014/main" id="{6F580815-BA49-2FE9-0C7A-6E9856F07E8E}"/>
              </a:ext>
            </a:extLst>
          </p:cNvPr>
          <p:cNvSpPr/>
          <p:nvPr/>
        </p:nvSpPr>
        <p:spPr>
          <a:xfrm>
            <a:off x="954156" y="2616475"/>
            <a:ext cx="2175250" cy="144117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검정배경</a:t>
            </a:r>
            <a:r>
              <a:rPr kumimoji="0" lang="en-US" altLang="ko-K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+</a:t>
            </a:r>
            <a:r>
              <a: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글씨</a:t>
            </a:r>
          </a:p>
        </p:txBody>
      </p:sp>
    </p:spTree>
    <p:extLst>
      <p:ext uri="{BB962C8B-B14F-4D97-AF65-F5344CB8AC3E}">
        <p14:creationId xmlns:p14="http://schemas.microsoft.com/office/powerpoint/2010/main" val="468674971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>
        <p159:morph option="byChar"/>
      </p:transition>
    </mc:Choice>
    <mc:Fallback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ED37ED-B80B-039D-9101-A296CEB1BC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AEEA12AE-C203-4E9A-1514-9CEA9B23E8C7}"/>
              </a:ext>
            </a:extLst>
          </p:cNvPr>
          <p:cNvCxnSpPr>
            <a:cxnSpLocks/>
          </p:cNvCxnSpPr>
          <p:nvPr/>
        </p:nvCxnSpPr>
        <p:spPr>
          <a:xfrm>
            <a:off x="628650" y="914400"/>
            <a:ext cx="10934700" cy="0"/>
          </a:xfrm>
          <a:prstGeom prst="line">
            <a:avLst/>
          </a:prstGeom>
          <a:ln w="19050">
            <a:solidFill>
              <a:srgbClr val="E0833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574313CD-2A41-98FF-909F-EB18C381676E}"/>
              </a:ext>
            </a:extLst>
          </p:cNvPr>
          <p:cNvSpPr/>
          <p:nvPr/>
        </p:nvSpPr>
        <p:spPr>
          <a:xfrm>
            <a:off x="628649" y="1035130"/>
            <a:ext cx="10934702" cy="31854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※ </a:t>
            </a:r>
            <a:r>
              <a:rPr kumimoji="0" lang="ko-KR" altLang="en-US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방법은 맑은고딕 굵게 밖에 없긴 한다만</a:t>
            </a: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…</a:t>
            </a:r>
            <a:endParaRPr kumimoji="0" lang="ko-KR" altLang="en-US" sz="1200" b="0" i="0" u="none" strike="noStrike" kern="1200" cap="none" spc="0" normalizeH="0" baseline="0" noProof="0" dirty="0">
              <a:ln>
                <a:solidFill>
                  <a:srgbClr val="4472C4">
                    <a:alpha val="0"/>
                  </a:srgbClr>
                </a:solidFill>
              </a:ln>
              <a:solidFill>
                <a:srgbClr val="E7E6E6">
                  <a:lumMod val="10000"/>
                </a:srgbClr>
              </a:solidFill>
              <a:effectLst/>
              <a:uLnTx/>
              <a:uFillTx/>
              <a:latin typeface="G마켓 산스 TTF Medium" panose="02000000000000000000" pitchFamily="2" charset="-127"/>
              <a:ea typeface="G마켓 산스 TTF Medium" panose="02000000000000000000" pitchFamily="2" charset="-127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3725F78-F2FB-4501-D8EF-00595DB2BD45}"/>
              </a:ext>
            </a:extLst>
          </p:cNvPr>
          <p:cNvSpPr txBox="1"/>
          <p:nvPr/>
        </p:nvSpPr>
        <p:spPr>
          <a:xfrm>
            <a:off x="628650" y="274320"/>
            <a:ext cx="794448" cy="276999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>
            <a:defPPr>
              <a:defRPr lang="ko-KR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029D6D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029D6D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01. </a:t>
            </a:r>
            <a:r>
              <a:rPr kumimoji="0" lang="ko-KR" altLang="en-US" sz="1200" b="0" i="0" u="none" strike="noStrike" kern="1200" cap="none" spc="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029D6D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텍스트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A55C86C-01F0-5942-8E7A-FCF1E75506B0}"/>
              </a:ext>
            </a:extLst>
          </p:cNvPr>
          <p:cNvSpPr txBox="1"/>
          <p:nvPr/>
        </p:nvSpPr>
        <p:spPr>
          <a:xfrm>
            <a:off x="628649" y="513219"/>
            <a:ext cx="5724526" cy="369332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-50" normalizeH="0" baseline="0" noProof="0" dirty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FA6502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소제목 </a:t>
            </a:r>
            <a:r>
              <a:rPr kumimoji="0" lang="en-US" altLang="ko-KR" sz="1800" b="0" i="0" u="none" strike="noStrike" kern="1200" cap="none" spc="-50" normalizeH="0" baseline="0" noProof="0" dirty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FA6502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Case 1</a:t>
            </a:r>
            <a:r>
              <a:rPr kumimoji="0" lang="ko-KR" altLang="en-US" sz="1800" b="0" i="0" u="none" strike="noStrike" kern="1200" cap="none" spc="-50" normalizeH="0" baseline="0" noProof="0" dirty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FA6502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 </a:t>
            </a:r>
            <a:r>
              <a:rPr kumimoji="0" lang="en-US" altLang="ko-KR" sz="1800" b="0" i="0" u="none" strike="noStrike" kern="1200" cap="none" spc="-50" normalizeH="0" baseline="0" noProof="0" dirty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(</a:t>
            </a:r>
            <a:r>
              <a:rPr kumimoji="0" lang="ko-KR" altLang="en-US" sz="1800" b="0" i="0" u="none" strike="noStrike" kern="1200" cap="none" spc="-50" normalizeH="0" baseline="0" noProof="0" dirty="0" err="1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맑은고딕</a:t>
            </a:r>
            <a:r>
              <a:rPr kumimoji="0" lang="ko-KR" altLang="en-US" sz="1800" b="0" i="0" u="none" strike="noStrike" kern="1200" cap="none" spc="-50" normalizeH="0" baseline="0" noProof="0" dirty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 등 클래식 방식의 회사에서</a:t>
            </a:r>
            <a:r>
              <a:rPr kumimoji="0" lang="en-US" altLang="ko-KR" sz="1800" b="0" i="0" u="none" strike="noStrike" kern="1200" cap="none" spc="-50" normalizeH="0" baseline="0" noProof="0" dirty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)</a:t>
            </a:r>
          </a:p>
        </p:txBody>
      </p:sp>
      <p:pic>
        <p:nvPicPr>
          <p:cNvPr id="22" name="그래픽 21" descr="배지 체크 표시1 단색으로 채워진">
            <a:extLst>
              <a:ext uri="{FF2B5EF4-FFF2-40B4-BE49-F238E27FC236}">
                <a16:creationId xmlns:a16="http://schemas.microsoft.com/office/drawing/2014/main" id="{8829962C-DF90-164E-9359-E51121F0EA7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=""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>
          <a:xfrm>
            <a:off x="725789" y="2151243"/>
            <a:ext cx="199247" cy="199247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ABD2CCC3-53A5-1023-0679-A4F429793CD6}"/>
              </a:ext>
            </a:extLst>
          </p:cNvPr>
          <p:cNvSpPr txBox="1"/>
          <p:nvPr/>
        </p:nvSpPr>
        <p:spPr>
          <a:xfrm>
            <a:off x="887073" y="2128198"/>
            <a:ext cx="27860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1200" cap="none" spc="-10" normalizeH="0" baseline="0" noProof="0">
                <a:ln>
                  <a:solidFill>
                    <a:srgbClr val="4472C4">
                      <a:shade val="15000"/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나이스한 소제목은 체크박스로 때리고</a:t>
            </a:r>
            <a:endParaRPr kumimoji="0" lang="en-US" altLang="ko-KR" sz="1200" b="1" i="0" u="none" strike="noStrike" kern="1200" cap="none" spc="-10" normalizeH="0" baseline="0" noProof="0" dirty="0">
              <a:ln>
                <a:solidFill>
                  <a:srgbClr val="4472C4">
                    <a:shade val="15000"/>
                    <a:alpha val="0"/>
                  </a:srgbClr>
                </a:solidFill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C077D1D-B2D1-A83D-4CD7-13CF3882FDC8}"/>
              </a:ext>
            </a:extLst>
          </p:cNvPr>
          <p:cNvSpPr txBox="1"/>
          <p:nvPr/>
        </p:nvSpPr>
        <p:spPr>
          <a:xfrm>
            <a:off x="725789" y="2444007"/>
            <a:ext cx="3074848" cy="624275"/>
          </a:xfrm>
          <a:prstGeom prst="rect">
            <a:avLst/>
          </a:prstGeom>
          <a:noFill/>
        </p:spPr>
        <p:txBody>
          <a:bodyPr wrap="square" lIns="74677" tIns="37339" rIns="0" bIns="37339" rtlCol="0">
            <a:spAutoFit/>
          </a:bodyPr>
          <a:lstStyle>
            <a:defPPr>
              <a:defRPr lang="ko-KR"/>
            </a:defPPr>
            <a:lvl1pPr>
              <a:lnSpc>
                <a:spcPct val="100000"/>
              </a:lnSpc>
              <a:buSzPct val="120000"/>
              <a:tabLst>
                <a:tab pos="0" algn="l"/>
              </a:tabLst>
              <a:defRPr sz="1200" spc="-80">
                <a:gradFill>
                  <a:gsLst>
                    <a:gs pos="0">
                      <a:schemeClr val="tx1">
                        <a:lumMod val="65000"/>
                        <a:lumOff val="35000"/>
                      </a:schemeClr>
                    </a:gs>
                    <a:gs pos="100000">
                      <a:schemeClr val="tx1">
                        <a:lumMod val="65000"/>
                        <a:lumOff val="35000"/>
                      </a:schemeClr>
                    </a:gs>
                  </a:gsLst>
                  <a:lin ang="5400000" scaled="0"/>
                </a:gradFill>
                <a:latin typeface="Rix모던고딕 M" panose="02020603020101020101" pitchFamily="18" charset="-127"/>
                <a:ea typeface="Rix모던고딕 M" panose="02020603020101020101" pitchFamily="18" charset="-127"/>
              </a:defRPr>
            </a:lvl1pPr>
          </a:lstStyle>
          <a:p>
            <a:pPr marL="171450" marR="0" lvl="1" indent="-171450" algn="l" defTabSz="914400" rtl="0" eaLnBrk="1" fontAlgn="auto" latinLnBrk="1" hangingPunct="1">
              <a:lnSpc>
                <a:spcPct val="114000"/>
              </a:lnSpc>
              <a:spcBef>
                <a:spcPts val="300"/>
              </a:spcBef>
              <a:spcAft>
                <a:spcPts val="0"/>
              </a:spcAft>
              <a:buClrTx/>
              <a:buSzPct val="120000"/>
              <a:buFont typeface="Arial" panose="020B0604020202020204" pitchFamily="34" charset="0"/>
              <a:buChar char="•"/>
              <a:tabLst>
                <a:tab pos="0" algn="l"/>
              </a:tabLst>
              <a:defRPr/>
            </a:pPr>
            <a:r>
              <a:rPr kumimoji="1" lang="ko-KR" altLang="en-US" sz="1000" b="0" i="0" u="none" strike="noStrike" kern="1200" cap="none" spc="-20" normalizeH="0" baseline="0" noProof="0" dirty="0" err="1">
                <a:ln>
                  <a:noFill/>
                </a:ln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보조설명</a:t>
            </a:r>
            <a:r>
              <a:rPr kumimoji="1" lang="ko-KR" altLang="en-US" sz="1000" b="0" i="0" u="none" strike="noStrike" kern="1200" cap="none" spc="-20" normalizeH="0" baseline="0" noProof="0" dirty="0">
                <a:ln>
                  <a:noFill/>
                </a:ln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단위에서는 말머리로 </a:t>
            </a:r>
            <a:r>
              <a:rPr kumimoji="1" lang="ko-KR" altLang="en-US" sz="1000" b="0" i="0" u="none" strike="noStrike" kern="1200" cap="none" spc="-20" normalizeH="0" baseline="0" noProof="0" dirty="0" err="1">
                <a:ln>
                  <a:noFill/>
                </a:ln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쭈</a:t>
            </a:r>
            <a:r>
              <a:rPr kumimoji="1" lang="en-US" altLang="ko-KR" sz="1000" b="0" i="0" u="none" strike="noStrike" kern="1200" cap="none" spc="-20" normalizeH="0" baseline="0" noProof="0" dirty="0">
                <a:ln>
                  <a:noFill/>
                </a:ln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~</a:t>
            </a:r>
            <a:r>
              <a:rPr kumimoji="1" lang="ko-KR" altLang="en-US" sz="1000" b="0" i="0" u="none" strike="noStrike" kern="1200" cap="none" spc="-20" normalizeH="0" baseline="0" noProof="0" dirty="0">
                <a:ln>
                  <a:noFill/>
                </a:ln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욱 나열해주는</a:t>
            </a:r>
            <a:r>
              <a:rPr kumimoji="1" lang="en-US" altLang="ko-KR" sz="1000" b="0" i="0" u="none" strike="noStrike" kern="1200" cap="none" spc="-20" normalizeH="0" baseline="0" noProof="0" dirty="0">
                <a:ln>
                  <a:noFill/>
                </a:ln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/>
            </a:r>
            <a:br>
              <a:rPr kumimoji="1" lang="en-US" altLang="ko-KR" sz="1000" b="0" i="0" u="none" strike="noStrike" kern="1200" cap="none" spc="-20" normalizeH="0" baseline="0" noProof="0" dirty="0">
                <a:ln>
                  <a:noFill/>
                </a:ln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</a:br>
            <a:r>
              <a:rPr kumimoji="1" lang="ko-KR" altLang="en-US" sz="1000" b="0" i="0" u="none" strike="noStrike" kern="1200" cap="none" spc="-20" normalizeH="0" baseline="0" noProof="0" dirty="0">
                <a:ln>
                  <a:noFill/>
                </a:ln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느낌이 제일 </a:t>
            </a:r>
            <a:r>
              <a:rPr kumimoji="1" lang="ko-KR" altLang="en-US" sz="1000" b="0" i="0" u="none" strike="noStrike" kern="1200" cap="none" spc="-20" normalizeH="0" baseline="0" noProof="0" dirty="0" err="1">
                <a:ln>
                  <a:noFill/>
                </a:ln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나이스한</a:t>
            </a:r>
            <a:r>
              <a:rPr kumimoji="1" lang="ko-KR" altLang="en-US" sz="1000" b="0" i="0" u="none" strike="noStrike" kern="1200" cap="none" spc="-20" normalizeH="0" baseline="0" noProof="0" dirty="0">
                <a:ln>
                  <a:noFill/>
                </a:ln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kumimoji="1" lang="ko-KR" altLang="en-US" sz="1000" b="0" i="0" u="none" strike="noStrike" kern="1200" cap="none" spc="-20" normalizeH="0" baseline="0" noProof="0" dirty="0" err="1">
                <a:ln>
                  <a:noFill/>
                </a:ln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부분인거</a:t>
            </a:r>
            <a:r>
              <a:rPr kumimoji="1" lang="ko-KR" altLang="en-US" sz="1000" b="0" i="0" u="none" strike="noStrike" kern="1200" cap="none" spc="-20" normalizeH="0" baseline="0" noProof="0" dirty="0">
                <a:ln>
                  <a:noFill/>
                </a:ln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kumimoji="1" lang="en-US" altLang="ko-KR" sz="1000" b="0" i="0" u="none" strike="noStrike" kern="1200" cap="none" spc="-20" normalizeH="0" baseline="0" noProof="0" dirty="0">
                <a:ln>
                  <a:noFill/>
                </a:ln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RG?</a:t>
            </a:r>
          </a:p>
          <a:p>
            <a:pPr marL="171450" marR="0" lvl="1" indent="-171450" algn="l" defTabSz="914400" rtl="0" eaLnBrk="1" fontAlgn="auto" latinLnBrk="1" hangingPunct="1">
              <a:lnSpc>
                <a:spcPct val="114000"/>
              </a:lnSpc>
              <a:spcBef>
                <a:spcPts val="300"/>
              </a:spcBef>
              <a:spcAft>
                <a:spcPts val="0"/>
              </a:spcAft>
              <a:buClrTx/>
              <a:buSzPct val="120000"/>
              <a:buFont typeface="Arial" panose="020B0604020202020204" pitchFamily="34" charset="0"/>
              <a:buChar char="•"/>
              <a:tabLst>
                <a:tab pos="0" algn="l"/>
              </a:tabLst>
              <a:defRPr/>
            </a:pPr>
            <a:r>
              <a:rPr kumimoji="1" lang="ko-KR" altLang="en-US" sz="1000" b="0" i="0" u="none" strike="noStrike" kern="1200" cap="none" spc="-20" normalizeH="0" baseline="0" noProof="0" dirty="0" err="1">
                <a:ln>
                  <a:noFill/>
                </a:ln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보조설명</a:t>
            </a:r>
            <a:r>
              <a:rPr kumimoji="1" lang="ko-KR" altLang="en-US" sz="1000" b="0" i="0" u="none" strike="noStrike" kern="1200" cap="none" spc="-20" normalizeH="0" baseline="0" noProof="0" dirty="0">
                <a:ln>
                  <a:noFill/>
                </a:ln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단위에서는 말머리로 나열</a:t>
            </a:r>
            <a:endParaRPr kumimoji="1" lang="en-US" altLang="ko-KR" sz="1000" b="0" i="0" u="none" strike="noStrike" kern="1200" cap="none" spc="-20" normalizeH="0" baseline="0" noProof="0" dirty="0">
              <a:ln>
                <a:noFill/>
              </a:ln>
              <a:gradFill>
                <a:gsLst>
                  <a:gs pos="0">
                    <a:prstClr val="black">
                      <a:lumMod val="75000"/>
                      <a:lumOff val="25000"/>
                    </a:prstClr>
                  </a:gs>
                  <a:gs pos="100000">
                    <a:prstClr val="black">
                      <a:lumMod val="75000"/>
                      <a:lumOff val="25000"/>
                    </a:prstClr>
                  </a:gs>
                </a:gsLst>
                <a:lin ang="5400000" scaled="0"/>
              </a:gra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730AE69-A100-8559-072A-25CF50B6D408}"/>
              </a:ext>
            </a:extLst>
          </p:cNvPr>
          <p:cNvSpPr txBox="1"/>
          <p:nvPr/>
        </p:nvSpPr>
        <p:spPr>
          <a:xfrm>
            <a:off x="4353702" y="2128198"/>
            <a:ext cx="2441694" cy="276999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5195"/>
              </a:buClr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1200" cap="none" spc="-10" normalizeH="0" baseline="0" noProof="0">
                <a:ln>
                  <a:solidFill>
                    <a:srgbClr val="4472C4">
                      <a:shade val="15000"/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맑은고딕 소제목 앞에 짝때기 공격</a:t>
            </a:r>
            <a:endParaRPr kumimoji="0" lang="en-US" altLang="ko-KR" sz="1200" b="1" i="0" u="none" strike="noStrike" kern="1200" cap="none" spc="-10" normalizeH="0" baseline="0" noProof="0" dirty="0">
              <a:ln>
                <a:solidFill>
                  <a:srgbClr val="4472C4">
                    <a:shade val="15000"/>
                    <a:alpha val="0"/>
                  </a:srgbClr>
                </a:solidFill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91E8C8E-2E83-CB87-BE87-7B39E7822F58}"/>
              </a:ext>
            </a:extLst>
          </p:cNvPr>
          <p:cNvSpPr txBox="1"/>
          <p:nvPr/>
        </p:nvSpPr>
        <p:spPr>
          <a:xfrm>
            <a:off x="4192187" y="2444007"/>
            <a:ext cx="3074848" cy="624275"/>
          </a:xfrm>
          <a:prstGeom prst="rect">
            <a:avLst/>
          </a:prstGeom>
          <a:noFill/>
        </p:spPr>
        <p:txBody>
          <a:bodyPr wrap="square" lIns="74677" tIns="37339" rIns="0" bIns="37339" rtlCol="0">
            <a:spAutoFit/>
          </a:bodyPr>
          <a:lstStyle>
            <a:defPPr>
              <a:defRPr lang="ko-KR"/>
            </a:defPPr>
            <a:lvl1pPr>
              <a:lnSpc>
                <a:spcPct val="100000"/>
              </a:lnSpc>
              <a:buSzPct val="120000"/>
              <a:tabLst>
                <a:tab pos="0" algn="l"/>
              </a:tabLst>
              <a:defRPr sz="1200" spc="-80">
                <a:gradFill>
                  <a:gsLst>
                    <a:gs pos="0">
                      <a:schemeClr val="tx1">
                        <a:lumMod val="65000"/>
                        <a:lumOff val="35000"/>
                      </a:schemeClr>
                    </a:gs>
                    <a:gs pos="100000">
                      <a:schemeClr val="tx1">
                        <a:lumMod val="65000"/>
                        <a:lumOff val="35000"/>
                      </a:schemeClr>
                    </a:gs>
                  </a:gsLst>
                  <a:lin ang="5400000" scaled="0"/>
                </a:gradFill>
                <a:latin typeface="Rix모던고딕 M" panose="02020603020101020101" pitchFamily="18" charset="-127"/>
                <a:ea typeface="Rix모던고딕 M" panose="02020603020101020101" pitchFamily="18" charset="-127"/>
              </a:defRPr>
            </a:lvl1pPr>
          </a:lstStyle>
          <a:p>
            <a:pPr marL="171450" marR="0" lvl="1" indent="-171450" algn="l" defTabSz="914400" rtl="0" eaLnBrk="1" fontAlgn="auto" latinLnBrk="1" hangingPunct="1">
              <a:lnSpc>
                <a:spcPct val="114000"/>
              </a:lnSpc>
              <a:spcBef>
                <a:spcPts val="300"/>
              </a:spcBef>
              <a:spcAft>
                <a:spcPts val="0"/>
              </a:spcAft>
              <a:buClrTx/>
              <a:buSzPct val="120000"/>
              <a:buFont typeface="Arial" panose="020B0604020202020204" pitchFamily="34" charset="0"/>
              <a:buChar char="•"/>
              <a:tabLst>
                <a:tab pos="0" algn="l"/>
              </a:tabLst>
              <a:defRPr/>
            </a:pPr>
            <a:r>
              <a:rPr kumimoji="1" lang="ko-KR" altLang="en-US" sz="1000" b="0" i="0" u="none" strike="noStrike" kern="1200" cap="none" spc="-20" normalizeH="0" baseline="0" noProof="0">
                <a:ln>
                  <a:noFill/>
                </a:ln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보조설명 단위에서는 말머리로 쭈</a:t>
            </a:r>
            <a:r>
              <a:rPr kumimoji="1" lang="en-US" altLang="ko-KR" sz="1000" b="0" i="0" u="none" strike="noStrike" kern="1200" cap="none" spc="-20" normalizeH="0" baseline="0" noProof="0">
                <a:ln>
                  <a:noFill/>
                </a:ln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~</a:t>
            </a:r>
            <a:r>
              <a:rPr kumimoji="1" lang="ko-KR" altLang="en-US" sz="1000" b="0" i="0" u="none" strike="noStrike" kern="1200" cap="none" spc="-20" normalizeH="0" baseline="0" noProof="0">
                <a:ln>
                  <a:noFill/>
                </a:ln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욱 나열해주는</a:t>
            </a:r>
            <a:r>
              <a:rPr kumimoji="1" lang="en-US" altLang="ko-KR" sz="1000" b="0" i="0" u="none" strike="noStrike" kern="1200" cap="none" spc="-20" normalizeH="0" baseline="0" noProof="0">
                <a:ln>
                  <a:noFill/>
                </a:ln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/>
            </a:r>
            <a:br>
              <a:rPr kumimoji="1" lang="en-US" altLang="ko-KR" sz="1000" b="0" i="0" u="none" strike="noStrike" kern="1200" cap="none" spc="-20" normalizeH="0" baseline="0" noProof="0">
                <a:ln>
                  <a:noFill/>
                </a:ln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</a:br>
            <a:r>
              <a:rPr kumimoji="1" lang="ko-KR" altLang="en-US" sz="1000" b="0" i="0" u="none" strike="noStrike" kern="1200" cap="none" spc="-20" normalizeH="0" baseline="0" noProof="0">
                <a:ln>
                  <a:noFill/>
                </a:ln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느낌이 제일 나이스한 부분인거 </a:t>
            </a:r>
            <a:r>
              <a:rPr kumimoji="1" lang="en-US" altLang="ko-KR" sz="1000" b="0" i="0" u="none" strike="noStrike" kern="1200" cap="none" spc="-20" normalizeH="0" baseline="0" noProof="0">
                <a:ln>
                  <a:noFill/>
                </a:ln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RG?</a:t>
            </a:r>
          </a:p>
          <a:p>
            <a:pPr marL="171450" marR="0" lvl="1" indent="-171450" algn="l" defTabSz="914400" rtl="0" eaLnBrk="1" fontAlgn="auto" latinLnBrk="1" hangingPunct="1">
              <a:lnSpc>
                <a:spcPct val="114000"/>
              </a:lnSpc>
              <a:spcBef>
                <a:spcPts val="300"/>
              </a:spcBef>
              <a:spcAft>
                <a:spcPts val="0"/>
              </a:spcAft>
              <a:buClrTx/>
              <a:buSzPct val="120000"/>
              <a:buFont typeface="Arial" panose="020B0604020202020204" pitchFamily="34" charset="0"/>
              <a:buChar char="•"/>
              <a:tabLst>
                <a:tab pos="0" algn="l"/>
              </a:tabLst>
              <a:defRPr/>
            </a:pPr>
            <a:r>
              <a:rPr kumimoji="1" lang="ko-KR" altLang="en-US" sz="1000" b="0" i="0" u="none" strike="noStrike" kern="1200" cap="none" spc="-20" normalizeH="0" baseline="0" noProof="0">
                <a:ln>
                  <a:noFill/>
                </a:ln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보조설명 단위에서는 말머리로 나열</a:t>
            </a:r>
            <a:endParaRPr kumimoji="1" lang="en-US" altLang="ko-KR" sz="1000" b="0" i="0" u="none" strike="noStrike" kern="1200" cap="none" spc="-20" normalizeH="0" baseline="0" noProof="0">
              <a:ln>
                <a:noFill/>
              </a:ln>
              <a:gradFill>
                <a:gsLst>
                  <a:gs pos="0">
                    <a:prstClr val="black">
                      <a:lumMod val="75000"/>
                      <a:lumOff val="25000"/>
                    </a:prstClr>
                  </a:gs>
                  <a:gs pos="100000">
                    <a:prstClr val="black">
                      <a:lumMod val="75000"/>
                      <a:lumOff val="25000"/>
                    </a:prstClr>
                  </a:gs>
                </a:gsLst>
                <a:lin ang="5400000" scaled="0"/>
              </a:gra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109A635-B99F-3D06-71D9-6ECF025C5D13}"/>
              </a:ext>
            </a:extLst>
          </p:cNvPr>
          <p:cNvSpPr txBox="1"/>
          <p:nvPr/>
        </p:nvSpPr>
        <p:spPr>
          <a:xfrm>
            <a:off x="7658585" y="2531840"/>
            <a:ext cx="3074848" cy="1013613"/>
          </a:xfrm>
          <a:prstGeom prst="rect">
            <a:avLst/>
          </a:prstGeom>
          <a:noFill/>
        </p:spPr>
        <p:txBody>
          <a:bodyPr wrap="square" lIns="74677" tIns="37339" rIns="0" bIns="37339" rtlCol="0">
            <a:spAutoFit/>
          </a:bodyPr>
          <a:lstStyle>
            <a:defPPr>
              <a:defRPr lang="ko-KR"/>
            </a:defPPr>
            <a:lvl1pPr>
              <a:lnSpc>
                <a:spcPct val="100000"/>
              </a:lnSpc>
              <a:buSzPct val="120000"/>
              <a:tabLst>
                <a:tab pos="0" algn="l"/>
              </a:tabLst>
              <a:defRPr sz="1200" spc="-80">
                <a:gradFill>
                  <a:gsLst>
                    <a:gs pos="0">
                      <a:schemeClr val="tx1">
                        <a:lumMod val="65000"/>
                        <a:lumOff val="35000"/>
                      </a:schemeClr>
                    </a:gs>
                    <a:gs pos="100000">
                      <a:schemeClr val="tx1">
                        <a:lumMod val="65000"/>
                        <a:lumOff val="35000"/>
                      </a:schemeClr>
                    </a:gs>
                  </a:gsLst>
                  <a:lin ang="5400000" scaled="0"/>
                </a:gradFill>
                <a:latin typeface="Rix모던고딕 M" panose="02020603020101020101" pitchFamily="18" charset="-127"/>
                <a:ea typeface="Rix모던고딕 M" panose="02020603020101020101" pitchFamily="18" charset="-127"/>
              </a:defRPr>
            </a:lvl1pPr>
          </a:lstStyle>
          <a:p>
            <a:pPr marL="171450" marR="0" lvl="1" indent="-171450" algn="l" defTabSz="914400" rtl="0" eaLnBrk="1" fontAlgn="auto" latinLnBrk="1" hangingPunct="1">
              <a:lnSpc>
                <a:spcPct val="114000"/>
              </a:lnSpc>
              <a:spcBef>
                <a:spcPts val="300"/>
              </a:spcBef>
              <a:spcAft>
                <a:spcPts val="0"/>
              </a:spcAft>
              <a:buClrTx/>
              <a:buSzPct val="120000"/>
              <a:buFont typeface="Arial" panose="020B0604020202020204" pitchFamily="34" charset="0"/>
              <a:buChar char="•"/>
              <a:tabLst>
                <a:tab pos="0" algn="l"/>
              </a:tabLst>
              <a:defRPr/>
            </a:pPr>
            <a:r>
              <a:rPr kumimoji="1" lang="ko-KR" altLang="en-US" sz="1000" b="0" i="0" u="none" strike="noStrike" kern="1200" cap="none" spc="-20" normalizeH="0" baseline="0" noProof="0">
                <a:ln>
                  <a:noFill/>
                </a:ln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보조설명 단위에서는 말머리로 쭈</a:t>
            </a:r>
            <a:r>
              <a:rPr kumimoji="1" lang="en-US" altLang="ko-KR" sz="1000" b="0" i="0" u="none" strike="noStrike" kern="1200" cap="none" spc="-20" normalizeH="0" baseline="0" noProof="0">
                <a:ln>
                  <a:noFill/>
                </a:ln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~</a:t>
            </a:r>
            <a:r>
              <a:rPr kumimoji="1" lang="ko-KR" altLang="en-US" sz="1000" b="0" i="0" u="none" strike="noStrike" kern="1200" cap="none" spc="-20" normalizeH="0" baseline="0" noProof="0">
                <a:ln>
                  <a:noFill/>
                </a:ln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욱 나열해주는</a:t>
            </a:r>
            <a:r>
              <a:rPr kumimoji="1" lang="en-US" altLang="ko-KR" sz="1000" b="0" i="0" u="none" strike="noStrike" kern="1200" cap="none" spc="-20" normalizeH="0" baseline="0" noProof="0">
                <a:ln>
                  <a:noFill/>
                </a:ln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/>
            </a:r>
            <a:br>
              <a:rPr kumimoji="1" lang="en-US" altLang="ko-KR" sz="1000" b="0" i="0" u="none" strike="noStrike" kern="1200" cap="none" spc="-20" normalizeH="0" baseline="0" noProof="0">
                <a:ln>
                  <a:noFill/>
                </a:ln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</a:br>
            <a:r>
              <a:rPr kumimoji="1" lang="ko-KR" altLang="en-US" sz="1000" b="0" i="0" u="none" strike="noStrike" kern="1200" cap="none" spc="-20" normalizeH="0" baseline="0" noProof="0">
                <a:ln>
                  <a:noFill/>
                </a:ln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느낌이 제일 나이스한 부분인거 </a:t>
            </a:r>
            <a:r>
              <a:rPr kumimoji="1" lang="en-US" altLang="ko-KR" sz="1000" b="0" i="0" u="none" strike="noStrike" kern="1200" cap="none" spc="-20" normalizeH="0" baseline="0" noProof="0">
                <a:ln>
                  <a:noFill/>
                </a:ln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RG?</a:t>
            </a:r>
          </a:p>
          <a:p>
            <a:pPr marL="171450" marR="0" lvl="1" indent="-171450" algn="l" defTabSz="914400" rtl="0" eaLnBrk="1" fontAlgn="auto" latinLnBrk="1" hangingPunct="1">
              <a:lnSpc>
                <a:spcPct val="114000"/>
              </a:lnSpc>
              <a:spcBef>
                <a:spcPts val="300"/>
              </a:spcBef>
              <a:spcAft>
                <a:spcPts val="0"/>
              </a:spcAft>
              <a:buClrTx/>
              <a:buSzPct val="120000"/>
              <a:buFont typeface="Arial" panose="020B0604020202020204" pitchFamily="34" charset="0"/>
              <a:buChar char="•"/>
              <a:tabLst>
                <a:tab pos="0" algn="l"/>
              </a:tabLst>
              <a:defRPr/>
            </a:pPr>
            <a:r>
              <a:rPr kumimoji="1" lang="ko-KR" altLang="en-US" sz="1000" b="0" i="0" u="none" strike="noStrike" kern="1200" cap="none" spc="-20" normalizeH="0" baseline="0" noProof="0">
                <a:ln>
                  <a:noFill/>
                </a:ln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보조설명 단위에서는 말머리로 나열</a:t>
            </a:r>
            <a:endParaRPr kumimoji="1" lang="en-US" altLang="ko-KR" sz="1000" b="0" i="0" u="none" strike="noStrike" kern="1200" cap="none" spc="-20" normalizeH="0" baseline="0" noProof="0">
              <a:ln>
                <a:noFill/>
              </a:ln>
              <a:gradFill>
                <a:gsLst>
                  <a:gs pos="0">
                    <a:prstClr val="black">
                      <a:lumMod val="75000"/>
                      <a:lumOff val="25000"/>
                    </a:prstClr>
                  </a:gs>
                  <a:gs pos="100000">
                    <a:prstClr val="black">
                      <a:lumMod val="75000"/>
                      <a:lumOff val="25000"/>
                    </a:prstClr>
                  </a:gs>
                </a:gsLst>
                <a:lin ang="5400000" scaled="0"/>
              </a:gra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171450" marR="0" lvl="1" indent="-171450" algn="l" defTabSz="914400" rtl="0" eaLnBrk="1" fontAlgn="auto" latinLnBrk="1" hangingPunct="1">
              <a:lnSpc>
                <a:spcPct val="114000"/>
              </a:lnSpc>
              <a:spcBef>
                <a:spcPts val="300"/>
              </a:spcBef>
              <a:spcAft>
                <a:spcPts val="0"/>
              </a:spcAft>
              <a:buClrTx/>
              <a:buSzPct val="120000"/>
              <a:buFont typeface="Arial" panose="020B0604020202020204" pitchFamily="34" charset="0"/>
              <a:buChar char="•"/>
              <a:tabLst>
                <a:tab pos="0" algn="l"/>
              </a:tabLst>
              <a:defRPr/>
            </a:pPr>
            <a:r>
              <a:rPr kumimoji="1" lang="ko-KR" altLang="en-US" sz="1000" b="0" i="0" u="none" strike="noStrike" kern="1200" cap="none" spc="-20" normalizeH="0" baseline="0" noProof="0">
                <a:ln>
                  <a:noFill/>
                </a:ln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보조설명 단위에서는 말머리로 쭈</a:t>
            </a:r>
            <a:r>
              <a:rPr kumimoji="1" lang="en-US" altLang="ko-KR" sz="1000" b="0" i="0" u="none" strike="noStrike" kern="1200" cap="none" spc="-20" normalizeH="0" baseline="0" noProof="0">
                <a:ln>
                  <a:noFill/>
                </a:ln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~</a:t>
            </a:r>
            <a:r>
              <a:rPr kumimoji="1" lang="ko-KR" altLang="en-US" sz="1000" b="0" i="0" u="none" strike="noStrike" kern="1200" cap="none" spc="-20" normalizeH="0" baseline="0" noProof="0">
                <a:ln>
                  <a:noFill/>
                </a:ln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욱 나열해주는</a:t>
            </a:r>
            <a:r>
              <a:rPr kumimoji="1" lang="en-US" altLang="ko-KR" sz="1000" b="0" i="0" u="none" strike="noStrike" kern="1200" cap="none" spc="-20" normalizeH="0" baseline="0" noProof="0">
                <a:ln>
                  <a:noFill/>
                </a:ln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/>
            </a:r>
            <a:br>
              <a:rPr kumimoji="1" lang="en-US" altLang="ko-KR" sz="1000" b="0" i="0" u="none" strike="noStrike" kern="1200" cap="none" spc="-20" normalizeH="0" baseline="0" noProof="0">
                <a:ln>
                  <a:noFill/>
                </a:ln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</a:br>
            <a:r>
              <a:rPr kumimoji="1" lang="ko-KR" altLang="en-US" sz="1000" b="0" i="0" u="none" strike="noStrike" kern="1200" cap="none" spc="-20" normalizeH="0" baseline="0" noProof="0">
                <a:ln>
                  <a:noFill/>
                </a:ln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느낌이 제일 나이스한 부분인거 </a:t>
            </a:r>
            <a:r>
              <a:rPr kumimoji="1" lang="en-US" altLang="ko-KR" sz="1000" b="0" i="0" u="none" strike="noStrike" kern="1200" cap="none" spc="-20" normalizeH="0" baseline="0" noProof="0">
                <a:ln>
                  <a:noFill/>
                </a:ln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RG?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4C1DF228-3776-9BF2-B6EF-BE8517E37DEC}"/>
              </a:ext>
            </a:extLst>
          </p:cNvPr>
          <p:cNvSpPr/>
          <p:nvPr/>
        </p:nvSpPr>
        <p:spPr>
          <a:xfrm>
            <a:off x="7658585" y="2128198"/>
            <a:ext cx="3056705" cy="315311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1200" cap="none" spc="-10" normalizeH="0" baseline="0" noProof="0">
                <a:ln>
                  <a:solidFill>
                    <a:srgbClr val="4472C4">
                      <a:shade val="15000"/>
                      <a:alpha val="0"/>
                    </a:srgbClr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로고색깔 네모박스 색채운 도형 소제목</a:t>
            </a:r>
          </a:p>
        </p:txBody>
      </p:sp>
      <p:pic>
        <p:nvPicPr>
          <p:cNvPr id="2" name="그림 1" descr="클립아트, 만화 영화, 상징이(가) 표시된 사진&#10;&#10;자동 생성된 설명">
            <a:extLst>
              <a:ext uri="{FF2B5EF4-FFF2-40B4-BE49-F238E27FC236}">
                <a16:creationId xmlns:a16="http://schemas.microsoft.com/office/drawing/2014/main" id="{960403BA-485E-9DD5-3EAC-FA78C1E00D00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09532" y="339853"/>
            <a:ext cx="453817" cy="453817"/>
          </a:xfrm>
          <a:prstGeom prst="rect">
            <a:avLst/>
          </a:prstGeom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69B5460E-5099-E289-9256-898932D30AB8}"/>
              </a:ext>
            </a:extLst>
          </p:cNvPr>
          <p:cNvSpPr/>
          <p:nvPr/>
        </p:nvSpPr>
        <p:spPr>
          <a:xfrm>
            <a:off x="4229453" y="2174082"/>
            <a:ext cx="45719" cy="180975"/>
          </a:xfrm>
          <a:prstGeom prst="rect">
            <a:avLst/>
          </a:prstGeom>
          <a:solidFill>
            <a:srgbClr val="F851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01279911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>
        <p159:morph option="byChar"/>
      </p:transition>
    </mc:Choice>
    <mc:Fallback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770A250-91AA-D00D-DEA7-67D5541FD3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7DB46500-FF11-F4AF-3751-B6FFD0467F5A}"/>
              </a:ext>
            </a:extLst>
          </p:cNvPr>
          <p:cNvCxnSpPr>
            <a:cxnSpLocks/>
          </p:cNvCxnSpPr>
          <p:nvPr/>
        </p:nvCxnSpPr>
        <p:spPr>
          <a:xfrm>
            <a:off x="628650" y="914400"/>
            <a:ext cx="10934700" cy="0"/>
          </a:xfrm>
          <a:prstGeom prst="line">
            <a:avLst/>
          </a:prstGeom>
          <a:ln w="19050">
            <a:solidFill>
              <a:srgbClr val="E0833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3A3975A-E76C-A693-75FD-EEA3E1EEDDC2}"/>
              </a:ext>
            </a:extLst>
          </p:cNvPr>
          <p:cNvSpPr/>
          <p:nvPr/>
        </p:nvSpPr>
        <p:spPr>
          <a:xfrm>
            <a:off x="628649" y="1035130"/>
            <a:ext cx="10934702" cy="31854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※ </a:t>
            </a:r>
            <a:r>
              <a:rPr kumimoji="0" lang="ko-KR" altLang="en-US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프로젝트 바뀔 때마다</a:t>
            </a: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, </a:t>
            </a:r>
            <a:r>
              <a:rPr kumimoji="0" lang="ko-KR" altLang="en-US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슬라이드에 정보의 위계가 여러 개일 때</a:t>
            </a: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 </a:t>
            </a:r>
            <a:r>
              <a:rPr kumimoji="0" lang="ko-KR" altLang="en-US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이 중에서 돌려막기</a:t>
            </a:r>
            <a:endParaRPr kumimoji="0" lang="ko-KR" altLang="en-US" sz="1200" b="0" i="0" u="none" strike="noStrike" kern="1200" cap="none" spc="0" normalizeH="0" baseline="0" noProof="0" dirty="0">
              <a:ln>
                <a:solidFill>
                  <a:srgbClr val="4472C4">
                    <a:alpha val="0"/>
                  </a:srgbClr>
                </a:solidFill>
              </a:ln>
              <a:solidFill>
                <a:srgbClr val="E7E6E6">
                  <a:lumMod val="10000"/>
                </a:srgbClr>
              </a:solidFill>
              <a:effectLst/>
              <a:uLnTx/>
              <a:uFillTx/>
              <a:latin typeface="G마켓 산스 TTF Medium" panose="02000000000000000000" pitchFamily="2" charset="-127"/>
              <a:ea typeface="G마켓 산스 TTF Medium" panose="02000000000000000000" pitchFamily="2" charset="-127"/>
              <a:cs typeface="+mn-cs"/>
            </a:endParaRPr>
          </a:p>
        </p:txBody>
      </p:sp>
      <p:pic>
        <p:nvPicPr>
          <p:cNvPr id="26" name="그림 25" descr="클립아트, 만화 영화, 상징이(가) 표시된 사진&#10;&#10;자동 생성된 설명">
            <a:extLst>
              <a:ext uri="{FF2B5EF4-FFF2-40B4-BE49-F238E27FC236}">
                <a16:creationId xmlns:a16="http://schemas.microsoft.com/office/drawing/2014/main" id="{90126CA4-AC4D-A670-73E1-DF7F06976070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09532" y="339853"/>
            <a:ext cx="453817" cy="453817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AB8EDC31-7B41-EB1B-A317-5C99C550B87A}"/>
              </a:ext>
            </a:extLst>
          </p:cNvPr>
          <p:cNvSpPr txBox="1"/>
          <p:nvPr/>
        </p:nvSpPr>
        <p:spPr>
          <a:xfrm>
            <a:off x="628650" y="274320"/>
            <a:ext cx="794448" cy="276999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>
            <a:defPPr>
              <a:defRPr lang="ko-KR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029D6D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029D6D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01. </a:t>
            </a:r>
            <a:r>
              <a:rPr kumimoji="0" lang="ko-KR" altLang="en-US" sz="1200" b="0" i="0" u="none" strike="noStrike" kern="1200" cap="none" spc="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029D6D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텍스트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2DACE57-7EBE-9309-1BE7-5B04A511C84B}"/>
              </a:ext>
            </a:extLst>
          </p:cNvPr>
          <p:cNvSpPr txBox="1"/>
          <p:nvPr/>
        </p:nvSpPr>
        <p:spPr>
          <a:xfrm>
            <a:off x="628649" y="513219"/>
            <a:ext cx="5724526" cy="369332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-5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까리뽕쌈한 </a:t>
            </a:r>
            <a:r>
              <a:rPr kumimoji="0" lang="ko-KR" altLang="en-US" sz="1800" b="0" i="0" u="none" strike="noStrike" kern="1200" cap="none" spc="-5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FA6502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소제목</a:t>
            </a:r>
            <a:r>
              <a:rPr kumimoji="0" lang="ko-KR" altLang="en-US" sz="1800" b="0" i="0" u="none" strike="noStrike" kern="1200" cap="none" spc="-5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으로 팀장님한테 </a:t>
            </a:r>
            <a:r>
              <a:rPr kumimoji="0" lang="ko-KR" altLang="en-US" sz="1800" b="0" i="0" u="none" strike="noStrike" kern="1200" cap="none" spc="-5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FA6502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쿠사리 안먹기  </a:t>
            </a:r>
            <a:endParaRPr kumimoji="0" lang="en-US" altLang="ko-KR" sz="1800" b="0" i="0" u="none" strike="noStrike" kern="1200" cap="none" spc="-50" normalizeH="0" baseline="0" noProof="0">
              <a:ln>
                <a:solidFill>
                  <a:srgbClr val="FF0000">
                    <a:alpha val="0"/>
                  </a:srgbClr>
                </a:solidFill>
              </a:ln>
              <a:solidFill>
                <a:srgbClr val="FA6502"/>
              </a:solidFill>
              <a:effectLst/>
              <a:uLnTx/>
              <a:uFillTx/>
              <a:latin typeface="G마켓 산스 TTF Bold" panose="02000000000000000000" pitchFamily="2" charset="-127"/>
              <a:ea typeface="G마켓 산스 TTF Bold" panose="02000000000000000000" pitchFamily="2" charset="-127"/>
              <a:cs typeface="+mn-cs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4569B78-B2E3-3C11-0C47-B542B5E12C27}"/>
              </a:ext>
            </a:extLst>
          </p:cNvPr>
          <p:cNvSpPr/>
          <p:nvPr/>
        </p:nvSpPr>
        <p:spPr>
          <a:xfrm>
            <a:off x="5405321" y="2045019"/>
            <a:ext cx="2442651" cy="1378126"/>
          </a:xfrm>
          <a:prstGeom prst="rect">
            <a:avLst/>
          </a:prstGeom>
          <a:solidFill>
            <a:schemeClr val="bg2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solidFill>
                  <a:prstClr val="black">
                    <a:alpha val="0"/>
                  </a:prstClr>
                </a:solidFill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2AEFC9-A999-4781-2F9F-86EF4006638A}"/>
              </a:ext>
            </a:extLst>
          </p:cNvPr>
          <p:cNvSpPr txBox="1"/>
          <p:nvPr/>
        </p:nvSpPr>
        <p:spPr>
          <a:xfrm>
            <a:off x="2038066" y="3834129"/>
            <a:ext cx="3836564" cy="369332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 err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나이스한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 제목을 입력해라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963B96F-4980-3ADB-6298-07B32907A2BE}"/>
              </a:ext>
            </a:extLst>
          </p:cNvPr>
          <p:cNvSpPr/>
          <p:nvPr/>
        </p:nvSpPr>
        <p:spPr>
          <a:xfrm>
            <a:off x="326027" y="4507906"/>
            <a:ext cx="4555075" cy="389659"/>
          </a:xfrm>
          <a:prstGeom prst="rect">
            <a:avLst/>
          </a:prstGeom>
          <a:gradFill>
            <a:gsLst>
              <a:gs pos="0">
                <a:srgbClr val="1B5AB3"/>
              </a:gs>
              <a:gs pos="100000">
                <a:srgbClr val="003F8D"/>
              </a:gs>
            </a:gsLst>
            <a:lin ang="8100000" scaled="0"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138E74FA-3286-6F2E-8E06-11F9AB387A2F}"/>
              </a:ext>
            </a:extLst>
          </p:cNvPr>
          <p:cNvSpPr/>
          <p:nvPr/>
        </p:nvSpPr>
        <p:spPr>
          <a:xfrm>
            <a:off x="5409759" y="1654780"/>
            <a:ext cx="37637" cy="185818"/>
          </a:xfrm>
          <a:prstGeom prst="rect">
            <a:avLst/>
          </a:prstGeom>
          <a:solidFill>
            <a:srgbClr val="4B47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5CDBF8E-6A4C-6257-172A-53C2863FF10B}"/>
              </a:ext>
            </a:extLst>
          </p:cNvPr>
          <p:cNvSpPr txBox="1"/>
          <p:nvPr/>
        </p:nvSpPr>
        <p:spPr>
          <a:xfrm>
            <a:off x="5533481" y="1604116"/>
            <a:ext cx="2052049" cy="307777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제목은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14~18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느낌</a:t>
            </a:r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A0C9EB7C-775E-B87B-644C-AC3E486386E8}"/>
              </a:ext>
            </a:extLst>
          </p:cNvPr>
          <p:cNvGrpSpPr/>
          <p:nvPr/>
        </p:nvGrpSpPr>
        <p:grpSpPr>
          <a:xfrm>
            <a:off x="5167259" y="3834772"/>
            <a:ext cx="259112" cy="250420"/>
            <a:chOff x="4074317" y="2246221"/>
            <a:chExt cx="314328" cy="303784"/>
          </a:xfrm>
        </p:grpSpPr>
        <p:sp>
          <p:nvSpPr>
            <p:cNvPr id="33" name="사각형: 둥근 대각선 방향 모서리 32">
              <a:extLst>
                <a:ext uri="{FF2B5EF4-FFF2-40B4-BE49-F238E27FC236}">
                  <a16:creationId xmlns:a16="http://schemas.microsoft.com/office/drawing/2014/main" id="{037B949B-61D5-77BD-27E3-841FDA918800}"/>
                </a:ext>
              </a:extLst>
            </p:cNvPr>
            <p:cNvSpPr/>
            <p:nvPr/>
          </p:nvSpPr>
          <p:spPr>
            <a:xfrm>
              <a:off x="4074317" y="2246221"/>
              <a:ext cx="314328" cy="303784"/>
            </a:xfrm>
            <a:prstGeom prst="round2DiagRect">
              <a:avLst/>
            </a:prstGeom>
            <a:solidFill>
              <a:srgbClr val="4B47D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34" name="L 도형 33">
              <a:extLst>
                <a:ext uri="{FF2B5EF4-FFF2-40B4-BE49-F238E27FC236}">
                  <a16:creationId xmlns:a16="http://schemas.microsoft.com/office/drawing/2014/main" id="{F32CB463-0A45-C0F3-2DC2-71A778A98B00}"/>
                </a:ext>
              </a:extLst>
            </p:cNvPr>
            <p:cNvSpPr/>
            <p:nvPr/>
          </p:nvSpPr>
          <p:spPr>
            <a:xfrm rot="13500000">
              <a:off x="4140454" y="2330898"/>
              <a:ext cx="134430" cy="134430"/>
            </a:xfrm>
            <a:prstGeom prst="corner">
              <a:avLst>
                <a:gd name="adj1" fmla="val 36371"/>
                <a:gd name="adj2" fmla="val 39543"/>
              </a:avLst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4C912653-D971-EE90-44E3-2EF603D7DE13}"/>
              </a:ext>
            </a:extLst>
          </p:cNvPr>
          <p:cNvSpPr txBox="1"/>
          <p:nvPr/>
        </p:nvSpPr>
        <p:spPr>
          <a:xfrm>
            <a:off x="5533481" y="3815747"/>
            <a:ext cx="2052049" cy="307777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제목은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14~18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느낌</a:t>
            </a:r>
          </a:p>
        </p:txBody>
      </p:sp>
      <p:sp>
        <p:nvSpPr>
          <p:cNvPr id="36" name="자유형: 도형 35">
            <a:extLst>
              <a:ext uri="{FF2B5EF4-FFF2-40B4-BE49-F238E27FC236}">
                <a16:creationId xmlns:a16="http://schemas.microsoft.com/office/drawing/2014/main" id="{20210617-9B2B-AC84-95CB-DE4070B3C464}"/>
              </a:ext>
            </a:extLst>
          </p:cNvPr>
          <p:cNvSpPr/>
          <p:nvPr/>
        </p:nvSpPr>
        <p:spPr>
          <a:xfrm>
            <a:off x="1343065" y="3834129"/>
            <a:ext cx="575679" cy="330644"/>
          </a:xfrm>
          <a:custGeom>
            <a:avLst/>
            <a:gdLst>
              <a:gd name="connsiteX0" fmla="*/ 0 w 910970"/>
              <a:gd name="connsiteY0" fmla="*/ 0 h 523220"/>
              <a:gd name="connsiteX1" fmla="*/ 910970 w 910970"/>
              <a:gd name="connsiteY1" fmla="*/ 0 h 523220"/>
              <a:gd name="connsiteX2" fmla="*/ 672339 w 910970"/>
              <a:gd name="connsiteY2" fmla="*/ 523220 h 523220"/>
              <a:gd name="connsiteX3" fmla="*/ 0 w 910970"/>
              <a:gd name="connsiteY3" fmla="*/ 523220 h 523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10970" h="523220">
                <a:moveTo>
                  <a:pt x="0" y="0"/>
                </a:moveTo>
                <a:lnTo>
                  <a:pt x="910970" y="0"/>
                </a:lnTo>
                <a:lnTo>
                  <a:pt x="672339" y="523220"/>
                </a:lnTo>
                <a:lnTo>
                  <a:pt x="0" y="523220"/>
                </a:lnTo>
                <a:close/>
              </a:path>
            </a:pathLst>
          </a:custGeom>
          <a:solidFill>
            <a:srgbClr val="EA4C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6000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01</a:t>
            </a:r>
            <a:endParaRPr kumimoji="0" lang="ko-KR" altLang="en-US" sz="1400" b="0" i="0" u="none" strike="noStrike" kern="1200" cap="none" spc="0" normalizeH="0" baseline="0" noProof="0" dirty="0">
              <a:ln>
                <a:solidFill>
                  <a:srgbClr val="4472C4">
                    <a:shade val="50000"/>
                    <a:alpha val="0"/>
                  </a:srgbClr>
                </a:solidFill>
              </a:ln>
              <a:solidFill>
                <a:srgbClr val="FFFFFF"/>
              </a:solidFill>
              <a:effectLst/>
              <a:uLnTx/>
              <a:uFillTx/>
              <a:latin typeface="G마켓 산스 TTF Bold" panose="02000000000000000000" pitchFamily="2" charset="-127"/>
              <a:ea typeface="G마켓 산스 TTF Bold" panose="02000000000000000000" pitchFamily="2" charset="-127"/>
              <a:cs typeface="+mn-cs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D515CEB-F07E-D048-43D2-0BF64EB31191}"/>
              </a:ext>
            </a:extLst>
          </p:cNvPr>
          <p:cNvSpPr txBox="1"/>
          <p:nvPr/>
        </p:nvSpPr>
        <p:spPr>
          <a:xfrm>
            <a:off x="5172567" y="4413414"/>
            <a:ext cx="3684097" cy="369332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 err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나이스한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 제목을 입력해라</a:t>
            </a:r>
          </a:p>
        </p:txBody>
      </p:sp>
      <p:sp>
        <p:nvSpPr>
          <p:cNvPr id="38" name="자유형: 도형 37">
            <a:extLst>
              <a:ext uri="{FF2B5EF4-FFF2-40B4-BE49-F238E27FC236}">
                <a16:creationId xmlns:a16="http://schemas.microsoft.com/office/drawing/2014/main" id="{E2967C3F-F6FA-5F1D-A486-097D4F2156D9}"/>
              </a:ext>
            </a:extLst>
          </p:cNvPr>
          <p:cNvSpPr/>
          <p:nvPr/>
        </p:nvSpPr>
        <p:spPr>
          <a:xfrm>
            <a:off x="5199064" y="4763696"/>
            <a:ext cx="3657600" cy="93345"/>
          </a:xfrm>
          <a:custGeom>
            <a:avLst/>
            <a:gdLst>
              <a:gd name="connsiteX0" fmla="*/ 0 w 3657600"/>
              <a:gd name="connsiteY0" fmla="*/ 47625 h 47625"/>
              <a:gd name="connsiteX1" fmla="*/ 3657600 w 3657600"/>
              <a:gd name="connsiteY1" fmla="*/ 47625 h 47625"/>
              <a:gd name="connsiteX2" fmla="*/ 3619500 w 3657600"/>
              <a:gd name="connsiteY2" fmla="*/ 0 h 47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657600" h="47625">
                <a:moveTo>
                  <a:pt x="0" y="47625"/>
                </a:moveTo>
                <a:lnTo>
                  <a:pt x="3657600" y="47625"/>
                </a:lnTo>
                <a:lnTo>
                  <a:pt x="3619500" y="0"/>
                </a:lnTo>
              </a:path>
            </a:pathLst>
          </a:custGeom>
          <a:noFill/>
          <a:ln w="19050">
            <a:solidFill>
              <a:srgbClr val="4B47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0" name="사각형: 둥근 대각선 방향 모서리 39">
            <a:extLst>
              <a:ext uri="{FF2B5EF4-FFF2-40B4-BE49-F238E27FC236}">
                <a16:creationId xmlns:a16="http://schemas.microsoft.com/office/drawing/2014/main" id="{338D41E3-D10B-0F5F-0D7A-90F5AF9B2CA7}"/>
              </a:ext>
            </a:extLst>
          </p:cNvPr>
          <p:cNvSpPr/>
          <p:nvPr/>
        </p:nvSpPr>
        <p:spPr>
          <a:xfrm>
            <a:off x="406885" y="4575319"/>
            <a:ext cx="259112" cy="250420"/>
          </a:xfrm>
          <a:prstGeom prst="round2Diag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1" name="L 도형 40">
            <a:extLst>
              <a:ext uri="{FF2B5EF4-FFF2-40B4-BE49-F238E27FC236}">
                <a16:creationId xmlns:a16="http://schemas.microsoft.com/office/drawing/2014/main" id="{61870083-6B74-C8F5-E960-37D1F5D45646}"/>
              </a:ext>
            </a:extLst>
          </p:cNvPr>
          <p:cNvSpPr/>
          <p:nvPr/>
        </p:nvSpPr>
        <p:spPr>
          <a:xfrm rot="13500000">
            <a:off x="461404" y="4645121"/>
            <a:ext cx="110815" cy="110816"/>
          </a:xfrm>
          <a:prstGeom prst="corner">
            <a:avLst>
              <a:gd name="adj1" fmla="val 36371"/>
              <a:gd name="adj2" fmla="val 39543"/>
            </a:avLst>
          </a:prstGeom>
          <a:solidFill>
            <a:srgbClr val="05449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E37F49B-2012-EDF8-80A7-CC2EF5F4E110}"/>
              </a:ext>
            </a:extLst>
          </p:cNvPr>
          <p:cNvSpPr txBox="1"/>
          <p:nvPr/>
        </p:nvSpPr>
        <p:spPr>
          <a:xfrm>
            <a:off x="773107" y="4556294"/>
            <a:ext cx="2052049" cy="307777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제목은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14~18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느낌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C2CEB323-D887-0B66-6311-9BC145B54243}"/>
              </a:ext>
            </a:extLst>
          </p:cNvPr>
          <p:cNvSpPr/>
          <p:nvPr/>
        </p:nvSpPr>
        <p:spPr>
          <a:xfrm>
            <a:off x="8005278" y="1840598"/>
            <a:ext cx="3971214" cy="2325001"/>
          </a:xfrm>
          <a:prstGeom prst="rect">
            <a:avLst/>
          </a:prstGeom>
          <a:noFill/>
          <a:ln w="19050">
            <a:solidFill>
              <a:srgbClr val="1A59B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4" name="사각형: 둥근 위쪽 모서리 43">
            <a:extLst>
              <a:ext uri="{FF2B5EF4-FFF2-40B4-BE49-F238E27FC236}">
                <a16:creationId xmlns:a16="http://schemas.microsoft.com/office/drawing/2014/main" id="{61FB6771-B1B1-4A49-48E5-ECCCF65DA207}"/>
              </a:ext>
            </a:extLst>
          </p:cNvPr>
          <p:cNvSpPr/>
          <p:nvPr/>
        </p:nvSpPr>
        <p:spPr>
          <a:xfrm rot="5400000">
            <a:off x="9706164" y="-54323"/>
            <a:ext cx="392581" cy="3794351"/>
          </a:xfrm>
          <a:prstGeom prst="round2SameRect">
            <a:avLst>
              <a:gd name="adj1" fmla="val 41055"/>
              <a:gd name="adj2" fmla="val 0"/>
            </a:avLst>
          </a:prstGeom>
          <a:gradFill>
            <a:gsLst>
              <a:gs pos="0">
                <a:srgbClr val="1B5AB3"/>
              </a:gs>
              <a:gs pos="100000">
                <a:srgbClr val="003F8D"/>
              </a:gs>
            </a:gsLst>
            <a:lin ang="8100000" scaled="0"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00" b="0" i="0" u="none" strike="noStrike" kern="1200" cap="none" spc="0" normalizeH="0" baseline="0" noProof="0" dirty="0">
              <a:ln>
                <a:solidFill>
                  <a:srgbClr val="4472C4">
                    <a:shade val="50000"/>
                    <a:alpha val="0"/>
                  </a:srgbClr>
                </a:solidFill>
              </a:ln>
              <a:solidFill>
                <a:srgbClr val="FFFFFF"/>
              </a:solidFill>
              <a:effectLst/>
              <a:uLnTx/>
              <a:uFillTx/>
              <a:latin typeface="G마켓 산스 TTF Bold" panose="02000000000000000000" pitchFamily="2" charset="-127"/>
              <a:ea typeface="G마켓 산스 TTF Bold" panose="02000000000000000000" pitchFamily="2" charset="-127"/>
              <a:cs typeface="+mn-cs"/>
            </a:endParaRPr>
          </a:p>
        </p:txBody>
      </p:sp>
      <p:sp>
        <p:nvSpPr>
          <p:cNvPr id="45" name="Text Box 6">
            <a:extLst>
              <a:ext uri="{FF2B5EF4-FFF2-40B4-BE49-F238E27FC236}">
                <a16:creationId xmlns:a16="http://schemas.microsoft.com/office/drawing/2014/main" id="{7A1FE632-D64D-330A-B025-7AC163B439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23531" y="1721150"/>
            <a:ext cx="2054741" cy="2462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rtlCol="0" anchor="t" anchorCtr="0">
            <a:spAutoFit/>
          </a:bodyPr>
          <a:lstStyle>
            <a:defPPr>
              <a:defRPr lang="en-US"/>
            </a:defPPr>
            <a:lvl1pPr algn="ctr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None/>
              <a:defRPr kumimoji="1" sz="1100">
                <a:ln>
                  <a:solidFill>
                    <a:schemeClr val="accent1">
                      <a:alpha val="0"/>
                    </a:schemeClr>
                  </a:solidFill>
                </a:ln>
                <a:latin typeface="+mj-ea"/>
                <a:ea typeface="+mj-ea"/>
                <a:cs typeface="LG Smart_Global Light" charset="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marL="0" marR="0" lvl="0" indent="0" algn="l" defTabSz="457189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600" b="0" i="0" u="none" strike="noStrike" kern="1200" cap="none" spc="0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선행연구와의 차별성</a:t>
            </a:r>
          </a:p>
        </p:txBody>
      </p: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A74E283F-0A21-AA93-1043-3E8F35481049}"/>
              </a:ext>
            </a:extLst>
          </p:cNvPr>
          <p:cNvGrpSpPr/>
          <p:nvPr/>
        </p:nvGrpSpPr>
        <p:grpSpPr>
          <a:xfrm>
            <a:off x="8104889" y="1705719"/>
            <a:ext cx="254348" cy="228460"/>
            <a:chOff x="380999" y="4565324"/>
            <a:chExt cx="131538" cy="118151"/>
          </a:xfrm>
        </p:grpSpPr>
        <p:sp>
          <p:nvSpPr>
            <p:cNvPr id="47" name="Freeform 14">
              <a:extLst>
                <a:ext uri="{FF2B5EF4-FFF2-40B4-BE49-F238E27FC236}">
                  <a16:creationId xmlns:a16="http://schemas.microsoft.com/office/drawing/2014/main" id="{BF4E8A4E-5410-A3A4-44BA-3F3D7205F044}"/>
                </a:ext>
              </a:extLst>
            </p:cNvPr>
            <p:cNvSpPr>
              <a:spLocks/>
            </p:cNvSpPr>
            <p:nvPr/>
          </p:nvSpPr>
          <p:spPr bwMode="auto">
            <a:xfrm>
              <a:off x="406887" y="4565324"/>
              <a:ext cx="105650" cy="86544"/>
            </a:xfrm>
            <a:custGeom>
              <a:avLst/>
              <a:gdLst>
                <a:gd name="T0" fmla="*/ 371 w 1257"/>
                <a:gd name="T1" fmla="*/ 729 h 1029"/>
                <a:gd name="T2" fmla="*/ 204 w 1257"/>
                <a:gd name="T3" fmla="*/ 562 h 1029"/>
                <a:gd name="T4" fmla="*/ 35 w 1257"/>
                <a:gd name="T5" fmla="*/ 562 h 1029"/>
                <a:gd name="T6" fmla="*/ 0 w 1257"/>
                <a:gd name="T7" fmla="*/ 647 h 1029"/>
                <a:gd name="T8" fmla="*/ 35 w 1257"/>
                <a:gd name="T9" fmla="*/ 731 h 1029"/>
                <a:gd name="T10" fmla="*/ 286 w 1257"/>
                <a:gd name="T11" fmla="*/ 982 h 1029"/>
                <a:gd name="T12" fmla="*/ 455 w 1257"/>
                <a:gd name="T13" fmla="*/ 982 h 1029"/>
                <a:gd name="T14" fmla="*/ 1222 w 1257"/>
                <a:gd name="T15" fmla="*/ 216 h 1029"/>
                <a:gd name="T16" fmla="*/ 1257 w 1257"/>
                <a:gd name="T17" fmla="*/ 131 h 1029"/>
                <a:gd name="T18" fmla="*/ 1222 w 1257"/>
                <a:gd name="T19" fmla="*/ 47 h 1029"/>
                <a:gd name="T20" fmla="*/ 1052 w 1257"/>
                <a:gd name="T21" fmla="*/ 47 h 1029"/>
                <a:gd name="T22" fmla="*/ 371 w 1257"/>
                <a:gd name="T23" fmla="*/ 729 h 10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257" h="1029">
                  <a:moveTo>
                    <a:pt x="371" y="729"/>
                  </a:moveTo>
                  <a:cubicBezTo>
                    <a:pt x="204" y="562"/>
                    <a:pt x="204" y="562"/>
                    <a:pt x="204" y="562"/>
                  </a:cubicBezTo>
                  <a:cubicBezTo>
                    <a:pt x="158" y="515"/>
                    <a:pt x="82" y="515"/>
                    <a:pt x="35" y="562"/>
                  </a:cubicBezTo>
                  <a:cubicBezTo>
                    <a:pt x="12" y="585"/>
                    <a:pt x="0" y="615"/>
                    <a:pt x="0" y="647"/>
                  </a:cubicBezTo>
                  <a:cubicBezTo>
                    <a:pt x="0" y="679"/>
                    <a:pt x="12" y="709"/>
                    <a:pt x="35" y="731"/>
                  </a:cubicBezTo>
                  <a:cubicBezTo>
                    <a:pt x="286" y="982"/>
                    <a:pt x="286" y="982"/>
                    <a:pt x="286" y="982"/>
                  </a:cubicBezTo>
                  <a:cubicBezTo>
                    <a:pt x="333" y="1029"/>
                    <a:pt x="408" y="1029"/>
                    <a:pt x="455" y="982"/>
                  </a:cubicBezTo>
                  <a:cubicBezTo>
                    <a:pt x="1222" y="216"/>
                    <a:pt x="1222" y="216"/>
                    <a:pt x="1222" y="216"/>
                  </a:cubicBezTo>
                  <a:cubicBezTo>
                    <a:pt x="1244" y="193"/>
                    <a:pt x="1257" y="163"/>
                    <a:pt x="1257" y="131"/>
                  </a:cubicBezTo>
                  <a:cubicBezTo>
                    <a:pt x="1257" y="99"/>
                    <a:pt x="1244" y="69"/>
                    <a:pt x="1222" y="47"/>
                  </a:cubicBezTo>
                  <a:cubicBezTo>
                    <a:pt x="1175" y="0"/>
                    <a:pt x="1099" y="0"/>
                    <a:pt x="1052" y="47"/>
                  </a:cubicBezTo>
                  <a:lnTo>
                    <a:pt x="371" y="729"/>
                  </a:ln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3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시월구일1"/>
                <a:ea typeface="a시월구일1"/>
                <a:cs typeface="+mn-cs"/>
              </a:endParaRPr>
            </a:p>
          </p:txBody>
        </p:sp>
        <p:sp>
          <p:nvSpPr>
            <p:cNvPr id="48" name="Freeform 13">
              <a:extLst>
                <a:ext uri="{FF2B5EF4-FFF2-40B4-BE49-F238E27FC236}">
                  <a16:creationId xmlns:a16="http://schemas.microsoft.com/office/drawing/2014/main" id="{026BB035-5E01-7E6D-F6E9-2C4DF8536D07}"/>
                </a:ext>
              </a:extLst>
            </p:cNvPr>
            <p:cNvSpPr>
              <a:spLocks/>
            </p:cNvSpPr>
            <p:nvPr/>
          </p:nvSpPr>
          <p:spPr bwMode="auto">
            <a:xfrm>
              <a:off x="380999" y="4577363"/>
              <a:ext cx="106041" cy="106112"/>
            </a:xfrm>
            <a:custGeom>
              <a:avLst/>
              <a:gdLst>
                <a:gd name="T0" fmla="*/ 0 w 1262"/>
                <a:gd name="T1" fmla="*/ 1184 h 1262"/>
                <a:gd name="T2" fmla="*/ 0 w 1262"/>
                <a:gd name="T3" fmla="*/ 78 h 1262"/>
                <a:gd name="T4" fmla="*/ 78 w 1262"/>
                <a:gd name="T5" fmla="*/ 0 h 1262"/>
                <a:gd name="T6" fmla="*/ 1059 w 1262"/>
                <a:gd name="T7" fmla="*/ 0 h 1262"/>
                <a:gd name="T8" fmla="*/ 903 w 1262"/>
                <a:gd name="T9" fmla="*/ 156 h 1262"/>
                <a:gd name="T10" fmla="*/ 156 w 1262"/>
                <a:gd name="T11" fmla="*/ 156 h 1262"/>
                <a:gd name="T12" fmla="*/ 156 w 1262"/>
                <a:gd name="T13" fmla="*/ 1106 h 1262"/>
                <a:gd name="T14" fmla="*/ 1106 w 1262"/>
                <a:gd name="T15" fmla="*/ 1106 h 1262"/>
                <a:gd name="T16" fmla="*/ 1106 w 1262"/>
                <a:gd name="T17" fmla="*/ 702 h 1262"/>
                <a:gd name="T18" fmla="*/ 1262 w 1262"/>
                <a:gd name="T19" fmla="*/ 546 h 1262"/>
                <a:gd name="T20" fmla="*/ 1262 w 1262"/>
                <a:gd name="T21" fmla="*/ 1184 h 1262"/>
                <a:gd name="T22" fmla="*/ 1184 w 1262"/>
                <a:gd name="T23" fmla="*/ 1262 h 1262"/>
                <a:gd name="T24" fmla="*/ 78 w 1262"/>
                <a:gd name="T25" fmla="*/ 1262 h 1262"/>
                <a:gd name="T26" fmla="*/ 0 w 1262"/>
                <a:gd name="T27" fmla="*/ 1184 h 12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262" h="1262">
                  <a:moveTo>
                    <a:pt x="0" y="1184"/>
                  </a:moveTo>
                  <a:cubicBezTo>
                    <a:pt x="0" y="78"/>
                    <a:pt x="0" y="78"/>
                    <a:pt x="0" y="78"/>
                  </a:cubicBezTo>
                  <a:cubicBezTo>
                    <a:pt x="0" y="35"/>
                    <a:pt x="35" y="0"/>
                    <a:pt x="78" y="0"/>
                  </a:cubicBezTo>
                  <a:cubicBezTo>
                    <a:pt x="1059" y="0"/>
                    <a:pt x="1059" y="0"/>
                    <a:pt x="1059" y="0"/>
                  </a:cubicBezTo>
                  <a:cubicBezTo>
                    <a:pt x="903" y="156"/>
                    <a:pt x="903" y="156"/>
                    <a:pt x="903" y="156"/>
                  </a:cubicBezTo>
                  <a:cubicBezTo>
                    <a:pt x="156" y="156"/>
                    <a:pt x="156" y="156"/>
                    <a:pt x="156" y="156"/>
                  </a:cubicBezTo>
                  <a:cubicBezTo>
                    <a:pt x="156" y="1106"/>
                    <a:pt x="156" y="1106"/>
                    <a:pt x="156" y="1106"/>
                  </a:cubicBezTo>
                  <a:cubicBezTo>
                    <a:pt x="1106" y="1106"/>
                    <a:pt x="1106" y="1106"/>
                    <a:pt x="1106" y="1106"/>
                  </a:cubicBezTo>
                  <a:cubicBezTo>
                    <a:pt x="1106" y="702"/>
                    <a:pt x="1106" y="702"/>
                    <a:pt x="1106" y="702"/>
                  </a:cubicBezTo>
                  <a:cubicBezTo>
                    <a:pt x="1262" y="546"/>
                    <a:pt x="1262" y="546"/>
                    <a:pt x="1262" y="546"/>
                  </a:cubicBezTo>
                  <a:cubicBezTo>
                    <a:pt x="1262" y="1184"/>
                    <a:pt x="1262" y="1184"/>
                    <a:pt x="1262" y="1184"/>
                  </a:cubicBezTo>
                  <a:cubicBezTo>
                    <a:pt x="1262" y="1227"/>
                    <a:pt x="1227" y="1262"/>
                    <a:pt x="1184" y="1262"/>
                  </a:cubicBezTo>
                  <a:cubicBezTo>
                    <a:pt x="78" y="1262"/>
                    <a:pt x="78" y="1262"/>
                    <a:pt x="78" y="1262"/>
                  </a:cubicBezTo>
                  <a:cubicBezTo>
                    <a:pt x="35" y="1262"/>
                    <a:pt x="0" y="1227"/>
                    <a:pt x="0" y="118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3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시월구일1"/>
                <a:ea typeface="a시월구일1"/>
                <a:cs typeface="+mn-cs"/>
              </a:endParaRPr>
            </a:p>
          </p:txBody>
        </p:sp>
      </p:grp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9D28D790-5BBD-D33B-379C-3F79FAA8B902}"/>
              </a:ext>
            </a:extLst>
          </p:cNvPr>
          <p:cNvSpPr/>
          <p:nvPr/>
        </p:nvSpPr>
        <p:spPr>
          <a:xfrm>
            <a:off x="2583685" y="1840598"/>
            <a:ext cx="1981200" cy="1489302"/>
          </a:xfrm>
          <a:prstGeom prst="rect">
            <a:avLst/>
          </a:prstGeom>
          <a:solidFill>
            <a:schemeClr val="bg2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solidFill>
                  <a:prstClr val="black">
                    <a:alpha val="0"/>
                  </a:prstClr>
                </a:solidFill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8DA84EAB-2F53-A979-2BDC-4C7B5F581A17}"/>
              </a:ext>
            </a:extLst>
          </p:cNvPr>
          <p:cNvSpPr/>
          <p:nvPr/>
        </p:nvSpPr>
        <p:spPr>
          <a:xfrm>
            <a:off x="279200" y="5072636"/>
            <a:ext cx="4601902" cy="1618676"/>
          </a:xfrm>
          <a:prstGeom prst="rect">
            <a:avLst/>
          </a:prstGeom>
          <a:solidFill>
            <a:schemeClr val="bg2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solidFill>
                  <a:prstClr val="black">
                    <a:alpha val="0"/>
                  </a:prstClr>
                </a:solidFill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509E9885-0664-BD4C-14B1-706C75E069D3}"/>
              </a:ext>
            </a:extLst>
          </p:cNvPr>
          <p:cNvSpPr/>
          <p:nvPr/>
        </p:nvSpPr>
        <p:spPr>
          <a:xfrm>
            <a:off x="5199064" y="5072636"/>
            <a:ext cx="3657600" cy="1618676"/>
          </a:xfrm>
          <a:prstGeom prst="rect">
            <a:avLst/>
          </a:prstGeom>
          <a:solidFill>
            <a:schemeClr val="bg2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solidFill>
                  <a:prstClr val="black">
                    <a:alpha val="0"/>
                  </a:prstClr>
                </a:solidFill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사각형: 둥근 위쪽 모서리 4">
            <a:extLst>
              <a:ext uri="{FF2B5EF4-FFF2-40B4-BE49-F238E27FC236}">
                <a16:creationId xmlns:a16="http://schemas.microsoft.com/office/drawing/2014/main" id="{237B2960-7267-A71F-9ACD-0B0957C1C3D5}"/>
              </a:ext>
            </a:extLst>
          </p:cNvPr>
          <p:cNvSpPr/>
          <p:nvPr/>
        </p:nvSpPr>
        <p:spPr>
          <a:xfrm rot="16200000">
            <a:off x="3110739" y="1282145"/>
            <a:ext cx="306394" cy="1585706"/>
          </a:xfrm>
          <a:prstGeom prst="round2SameRect">
            <a:avLst>
              <a:gd name="adj1" fmla="val 0"/>
              <a:gd name="adj2" fmla="val 50000"/>
            </a:avLst>
          </a:prstGeom>
          <a:gradFill>
            <a:gsLst>
              <a:gs pos="0">
                <a:srgbClr val="1B5AB3"/>
              </a:gs>
              <a:gs pos="100000">
                <a:srgbClr val="003F8D"/>
              </a:gs>
            </a:gsLst>
            <a:lin ang="8100000" scaled="0"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00" b="0" i="0" u="none" strike="noStrike" kern="1200" cap="none" spc="0" normalizeH="0" baseline="0" noProof="0" dirty="0">
              <a:ln>
                <a:solidFill>
                  <a:srgbClr val="4472C4">
                    <a:shade val="50000"/>
                    <a:alpha val="0"/>
                  </a:srgbClr>
                </a:solidFill>
              </a:ln>
              <a:solidFill>
                <a:srgbClr val="FFFFFF"/>
              </a:solidFill>
              <a:effectLst/>
              <a:uLnTx/>
              <a:uFillTx/>
              <a:latin typeface="G마켓 산스 TTF Bold" panose="02000000000000000000" pitchFamily="2" charset="-127"/>
              <a:ea typeface="G마켓 산스 TTF Bold" panose="02000000000000000000" pitchFamily="2" charset="-127"/>
              <a:cs typeface="+mn-cs"/>
            </a:endParaRPr>
          </a:p>
        </p:txBody>
      </p:sp>
      <p:sp>
        <p:nvSpPr>
          <p:cNvPr id="53" name="이등변 삼각형 52">
            <a:extLst>
              <a:ext uri="{FF2B5EF4-FFF2-40B4-BE49-F238E27FC236}">
                <a16:creationId xmlns:a16="http://schemas.microsoft.com/office/drawing/2014/main" id="{3533D315-0ADF-2D3C-59DC-8030AEB34BE3}"/>
              </a:ext>
            </a:extLst>
          </p:cNvPr>
          <p:cNvSpPr/>
          <p:nvPr/>
        </p:nvSpPr>
        <p:spPr>
          <a:xfrm rot="16200000">
            <a:off x="2478097" y="2221180"/>
            <a:ext cx="98575" cy="112604"/>
          </a:xfrm>
          <a:prstGeom prst="triangle">
            <a:avLst>
              <a:gd name="adj" fmla="val 100000"/>
            </a:avLst>
          </a:prstGeom>
          <a:solidFill>
            <a:schemeClr val="bg2">
              <a:lumMod val="2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00" b="0" i="0" u="none" strike="noStrike" kern="1200" cap="none" spc="0" normalizeH="0" baseline="0" noProof="0">
              <a:ln>
                <a:solidFill>
                  <a:srgbClr val="4472C4">
                    <a:shade val="50000"/>
                    <a:alpha val="0"/>
                  </a:srgbClr>
                </a:solidFill>
              </a:ln>
              <a:solidFill>
                <a:srgbClr val="FFFFFF"/>
              </a:solidFill>
              <a:effectLst/>
              <a:uLnTx/>
              <a:uFillTx/>
              <a:latin typeface="G마켓 산스 TTF Bold" panose="02000000000000000000" pitchFamily="2" charset="-127"/>
              <a:ea typeface="G마켓 산스 TTF Bold" panose="02000000000000000000" pitchFamily="2" charset="-127"/>
              <a:cs typeface="+mn-cs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C9F0244-3AB7-8578-A526-3F2C79BD3181}"/>
              </a:ext>
            </a:extLst>
          </p:cNvPr>
          <p:cNvSpPr txBox="1"/>
          <p:nvPr/>
        </p:nvSpPr>
        <p:spPr>
          <a:xfrm>
            <a:off x="2666497" y="1941261"/>
            <a:ext cx="1724528" cy="276999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01. </a:t>
            </a:r>
            <a:r>
              <a:rPr kumimoji="0" lang="ko-KR" altLang="en-US" sz="1200" b="0" i="0" u="none" strike="noStrike" kern="1200" cap="none" spc="0" normalizeH="0" baseline="0" noProof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걸친</a:t>
            </a: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ST</a:t>
            </a:r>
            <a:endParaRPr kumimoji="0" lang="ko-KR" altLang="en-US" sz="1200" b="0" i="0" u="none" strike="noStrike" kern="1200" cap="none" spc="0" normalizeH="0" baseline="0" noProof="0" dirty="0">
              <a:ln>
                <a:solidFill>
                  <a:srgbClr val="4472C4">
                    <a:shade val="50000"/>
                    <a:alpha val="0"/>
                  </a:srgbClr>
                </a:solidFill>
              </a:ln>
              <a:solidFill>
                <a:srgbClr val="FFFFFF"/>
              </a:solidFill>
              <a:effectLst/>
              <a:uLnTx/>
              <a:uFillTx/>
              <a:latin typeface="G마켓 산스 TTF Bold" panose="02000000000000000000" pitchFamily="2" charset="-127"/>
              <a:ea typeface="G마켓 산스 TTF Bold" panose="02000000000000000000" pitchFamily="2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10826895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>
        <p159:morph option="byChar"/>
      </p:transition>
    </mc:Choice>
    <mc:Fallback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A284CD-9B1D-04C2-6C60-259882B63A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B7105B90-51BE-7799-0A18-C73694AAF1ED}"/>
              </a:ext>
            </a:extLst>
          </p:cNvPr>
          <p:cNvCxnSpPr>
            <a:cxnSpLocks/>
          </p:cNvCxnSpPr>
          <p:nvPr/>
        </p:nvCxnSpPr>
        <p:spPr>
          <a:xfrm>
            <a:off x="628650" y="914400"/>
            <a:ext cx="10934700" cy="0"/>
          </a:xfrm>
          <a:prstGeom prst="line">
            <a:avLst/>
          </a:prstGeom>
          <a:ln w="19050">
            <a:solidFill>
              <a:srgbClr val="E0833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7194B64F-DDA7-FCC4-7781-662AFC953593}"/>
              </a:ext>
            </a:extLst>
          </p:cNvPr>
          <p:cNvSpPr/>
          <p:nvPr/>
        </p:nvSpPr>
        <p:spPr>
          <a:xfrm>
            <a:off x="628649" y="1035130"/>
            <a:ext cx="10934702" cy="31854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※ </a:t>
            </a:r>
            <a:r>
              <a:rPr kumimoji="0" lang="ko-KR" altLang="en-US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프로젝트 바뀔 때마다</a:t>
            </a: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, </a:t>
            </a:r>
            <a:r>
              <a:rPr kumimoji="0" lang="ko-KR" altLang="en-US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슬라이드에 정보의 위계가 여러 개일 때</a:t>
            </a: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 </a:t>
            </a:r>
            <a:r>
              <a:rPr kumimoji="0" lang="ko-KR" altLang="en-US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이 중에서 돌려막기</a:t>
            </a:r>
            <a:endParaRPr kumimoji="0" lang="ko-KR" altLang="en-US" sz="1200" b="0" i="0" u="none" strike="noStrike" kern="1200" cap="none" spc="0" normalizeH="0" baseline="0" noProof="0" dirty="0">
              <a:ln>
                <a:solidFill>
                  <a:srgbClr val="4472C4">
                    <a:alpha val="0"/>
                  </a:srgbClr>
                </a:solidFill>
              </a:ln>
              <a:solidFill>
                <a:srgbClr val="E7E6E6">
                  <a:lumMod val="10000"/>
                </a:srgbClr>
              </a:solidFill>
              <a:effectLst/>
              <a:uLnTx/>
              <a:uFillTx/>
              <a:latin typeface="G마켓 산스 TTF Medium" panose="02000000000000000000" pitchFamily="2" charset="-127"/>
              <a:ea typeface="G마켓 산스 TTF Medium" panose="02000000000000000000" pitchFamily="2" charset="-127"/>
              <a:cs typeface="+mn-cs"/>
            </a:endParaRPr>
          </a:p>
        </p:txBody>
      </p:sp>
      <p:pic>
        <p:nvPicPr>
          <p:cNvPr id="26" name="그림 25" descr="클립아트, 만화 영화, 상징이(가) 표시된 사진&#10;&#10;자동 생성된 설명">
            <a:extLst>
              <a:ext uri="{FF2B5EF4-FFF2-40B4-BE49-F238E27FC236}">
                <a16:creationId xmlns:a16="http://schemas.microsoft.com/office/drawing/2014/main" id="{C0DBA09D-6029-9155-8535-0BA635D2841D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09532" y="339853"/>
            <a:ext cx="453817" cy="453817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4421C224-4549-F112-2813-8B144F9D420B}"/>
              </a:ext>
            </a:extLst>
          </p:cNvPr>
          <p:cNvSpPr txBox="1"/>
          <p:nvPr/>
        </p:nvSpPr>
        <p:spPr>
          <a:xfrm>
            <a:off x="628650" y="274320"/>
            <a:ext cx="794448" cy="276999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>
            <a:defPPr>
              <a:defRPr lang="ko-KR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029D6D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029D6D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01. </a:t>
            </a:r>
            <a:r>
              <a:rPr kumimoji="0" lang="ko-KR" altLang="en-US" sz="1200" b="0" i="0" u="none" strike="noStrike" kern="1200" cap="none" spc="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029D6D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텍스트</a:t>
            </a: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21B64BE0-7653-A33B-5756-1C98923A1C8C}"/>
              </a:ext>
            </a:extLst>
          </p:cNvPr>
          <p:cNvGrpSpPr/>
          <p:nvPr/>
        </p:nvGrpSpPr>
        <p:grpSpPr>
          <a:xfrm>
            <a:off x="628649" y="1670618"/>
            <a:ext cx="205377" cy="184474"/>
            <a:chOff x="2413046" y="1731166"/>
            <a:chExt cx="206120" cy="185142"/>
          </a:xfrm>
        </p:grpSpPr>
        <p:sp>
          <p:nvSpPr>
            <p:cNvPr id="8" name="Freeform 14">
              <a:extLst>
                <a:ext uri="{FF2B5EF4-FFF2-40B4-BE49-F238E27FC236}">
                  <a16:creationId xmlns:a16="http://schemas.microsoft.com/office/drawing/2014/main" id="{E7B90769-433C-3148-4C68-069D7ECFB620}"/>
                </a:ext>
              </a:extLst>
            </p:cNvPr>
            <p:cNvSpPr>
              <a:spLocks/>
            </p:cNvSpPr>
            <p:nvPr/>
          </p:nvSpPr>
          <p:spPr bwMode="auto">
            <a:xfrm>
              <a:off x="2453613" y="1731166"/>
              <a:ext cx="165553" cy="135614"/>
            </a:xfrm>
            <a:custGeom>
              <a:avLst/>
              <a:gdLst>
                <a:gd name="T0" fmla="*/ 371 w 1257"/>
                <a:gd name="T1" fmla="*/ 729 h 1029"/>
                <a:gd name="T2" fmla="*/ 204 w 1257"/>
                <a:gd name="T3" fmla="*/ 562 h 1029"/>
                <a:gd name="T4" fmla="*/ 35 w 1257"/>
                <a:gd name="T5" fmla="*/ 562 h 1029"/>
                <a:gd name="T6" fmla="*/ 0 w 1257"/>
                <a:gd name="T7" fmla="*/ 647 h 1029"/>
                <a:gd name="T8" fmla="*/ 35 w 1257"/>
                <a:gd name="T9" fmla="*/ 731 h 1029"/>
                <a:gd name="T10" fmla="*/ 286 w 1257"/>
                <a:gd name="T11" fmla="*/ 982 h 1029"/>
                <a:gd name="T12" fmla="*/ 455 w 1257"/>
                <a:gd name="T13" fmla="*/ 982 h 1029"/>
                <a:gd name="T14" fmla="*/ 1222 w 1257"/>
                <a:gd name="T15" fmla="*/ 216 h 1029"/>
                <a:gd name="T16" fmla="*/ 1257 w 1257"/>
                <a:gd name="T17" fmla="*/ 131 h 1029"/>
                <a:gd name="T18" fmla="*/ 1222 w 1257"/>
                <a:gd name="T19" fmla="*/ 47 h 1029"/>
                <a:gd name="T20" fmla="*/ 1052 w 1257"/>
                <a:gd name="T21" fmla="*/ 47 h 1029"/>
                <a:gd name="T22" fmla="*/ 371 w 1257"/>
                <a:gd name="T23" fmla="*/ 729 h 10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257" h="1029">
                  <a:moveTo>
                    <a:pt x="371" y="729"/>
                  </a:moveTo>
                  <a:cubicBezTo>
                    <a:pt x="204" y="562"/>
                    <a:pt x="204" y="562"/>
                    <a:pt x="204" y="562"/>
                  </a:cubicBezTo>
                  <a:cubicBezTo>
                    <a:pt x="158" y="515"/>
                    <a:pt x="82" y="515"/>
                    <a:pt x="35" y="562"/>
                  </a:cubicBezTo>
                  <a:cubicBezTo>
                    <a:pt x="12" y="585"/>
                    <a:pt x="0" y="615"/>
                    <a:pt x="0" y="647"/>
                  </a:cubicBezTo>
                  <a:cubicBezTo>
                    <a:pt x="0" y="679"/>
                    <a:pt x="12" y="709"/>
                    <a:pt x="35" y="731"/>
                  </a:cubicBezTo>
                  <a:cubicBezTo>
                    <a:pt x="286" y="982"/>
                    <a:pt x="286" y="982"/>
                    <a:pt x="286" y="982"/>
                  </a:cubicBezTo>
                  <a:cubicBezTo>
                    <a:pt x="333" y="1029"/>
                    <a:pt x="408" y="1029"/>
                    <a:pt x="455" y="982"/>
                  </a:cubicBezTo>
                  <a:cubicBezTo>
                    <a:pt x="1222" y="216"/>
                    <a:pt x="1222" y="216"/>
                    <a:pt x="1222" y="216"/>
                  </a:cubicBezTo>
                  <a:cubicBezTo>
                    <a:pt x="1244" y="193"/>
                    <a:pt x="1257" y="163"/>
                    <a:pt x="1257" y="131"/>
                  </a:cubicBezTo>
                  <a:cubicBezTo>
                    <a:pt x="1257" y="99"/>
                    <a:pt x="1244" y="69"/>
                    <a:pt x="1222" y="47"/>
                  </a:cubicBezTo>
                  <a:cubicBezTo>
                    <a:pt x="1175" y="0"/>
                    <a:pt x="1099" y="0"/>
                    <a:pt x="1052" y="47"/>
                  </a:cubicBezTo>
                  <a:lnTo>
                    <a:pt x="371" y="729"/>
                  </a:lnTo>
                  <a:close/>
                </a:path>
              </a:pathLst>
            </a:custGeom>
            <a:solidFill>
              <a:srgbClr val="D35229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3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solidFill>
                    <a:srgbClr val="4472C4">
                      <a:shade val="15000"/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a시월구일1"/>
                <a:ea typeface="a시월구일1"/>
                <a:cs typeface="+mn-cs"/>
              </a:endParaRPr>
            </a:p>
          </p:txBody>
        </p:sp>
        <p:sp>
          <p:nvSpPr>
            <p:cNvPr id="9" name="Freeform 13">
              <a:extLst>
                <a:ext uri="{FF2B5EF4-FFF2-40B4-BE49-F238E27FC236}">
                  <a16:creationId xmlns:a16="http://schemas.microsoft.com/office/drawing/2014/main" id="{CA7573AB-F89C-A994-6FA1-7D4D562A46A9}"/>
                </a:ext>
              </a:extLst>
            </p:cNvPr>
            <p:cNvSpPr>
              <a:spLocks/>
            </p:cNvSpPr>
            <p:nvPr/>
          </p:nvSpPr>
          <p:spPr bwMode="auto">
            <a:xfrm>
              <a:off x="2413046" y="1750032"/>
              <a:ext cx="166166" cy="166276"/>
            </a:xfrm>
            <a:custGeom>
              <a:avLst/>
              <a:gdLst>
                <a:gd name="T0" fmla="*/ 0 w 1262"/>
                <a:gd name="T1" fmla="*/ 1184 h 1262"/>
                <a:gd name="T2" fmla="*/ 0 w 1262"/>
                <a:gd name="T3" fmla="*/ 78 h 1262"/>
                <a:gd name="T4" fmla="*/ 78 w 1262"/>
                <a:gd name="T5" fmla="*/ 0 h 1262"/>
                <a:gd name="T6" fmla="*/ 1059 w 1262"/>
                <a:gd name="T7" fmla="*/ 0 h 1262"/>
                <a:gd name="T8" fmla="*/ 903 w 1262"/>
                <a:gd name="T9" fmla="*/ 156 h 1262"/>
                <a:gd name="T10" fmla="*/ 156 w 1262"/>
                <a:gd name="T11" fmla="*/ 156 h 1262"/>
                <a:gd name="T12" fmla="*/ 156 w 1262"/>
                <a:gd name="T13" fmla="*/ 1106 h 1262"/>
                <a:gd name="T14" fmla="*/ 1106 w 1262"/>
                <a:gd name="T15" fmla="*/ 1106 h 1262"/>
                <a:gd name="T16" fmla="*/ 1106 w 1262"/>
                <a:gd name="T17" fmla="*/ 702 h 1262"/>
                <a:gd name="T18" fmla="*/ 1262 w 1262"/>
                <a:gd name="T19" fmla="*/ 546 h 1262"/>
                <a:gd name="T20" fmla="*/ 1262 w 1262"/>
                <a:gd name="T21" fmla="*/ 1184 h 1262"/>
                <a:gd name="T22" fmla="*/ 1184 w 1262"/>
                <a:gd name="T23" fmla="*/ 1262 h 1262"/>
                <a:gd name="T24" fmla="*/ 78 w 1262"/>
                <a:gd name="T25" fmla="*/ 1262 h 1262"/>
                <a:gd name="T26" fmla="*/ 0 w 1262"/>
                <a:gd name="T27" fmla="*/ 1184 h 12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262" h="1262">
                  <a:moveTo>
                    <a:pt x="0" y="1184"/>
                  </a:moveTo>
                  <a:cubicBezTo>
                    <a:pt x="0" y="78"/>
                    <a:pt x="0" y="78"/>
                    <a:pt x="0" y="78"/>
                  </a:cubicBezTo>
                  <a:cubicBezTo>
                    <a:pt x="0" y="35"/>
                    <a:pt x="35" y="0"/>
                    <a:pt x="78" y="0"/>
                  </a:cubicBezTo>
                  <a:cubicBezTo>
                    <a:pt x="1059" y="0"/>
                    <a:pt x="1059" y="0"/>
                    <a:pt x="1059" y="0"/>
                  </a:cubicBezTo>
                  <a:cubicBezTo>
                    <a:pt x="903" y="156"/>
                    <a:pt x="903" y="156"/>
                    <a:pt x="903" y="156"/>
                  </a:cubicBezTo>
                  <a:cubicBezTo>
                    <a:pt x="156" y="156"/>
                    <a:pt x="156" y="156"/>
                    <a:pt x="156" y="156"/>
                  </a:cubicBezTo>
                  <a:cubicBezTo>
                    <a:pt x="156" y="1106"/>
                    <a:pt x="156" y="1106"/>
                    <a:pt x="156" y="1106"/>
                  </a:cubicBezTo>
                  <a:cubicBezTo>
                    <a:pt x="1106" y="1106"/>
                    <a:pt x="1106" y="1106"/>
                    <a:pt x="1106" y="1106"/>
                  </a:cubicBezTo>
                  <a:cubicBezTo>
                    <a:pt x="1106" y="702"/>
                    <a:pt x="1106" y="702"/>
                    <a:pt x="1106" y="702"/>
                  </a:cubicBezTo>
                  <a:cubicBezTo>
                    <a:pt x="1262" y="546"/>
                    <a:pt x="1262" y="546"/>
                    <a:pt x="1262" y="546"/>
                  </a:cubicBezTo>
                  <a:cubicBezTo>
                    <a:pt x="1262" y="1184"/>
                    <a:pt x="1262" y="1184"/>
                    <a:pt x="1262" y="1184"/>
                  </a:cubicBezTo>
                  <a:cubicBezTo>
                    <a:pt x="1262" y="1227"/>
                    <a:pt x="1227" y="1262"/>
                    <a:pt x="1184" y="1262"/>
                  </a:cubicBezTo>
                  <a:cubicBezTo>
                    <a:pt x="78" y="1262"/>
                    <a:pt x="78" y="1262"/>
                    <a:pt x="78" y="1262"/>
                  </a:cubicBezTo>
                  <a:cubicBezTo>
                    <a:pt x="35" y="1262"/>
                    <a:pt x="0" y="1227"/>
                    <a:pt x="0" y="1184"/>
                  </a:cubicBezTo>
                  <a:close/>
                </a:path>
              </a:pathLst>
            </a:custGeom>
            <a:solidFill>
              <a:srgbClr val="D35229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3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solidFill>
                    <a:srgbClr val="4472C4">
                      <a:shade val="15000"/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a시월구일1"/>
                <a:ea typeface="a시월구일1"/>
                <a:cs typeface="+mn-cs"/>
              </a:endParaRP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8398772E-B7C3-077B-4C56-53CD2109DAA1}"/>
              </a:ext>
            </a:extLst>
          </p:cNvPr>
          <p:cNvSpPr txBox="1"/>
          <p:nvPr/>
        </p:nvSpPr>
        <p:spPr>
          <a:xfrm>
            <a:off x="836484" y="1595139"/>
            <a:ext cx="6096000" cy="3447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>
                <a:ln>
                  <a:solidFill>
                    <a:srgbClr val="566652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Samsung Sharp Sans Medium" pitchFamily="2" charset="0"/>
              </a:rPr>
              <a:t>Korea’s culinary map </a:t>
            </a:r>
            <a:r>
              <a:rPr kumimoji="0" lang="ko-KR" altLang="en-US" sz="1600" b="0" i="0" u="none" strike="noStrike" kern="1200" cap="none" spc="0" normalizeH="0" baseline="0" noProof="0">
                <a:ln>
                  <a:solidFill>
                    <a:srgbClr val="566652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Samsung Sharp Sans Medium" pitchFamily="2" charset="0"/>
              </a:rPr>
              <a:t>아이콘 </a:t>
            </a:r>
            <a:r>
              <a:rPr kumimoji="0" lang="en-US" altLang="ko-KR" sz="1600" b="0" i="0" u="none" strike="noStrike" kern="1200" cap="none" spc="0" normalizeH="0" baseline="0" noProof="0">
                <a:ln>
                  <a:solidFill>
                    <a:srgbClr val="566652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Samsung Sharp Sans Medium" pitchFamily="2" charset="0"/>
              </a:rPr>
              <a:t>+ </a:t>
            </a:r>
            <a:r>
              <a:rPr kumimoji="0" lang="ko-KR" altLang="en-US" sz="1600" b="0" i="0" u="none" strike="noStrike" kern="1200" cap="none" spc="0" normalizeH="0" baseline="0" noProof="0">
                <a:ln>
                  <a:solidFill>
                    <a:srgbClr val="566652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Samsung Sharp Sans Medium" pitchFamily="2" charset="0"/>
              </a:rPr>
              <a:t>텍스트로 구분해주기</a:t>
            </a:r>
            <a:endParaRPr kumimoji="0" lang="ko-KR" altLang="ko-KR" sz="1600" b="0" i="0" u="none" strike="noStrike" kern="1200" cap="none" spc="0" normalizeH="0" baseline="0" noProof="0">
              <a:ln>
                <a:solidFill>
                  <a:srgbClr val="566652">
                    <a:alpha val="0"/>
                  </a:srgbClr>
                </a:solidFill>
              </a:ln>
              <a:solidFill>
                <a:prstClr val="black"/>
              </a:solidFill>
              <a:effectLst/>
              <a:uLnTx/>
              <a:uFillTx/>
              <a:latin typeface="페이퍼로지 5 Medium" pitchFamily="2" charset="-127"/>
              <a:ea typeface="페이퍼로지 5 Medium" pitchFamily="2" charset="-127"/>
              <a:cs typeface="Samsung Sharp Sans Medium" pitchFamily="2" charset="0"/>
            </a:endParaRP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C85F4B77-1C41-F229-A226-D25EC897E35D}"/>
              </a:ext>
            </a:extLst>
          </p:cNvPr>
          <p:cNvGrpSpPr/>
          <p:nvPr/>
        </p:nvGrpSpPr>
        <p:grpSpPr>
          <a:xfrm>
            <a:off x="628649" y="2038918"/>
            <a:ext cx="205377" cy="184474"/>
            <a:chOff x="2413046" y="1731166"/>
            <a:chExt cx="206120" cy="185142"/>
          </a:xfrm>
        </p:grpSpPr>
        <p:sp>
          <p:nvSpPr>
            <p:cNvPr id="16" name="Freeform 14">
              <a:extLst>
                <a:ext uri="{FF2B5EF4-FFF2-40B4-BE49-F238E27FC236}">
                  <a16:creationId xmlns:a16="http://schemas.microsoft.com/office/drawing/2014/main" id="{BCC948A5-60A4-CDDA-018F-91C1367DBA95}"/>
                </a:ext>
              </a:extLst>
            </p:cNvPr>
            <p:cNvSpPr>
              <a:spLocks/>
            </p:cNvSpPr>
            <p:nvPr/>
          </p:nvSpPr>
          <p:spPr bwMode="auto">
            <a:xfrm>
              <a:off x="2453613" y="1731166"/>
              <a:ext cx="165553" cy="135614"/>
            </a:xfrm>
            <a:custGeom>
              <a:avLst/>
              <a:gdLst>
                <a:gd name="T0" fmla="*/ 371 w 1257"/>
                <a:gd name="T1" fmla="*/ 729 h 1029"/>
                <a:gd name="T2" fmla="*/ 204 w 1257"/>
                <a:gd name="T3" fmla="*/ 562 h 1029"/>
                <a:gd name="T4" fmla="*/ 35 w 1257"/>
                <a:gd name="T5" fmla="*/ 562 h 1029"/>
                <a:gd name="T6" fmla="*/ 0 w 1257"/>
                <a:gd name="T7" fmla="*/ 647 h 1029"/>
                <a:gd name="T8" fmla="*/ 35 w 1257"/>
                <a:gd name="T9" fmla="*/ 731 h 1029"/>
                <a:gd name="T10" fmla="*/ 286 w 1257"/>
                <a:gd name="T11" fmla="*/ 982 h 1029"/>
                <a:gd name="T12" fmla="*/ 455 w 1257"/>
                <a:gd name="T13" fmla="*/ 982 h 1029"/>
                <a:gd name="T14" fmla="*/ 1222 w 1257"/>
                <a:gd name="T15" fmla="*/ 216 h 1029"/>
                <a:gd name="T16" fmla="*/ 1257 w 1257"/>
                <a:gd name="T17" fmla="*/ 131 h 1029"/>
                <a:gd name="T18" fmla="*/ 1222 w 1257"/>
                <a:gd name="T19" fmla="*/ 47 h 1029"/>
                <a:gd name="T20" fmla="*/ 1052 w 1257"/>
                <a:gd name="T21" fmla="*/ 47 h 1029"/>
                <a:gd name="T22" fmla="*/ 371 w 1257"/>
                <a:gd name="T23" fmla="*/ 729 h 10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257" h="1029">
                  <a:moveTo>
                    <a:pt x="371" y="729"/>
                  </a:moveTo>
                  <a:cubicBezTo>
                    <a:pt x="204" y="562"/>
                    <a:pt x="204" y="562"/>
                    <a:pt x="204" y="562"/>
                  </a:cubicBezTo>
                  <a:cubicBezTo>
                    <a:pt x="158" y="515"/>
                    <a:pt x="82" y="515"/>
                    <a:pt x="35" y="562"/>
                  </a:cubicBezTo>
                  <a:cubicBezTo>
                    <a:pt x="12" y="585"/>
                    <a:pt x="0" y="615"/>
                    <a:pt x="0" y="647"/>
                  </a:cubicBezTo>
                  <a:cubicBezTo>
                    <a:pt x="0" y="679"/>
                    <a:pt x="12" y="709"/>
                    <a:pt x="35" y="731"/>
                  </a:cubicBezTo>
                  <a:cubicBezTo>
                    <a:pt x="286" y="982"/>
                    <a:pt x="286" y="982"/>
                    <a:pt x="286" y="982"/>
                  </a:cubicBezTo>
                  <a:cubicBezTo>
                    <a:pt x="333" y="1029"/>
                    <a:pt x="408" y="1029"/>
                    <a:pt x="455" y="982"/>
                  </a:cubicBezTo>
                  <a:cubicBezTo>
                    <a:pt x="1222" y="216"/>
                    <a:pt x="1222" y="216"/>
                    <a:pt x="1222" y="216"/>
                  </a:cubicBezTo>
                  <a:cubicBezTo>
                    <a:pt x="1244" y="193"/>
                    <a:pt x="1257" y="163"/>
                    <a:pt x="1257" y="131"/>
                  </a:cubicBezTo>
                  <a:cubicBezTo>
                    <a:pt x="1257" y="99"/>
                    <a:pt x="1244" y="69"/>
                    <a:pt x="1222" y="47"/>
                  </a:cubicBezTo>
                  <a:cubicBezTo>
                    <a:pt x="1175" y="0"/>
                    <a:pt x="1099" y="0"/>
                    <a:pt x="1052" y="47"/>
                  </a:cubicBezTo>
                  <a:lnTo>
                    <a:pt x="371" y="729"/>
                  </a:lnTo>
                  <a:close/>
                </a:path>
              </a:pathLst>
            </a:custGeom>
            <a:solidFill>
              <a:srgbClr val="D35229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3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solidFill>
                    <a:srgbClr val="4472C4">
                      <a:shade val="15000"/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a시월구일1"/>
                <a:ea typeface="a시월구일1"/>
                <a:cs typeface="+mn-cs"/>
              </a:endParaRPr>
            </a:p>
          </p:txBody>
        </p:sp>
        <p:sp>
          <p:nvSpPr>
            <p:cNvPr id="17" name="Freeform 13">
              <a:extLst>
                <a:ext uri="{FF2B5EF4-FFF2-40B4-BE49-F238E27FC236}">
                  <a16:creationId xmlns:a16="http://schemas.microsoft.com/office/drawing/2014/main" id="{A8A18898-E0AF-98CB-1D73-88DABB8C4602}"/>
                </a:ext>
              </a:extLst>
            </p:cNvPr>
            <p:cNvSpPr>
              <a:spLocks/>
            </p:cNvSpPr>
            <p:nvPr/>
          </p:nvSpPr>
          <p:spPr bwMode="auto">
            <a:xfrm>
              <a:off x="2413046" y="1750032"/>
              <a:ext cx="166166" cy="166276"/>
            </a:xfrm>
            <a:custGeom>
              <a:avLst/>
              <a:gdLst>
                <a:gd name="T0" fmla="*/ 0 w 1262"/>
                <a:gd name="T1" fmla="*/ 1184 h 1262"/>
                <a:gd name="T2" fmla="*/ 0 w 1262"/>
                <a:gd name="T3" fmla="*/ 78 h 1262"/>
                <a:gd name="T4" fmla="*/ 78 w 1262"/>
                <a:gd name="T5" fmla="*/ 0 h 1262"/>
                <a:gd name="T6" fmla="*/ 1059 w 1262"/>
                <a:gd name="T7" fmla="*/ 0 h 1262"/>
                <a:gd name="T8" fmla="*/ 903 w 1262"/>
                <a:gd name="T9" fmla="*/ 156 h 1262"/>
                <a:gd name="T10" fmla="*/ 156 w 1262"/>
                <a:gd name="T11" fmla="*/ 156 h 1262"/>
                <a:gd name="T12" fmla="*/ 156 w 1262"/>
                <a:gd name="T13" fmla="*/ 1106 h 1262"/>
                <a:gd name="T14" fmla="*/ 1106 w 1262"/>
                <a:gd name="T15" fmla="*/ 1106 h 1262"/>
                <a:gd name="T16" fmla="*/ 1106 w 1262"/>
                <a:gd name="T17" fmla="*/ 702 h 1262"/>
                <a:gd name="T18" fmla="*/ 1262 w 1262"/>
                <a:gd name="T19" fmla="*/ 546 h 1262"/>
                <a:gd name="T20" fmla="*/ 1262 w 1262"/>
                <a:gd name="T21" fmla="*/ 1184 h 1262"/>
                <a:gd name="T22" fmla="*/ 1184 w 1262"/>
                <a:gd name="T23" fmla="*/ 1262 h 1262"/>
                <a:gd name="T24" fmla="*/ 78 w 1262"/>
                <a:gd name="T25" fmla="*/ 1262 h 1262"/>
                <a:gd name="T26" fmla="*/ 0 w 1262"/>
                <a:gd name="T27" fmla="*/ 1184 h 12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262" h="1262">
                  <a:moveTo>
                    <a:pt x="0" y="1184"/>
                  </a:moveTo>
                  <a:cubicBezTo>
                    <a:pt x="0" y="78"/>
                    <a:pt x="0" y="78"/>
                    <a:pt x="0" y="78"/>
                  </a:cubicBezTo>
                  <a:cubicBezTo>
                    <a:pt x="0" y="35"/>
                    <a:pt x="35" y="0"/>
                    <a:pt x="78" y="0"/>
                  </a:cubicBezTo>
                  <a:cubicBezTo>
                    <a:pt x="1059" y="0"/>
                    <a:pt x="1059" y="0"/>
                    <a:pt x="1059" y="0"/>
                  </a:cubicBezTo>
                  <a:cubicBezTo>
                    <a:pt x="903" y="156"/>
                    <a:pt x="903" y="156"/>
                    <a:pt x="903" y="156"/>
                  </a:cubicBezTo>
                  <a:cubicBezTo>
                    <a:pt x="156" y="156"/>
                    <a:pt x="156" y="156"/>
                    <a:pt x="156" y="156"/>
                  </a:cubicBezTo>
                  <a:cubicBezTo>
                    <a:pt x="156" y="1106"/>
                    <a:pt x="156" y="1106"/>
                    <a:pt x="156" y="1106"/>
                  </a:cubicBezTo>
                  <a:cubicBezTo>
                    <a:pt x="1106" y="1106"/>
                    <a:pt x="1106" y="1106"/>
                    <a:pt x="1106" y="1106"/>
                  </a:cubicBezTo>
                  <a:cubicBezTo>
                    <a:pt x="1106" y="702"/>
                    <a:pt x="1106" y="702"/>
                    <a:pt x="1106" y="702"/>
                  </a:cubicBezTo>
                  <a:cubicBezTo>
                    <a:pt x="1262" y="546"/>
                    <a:pt x="1262" y="546"/>
                    <a:pt x="1262" y="546"/>
                  </a:cubicBezTo>
                  <a:cubicBezTo>
                    <a:pt x="1262" y="1184"/>
                    <a:pt x="1262" y="1184"/>
                    <a:pt x="1262" y="1184"/>
                  </a:cubicBezTo>
                  <a:cubicBezTo>
                    <a:pt x="1262" y="1227"/>
                    <a:pt x="1227" y="1262"/>
                    <a:pt x="1184" y="1262"/>
                  </a:cubicBezTo>
                  <a:cubicBezTo>
                    <a:pt x="78" y="1262"/>
                    <a:pt x="78" y="1262"/>
                    <a:pt x="78" y="1262"/>
                  </a:cubicBezTo>
                  <a:cubicBezTo>
                    <a:pt x="35" y="1262"/>
                    <a:pt x="0" y="1227"/>
                    <a:pt x="0" y="1184"/>
                  </a:cubicBezTo>
                  <a:close/>
                </a:path>
              </a:pathLst>
            </a:custGeom>
            <a:solidFill>
              <a:srgbClr val="D35229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3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solidFill>
                    <a:srgbClr val="4472C4">
                      <a:shade val="15000"/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a시월구일1"/>
                <a:ea typeface="a시월구일1"/>
                <a:cs typeface="+mn-cs"/>
              </a:endParaRP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7754E284-46DF-0DC2-AF21-8B769603F84D}"/>
              </a:ext>
            </a:extLst>
          </p:cNvPr>
          <p:cNvSpPr txBox="1"/>
          <p:nvPr/>
        </p:nvSpPr>
        <p:spPr>
          <a:xfrm>
            <a:off x="836484" y="1963439"/>
            <a:ext cx="6096000" cy="3447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>
                <a:ln>
                  <a:solidFill>
                    <a:srgbClr val="566652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Samsung Sharp Sans Medium" pitchFamily="2" charset="0"/>
              </a:rPr>
              <a:t>Busan &amp; other cities offer </a:t>
            </a:r>
            <a:r>
              <a:rPr kumimoji="0" lang="ko-KR" altLang="en-US" sz="1600" b="0" i="0" u="none" strike="noStrike" kern="1200" cap="none" spc="0" normalizeH="0" baseline="0" noProof="0">
                <a:ln>
                  <a:solidFill>
                    <a:srgbClr val="566652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Samsung Sharp Sans Medium" pitchFamily="2" charset="0"/>
              </a:rPr>
              <a:t>아이콘 </a:t>
            </a:r>
            <a:r>
              <a:rPr kumimoji="0" lang="en-US" altLang="ko-KR" sz="1600" b="0" i="0" u="none" strike="noStrike" kern="1200" cap="none" spc="0" normalizeH="0" baseline="0" noProof="0">
                <a:ln>
                  <a:solidFill>
                    <a:srgbClr val="566652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Samsung Sharp Sans Medium" pitchFamily="2" charset="0"/>
              </a:rPr>
              <a:t>+ </a:t>
            </a:r>
            <a:r>
              <a:rPr kumimoji="0" lang="ko-KR" altLang="en-US" sz="1600" b="0" i="0" u="none" strike="noStrike" kern="1200" cap="none" spc="0" normalizeH="0" baseline="0" noProof="0">
                <a:ln>
                  <a:solidFill>
                    <a:srgbClr val="566652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Samsung Sharp Sans Medium" pitchFamily="2" charset="0"/>
              </a:rPr>
              <a:t>텍스트로 구분해주기</a:t>
            </a:r>
            <a:endParaRPr kumimoji="0" lang="en-US" altLang="ko-KR" sz="1600" b="0" i="0" u="none" strike="noStrike" kern="1200" cap="none" spc="0" normalizeH="0" baseline="0" noProof="0">
              <a:ln>
                <a:solidFill>
                  <a:srgbClr val="566652">
                    <a:alpha val="0"/>
                  </a:srgbClr>
                </a:solidFill>
              </a:ln>
              <a:solidFill>
                <a:prstClr val="black"/>
              </a:solidFill>
              <a:effectLst/>
              <a:uLnTx/>
              <a:uFillTx/>
              <a:latin typeface="페이퍼로지 5 Medium" pitchFamily="2" charset="-127"/>
              <a:ea typeface="페이퍼로지 5 Medium" pitchFamily="2" charset="-127"/>
              <a:cs typeface="Samsung Sharp Sans Medium" pitchFamily="2" charset="0"/>
            </a:endParaRPr>
          </a:p>
        </p:txBody>
      </p:sp>
      <p:sp>
        <p:nvSpPr>
          <p:cNvPr id="19" name="TextBox 4">
            <a:extLst>
              <a:ext uri="{FF2B5EF4-FFF2-40B4-BE49-F238E27FC236}">
                <a16:creationId xmlns:a16="http://schemas.microsoft.com/office/drawing/2014/main" id="{2E7908EC-3650-9040-15D5-64F69FCFD4D4}"/>
              </a:ext>
            </a:extLst>
          </p:cNvPr>
          <p:cNvSpPr txBox="1"/>
          <p:nvPr/>
        </p:nvSpPr>
        <p:spPr>
          <a:xfrm>
            <a:off x="738515" y="2625088"/>
            <a:ext cx="3773884" cy="45102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0" cap="none" spc="0" normalizeH="0" baseline="0" noProof="0">
                <a:ln>
                  <a:solidFill>
                    <a:srgbClr val="156082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페이퍼로지 7 Bold" pitchFamily="2" charset="-127"/>
                <a:ea typeface="페이퍼로지 7 Bold" pitchFamily="2" charset="-127"/>
                <a:cs typeface="+mn-cs"/>
              </a:rPr>
              <a:t>그냥 짝대기 </a:t>
            </a:r>
            <a:r>
              <a:rPr kumimoji="0" lang="en-US" altLang="ko-KR" sz="1800" b="0" i="0" u="none" strike="noStrike" kern="0" cap="none" spc="0" normalizeH="0" baseline="0" noProof="0">
                <a:ln>
                  <a:solidFill>
                    <a:srgbClr val="156082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페이퍼로지 7 Bold" pitchFamily="2" charset="-127"/>
                <a:ea typeface="페이퍼로지 7 Bold" pitchFamily="2" charset="-127"/>
                <a:cs typeface="+mn-cs"/>
              </a:rPr>
              <a:t>+ </a:t>
            </a:r>
            <a:r>
              <a:rPr kumimoji="0" lang="ko-KR" altLang="en-US" sz="1800" b="0" i="0" u="none" strike="noStrike" kern="0" cap="none" spc="0" normalizeH="0" baseline="0" noProof="0">
                <a:ln>
                  <a:solidFill>
                    <a:srgbClr val="156082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페이퍼로지 7 Bold" pitchFamily="2" charset="-127"/>
                <a:ea typeface="페이퍼로지 7 Bold" pitchFamily="2" charset="-127"/>
                <a:cs typeface="+mn-cs"/>
              </a:rPr>
              <a:t>굵은 소제목</a:t>
            </a:r>
            <a:endParaRPr kumimoji="0" lang="ko-KR" altLang="en-US" sz="1800" b="0" i="0" u="none" strike="noStrike" kern="0" cap="none" spc="0" normalizeH="0" baseline="0" noProof="0" dirty="0">
              <a:ln>
                <a:solidFill>
                  <a:srgbClr val="156082">
                    <a:alpha val="0"/>
                  </a:srgbClr>
                </a:solidFill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페이퍼로지 7 Bold" pitchFamily="2" charset="-127"/>
              <a:ea typeface="페이퍼로지 7 Bold" pitchFamily="2" charset="-127"/>
              <a:cs typeface="+mn-cs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F576DF86-A68F-89CC-2402-7969E3461C5B}"/>
              </a:ext>
            </a:extLst>
          </p:cNvPr>
          <p:cNvSpPr/>
          <p:nvPr/>
        </p:nvSpPr>
        <p:spPr>
          <a:xfrm>
            <a:off x="669070" y="2775277"/>
            <a:ext cx="49609" cy="244470"/>
          </a:xfrm>
          <a:prstGeom prst="rect">
            <a:avLst/>
          </a:prstGeom>
          <a:solidFill>
            <a:srgbClr val="1BCAC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99940887-A86B-1B59-AEFE-98C717F4F7AC}"/>
              </a:ext>
            </a:extLst>
          </p:cNvPr>
          <p:cNvSpPr/>
          <p:nvPr/>
        </p:nvSpPr>
        <p:spPr>
          <a:xfrm>
            <a:off x="548604" y="3459756"/>
            <a:ext cx="7994212" cy="295376"/>
          </a:xfrm>
          <a:prstGeom prst="rect">
            <a:avLst/>
          </a:prstGeom>
          <a:solidFill>
            <a:srgbClr val="EA4C4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16CC93B0-6E93-DBF1-34C1-696C0454F770}"/>
              </a:ext>
            </a:extLst>
          </p:cNvPr>
          <p:cNvGrpSpPr/>
          <p:nvPr/>
        </p:nvGrpSpPr>
        <p:grpSpPr>
          <a:xfrm>
            <a:off x="624849" y="3516624"/>
            <a:ext cx="173978" cy="173976"/>
            <a:chOff x="631871" y="1382565"/>
            <a:chExt cx="203494" cy="203492"/>
          </a:xfrm>
        </p:grpSpPr>
        <p:sp>
          <p:nvSpPr>
            <p:cNvPr id="23" name="Rectangle 6">
              <a:extLst>
                <a:ext uri="{FF2B5EF4-FFF2-40B4-BE49-F238E27FC236}">
                  <a16:creationId xmlns:a16="http://schemas.microsoft.com/office/drawing/2014/main" id="{58516A6F-597A-0912-9795-57AA65299CA9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631871" y="1382565"/>
              <a:ext cx="203494" cy="203492"/>
            </a:xfrm>
            <a:prstGeom prst="round1Rect">
              <a:avLst>
                <a:gd name="adj" fmla="val 35590"/>
              </a:avLst>
            </a:prstGeom>
            <a:solidFill>
              <a:srgbClr val="FFFF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700" b="0" i="0" u="none" strike="noStrike" kern="1200" cap="none" spc="0" normalizeH="0" baseline="0" noProof="0" dirty="0">
                <a:ln w="0">
                  <a:solidFill>
                    <a:srgbClr val="C5D31A">
                      <a:alpha val="0"/>
                    </a:srgbClr>
                  </a:solidFill>
                </a:ln>
                <a:solidFill>
                  <a:srgbClr val="FFD400"/>
                </a:solidFill>
                <a:effectLst/>
                <a:uLnTx/>
                <a:uFillTx/>
                <a:latin typeface="맑은 고딕" panose="020F0502020204030204"/>
                <a:ea typeface="맑은 고딕"/>
                <a:cs typeface="+mn-cs"/>
              </a:endParaRPr>
            </a:p>
          </p:txBody>
        </p:sp>
        <p:sp>
          <p:nvSpPr>
            <p:cNvPr id="24" name="Freeform 7">
              <a:extLst>
                <a:ext uri="{FF2B5EF4-FFF2-40B4-BE49-F238E27FC236}">
                  <a16:creationId xmlns:a16="http://schemas.microsoft.com/office/drawing/2014/main" id="{E036BB59-EB6F-EC26-A2DD-62881E70EDD1}"/>
                </a:ext>
              </a:extLst>
            </p:cNvPr>
            <p:cNvSpPr>
              <a:spLocks/>
            </p:cNvSpPr>
            <p:nvPr/>
          </p:nvSpPr>
          <p:spPr bwMode="auto">
            <a:xfrm>
              <a:off x="697258" y="1419425"/>
              <a:ext cx="91053" cy="129772"/>
            </a:xfrm>
            <a:custGeom>
              <a:avLst/>
              <a:gdLst>
                <a:gd name="T0" fmla="*/ 83 w 298"/>
                <a:gd name="T1" fmla="*/ 426 h 426"/>
                <a:gd name="T2" fmla="*/ 0 w 298"/>
                <a:gd name="T3" fmla="*/ 343 h 426"/>
                <a:gd name="T4" fmla="*/ 131 w 298"/>
                <a:gd name="T5" fmla="*/ 214 h 426"/>
                <a:gd name="T6" fmla="*/ 0 w 298"/>
                <a:gd name="T7" fmla="*/ 83 h 426"/>
                <a:gd name="T8" fmla="*/ 83 w 298"/>
                <a:gd name="T9" fmla="*/ 0 h 426"/>
                <a:gd name="T10" fmla="*/ 298 w 298"/>
                <a:gd name="T11" fmla="*/ 214 h 426"/>
                <a:gd name="T12" fmla="*/ 83 w 298"/>
                <a:gd name="T13" fmla="*/ 426 h 4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98" h="426">
                  <a:moveTo>
                    <a:pt x="83" y="426"/>
                  </a:moveTo>
                  <a:lnTo>
                    <a:pt x="0" y="343"/>
                  </a:lnTo>
                  <a:lnTo>
                    <a:pt x="131" y="214"/>
                  </a:lnTo>
                  <a:lnTo>
                    <a:pt x="0" y="83"/>
                  </a:lnTo>
                  <a:lnTo>
                    <a:pt x="83" y="0"/>
                  </a:lnTo>
                  <a:lnTo>
                    <a:pt x="298" y="214"/>
                  </a:lnTo>
                  <a:lnTo>
                    <a:pt x="83" y="426"/>
                  </a:lnTo>
                  <a:close/>
                </a:path>
              </a:pathLst>
            </a:custGeom>
            <a:solidFill>
              <a:srgbClr val="EA4C4B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700" b="0" i="0" u="none" strike="noStrike" kern="1200" cap="none" spc="0" normalizeH="0" baseline="0" noProof="0" dirty="0">
                <a:ln w="0">
                  <a:solidFill>
                    <a:srgbClr val="C5D31A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/>
                <a:cs typeface="+mn-cs"/>
              </a:endParaRPr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893708D3-0106-EAC1-BFFF-BEA121A58C00}"/>
              </a:ext>
            </a:extLst>
          </p:cNvPr>
          <p:cNvSpPr txBox="1"/>
          <p:nvPr/>
        </p:nvSpPr>
        <p:spPr>
          <a:xfrm>
            <a:off x="854730" y="3457919"/>
            <a:ext cx="7466641" cy="24814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R="0" lvl="0" indent="0" defTabSz="1257300" fontAlgn="auto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44475" algn="l"/>
                <a:tab pos="571500" algn="l"/>
                <a:tab pos="1257300" algn="l"/>
              </a:tabLst>
              <a:defRPr kumimoji="0" sz="1200" b="1" i="0" u="none" strike="noStrike" kern="0" cap="none" spc="0" normalizeH="0" baseline="0">
                <a:ln>
                  <a:solidFill>
                    <a:srgbClr val="17A3BF">
                      <a:shade val="50000"/>
                      <a:alpha val="0"/>
                    </a:srgbClr>
                  </a:solidFill>
                </a:ln>
                <a:solidFill>
                  <a:srgbClr val="0D308B"/>
                </a:solidFill>
                <a:effectLst/>
                <a:uLnTx/>
                <a:uFillTx/>
                <a:latin typeface="a시월구일2"/>
                <a:ea typeface="a시월구일2"/>
                <a:cs typeface="고도 M"/>
              </a:defRPr>
            </a:lvl1pPr>
          </a:lstStyle>
          <a:p>
            <a:pPr marL="0" marR="0" lvl="0" indent="0" algn="l" defTabSz="1676358" rtl="0" eaLnBrk="1" fontAlgn="auto" latinLnBrk="0" hangingPunct="1">
              <a:lnSpc>
                <a:spcPts val="213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25959" algn="l"/>
                <a:tab pos="761981" algn="l"/>
                <a:tab pos="1676358" algn="l"/>
              </a:tabLst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최종 목표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:  AI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기반 스마트 횡단보도 시스템 개발 및 자율주행차 또는 일반주행차 충돌 예측 정보 제공 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F07165E-5961-B307-C0B6-3C16B655A3EE}"/>
              </a:ext>
            </a:extLst>
          </p:cNvPr>
          <p:cNvSpPr txBox="1"/>
          <p:nvPr/>
        </p:nvSpPr>
        <p:spPr>
          <a:xfrm>
            <a:off x="559954" y="3809832"/>
            <a:ext cx="7982861" cy="1322863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174625" marR="0" lvl="0" indent="-174625" algn="l" defTabSz="914400" rtl="0" eaLnBrk="1" fontAlgn="auto" latinLnBrk="1" hangingPunct="1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050" b="0" i="0" u="none" strike="noStrike" kern="1200" cap="none" spc="0" normalizeH="0" baseline="0" noProof="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카메라와 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Lidar 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기술을 접목하여 카메라의 시각적 분석 향상으로 보행자와 차량의 위치간 거리를 정확하게 식별 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EA4C4B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(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EA4C4B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충돌 예측 알고리즘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EA4C4B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)  </a:t>
            </a:r>
          </a:p>
          <a:p>
            <a:pPr marL="174625" marR="0" lvl="0" indent="-174625" algn="l" defTabSz="914400" rtl="0" eaLnBrk="1" fontAlgn="auto" latinLnBrk="1" hangingPunct="1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1050" b="0" i="0" u="none" strike="noStrike" kern="1200" cap="none" spc="0" normalizeH="0" baseline="0" noProof="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Vision 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기반의 보행자 행동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(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횡단 의도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)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을 분석하여 자율주행차의 주행판단 예측 정보 제공 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EA4C4B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(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EA4C4B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정보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EA4C4B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: 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EA4C4B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실시간 위험 알림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EA4C4B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, 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EA4C4B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얼굴인식 기능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EA4C4B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) </a:t>
            </a:r>
          </a:p>
          <a:p>
            <a:pPr marL="174625" marR="0" lvl="0" indent="-174625" algn="l" defTabSz="914400" rtl="0" eaLnBrk="1" fontAlgn="auto" latinLnBrk="1" hangingPunct="1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050" b="0" i="0" u="none" strike="noStrike" kern="1200" cap="none" spc="0" normalizeH="0" baseline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서비스 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제공 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EA4C4B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(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EA4C4B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얼굴인식 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EA4C4B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DB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EA4C4B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를 통한 개인별 위험경고 알림 서비스 제공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EA4C4B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) </a:t>
            </a:r>
          </a:p>
          <a:p>
            <a:pPr marL="174625" marR="0" lvl="0" indent="-174625" algn="l" defTabSz="914400" rtl="0" eaLnBrk="1" fontAlgn="auto" latinLnBrk="1" hangingPunct="1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050" b="0" i="0" u="none" strike="noStrike" kern="1200" cap="none" spc="0" normalizeH="0" baseline="0" noProof="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횡단보도 구간 차량과 보행자의 교통사고 발생되는 시나리오 대한 예측 및 알림 서비스 개발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/>
            </a:r>
            <a:br>
              <a:rPr kumimoji="0" lang="en-US" altLang="ko-KR" sz="1050" b="0" i="0" u="none" strike="noStrike" kern="1200" cap="none" spc="0" normalizeH="0" baseline="0" noProof="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</a:br>
            <a:r>
              <a:rPr kumimoji="0" lang="en-US" altLang="ko-KR" sz="1050" b="0" i="0" u="none" strike="noStrike" kern="1200" cap="none" spc="0" normalizeH="0" baseline="0" noProof="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EA4C4B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(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EA4C4B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시나리오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EA4C4B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: 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EA4C4B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보행자의 속도 변화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EA4C4B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, 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EA4C4B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정지한 차량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EA4C4B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, 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EA4C4B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무단횡단 등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EA4C4B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)</a:t>
            </a:r>
          </a:p>
        </p:txBody>
      </p:sp>
      <p:sp>
        <p:nvSpPr>
          <p:cNvPr id="30" name="Rectangle 6">
            <a:extLst>
              <a:ext uri="{FF2B5EF4-FFF2-40B4-BE49-F238E27FC236}">
                <a16:creationId xmlns:a16="http://schemas.microsoft.com/office/drawing/2014/main" id="{AC563A6B-035D-374E-3629-D6A2D57EBB44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624849" y="5321566"/>
            <a:ext cx="173978" cy="173976"/>
          </a:xfrm>
          <a:prstGeom prst="round1Rect">
            <a:avLst>
              <a:gd name="adj" fmla="val 35590"/>
            </a:avLst>
          </a:prstGeom>
          <a:solidFill>
            <a:srgbClr val="0740BB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700" b="0" i="0" u="none" strike="noStrike" kern="1200" cap="none" spc="0" normalizeH="0" baseline="0" noProof="0" dirty="0">
              <a:ln w="0">
                <a:solidFill>
                  <a:srgbClr val="C5D31A">
                    <a:alpha val="0"/>
                  </a:srgbClr>
                </a:solidFill>
              </a:ln>
              <a:solidFill>
                <a:srgbClr val="FFD400"/>
              </a:solidFill>
              <a:effectLst/>
              <a:uLnTx/>
              <a:uFillTx/>
              <a:latin typeface="맑은 고딕" panose="020F0502020204030204"/>
              <a:ea typeface="맑은 고딕"/>
              <a:cs typeface="+mn-cs"/>
            </a:endParaRPr>
          </a:p>
        </p:txBody>
      </p:sp>
      <p:sp>
        <p:nvSpPr>
          <p:cNvPr id="31" name="Freeform 7">
            <a:extLst>
              <a:ext uri="{FF2B5EF4-FFF2-40B4-BE49-F238E27FC236}">
                <a16:creationId xmlns:a16="http://schemas.microsoft.com/office/drawing/2014/main" id="{FD7D85DD-99E1-B203-EC6B-450229F4DB7B}"/>
              </a:ext>
            </a:extLst>
          </p:cNvPr>
          <p:cNvSpPr>
            <a:spLocks/>
          </p:cNvSpPr>
          <p:nvPr/>
        </p:nvSpPr>
        <p:spPr bwMode="auto">
          <a:xfrm>
            <a:off x="680752" y="5353080"/>
            <a:ext cx="77846" cy="110949"/>
          </a:xfrm>
          <a:custGeom>
            <a:avLst/>
            <a:gdLst>
              <a:gd name="T0" fmla="*/ 83 w 298"/>
              <a:gd name="T1" fmla="*/ 426 h 426"/>
              <a:gd name="T2" fmla="*/ 0 w 298"/>
              <a:gd name="T3" fmla="*/ 343 h 426"/>
              <a:gd name="T4" fmla="*/ 131 w 298"/>
              <a:gd name="T5" fmla="*/ 214 h 426"/>
              <a:gd name="T6" fmla="*/ 0 w 298"/>
              <a:gd name="T7" fmla="*/ 83 h 426"/>
              <a:gd name="T8" fmla="*/ 83 w 298"/>
              <a:gd name="T9" fmla="*/ 0 h 426"/>
              <a:gd name="T10" fmla="*/ 298 w 298"/>
              <a:gd name="T11" fmla="*/ 214 h 426"/>
              <a:gd name="T12" fmla="*/ 83 w 298"/>
              <a:gd name="T13" fmla="*/ 426 h 4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98" h="426">
                <a:moveTo>
                  <a:pt x="83" y="426"/>
                </a:moveTo>
                <a:lnTo>
                  <a:pt x="0" y="343"/>
                </a:lnTo>
                <a:lnTo>
                  <a:pt x="131" y="214"/>
                </a:lnTo>
                <a:lnTo>
                  <a:pt x="0" y="83"/>
                </a:lnTo>
                <a:lnTo>
                  <a:pt x="83" y="0"/>
                </a:lnTo>
                <a:lnTo>
                  <a:pt x="298" y="214"/>
                </a:lnTo>
                <a:lnTo>
                  <a:pt x="83" y="42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700" b="0" i="0" u="none" strike="noStrike" kern="1200" cap="none" spc="0" normalizeH="0" baseline="0" noProof="0" dirty="0">
              <a:ln w="0">
                <a:solidFill>
                  <a:srgbClr val="C5D31A">
                    <a:alpha val="0"/>
                  </a:srgbClr>
                </a:solidFill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/>
              <a:cs typeface="+mn-cs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8BC6940-739E-F714-4C99-4A9B4973BC5F}"/>
              </a:ext>
            </a:extLst>
          </p:cNvPr>
          <p:cNvSpPr txBox="1"/>
          <p:nvPr/>
        </p:nvSpPr>
        <p:spPr>
          <a:xfrm>
            <a:off x="866160" y="5262861"/>
            <a:ext cx="7466641" cy="24814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R="0" lvl="0" indent="0" defTabSz="1257300" fontAlgn="auto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44475" algn="l"/>
                <a:tab pos="571500" algn="l"/>
                <a:tab pos="1257300" algn="l"/>
              </a:tabLst>
              <a:defRPr kumimoji="0" sz="1200" b="1" i="0" u="none" strike="noStrike" kern="0" cap="none" spc="0" normalizeH="0" baseline="0">
                <a:ln>
                  <a:solidFill>
                    <a:srgbClr val="17A3BF">
                      <a:shade val="50000"/>
                      <a:alpha val="0"/>
                    </a:srgbClr>
                  </a:solidFill>
                </a:ln>
                <a:solidFill>
                  <a:srgbClr val="0D308B"/>
                </a:solidFill>
                <a:effectLst/>
                <a:uLnTx/>
                <a:uFillTx/>
                <a:latin typeface="a시월구일2"/>
                <a:ea typeface="a시월구일2"/>
                <a:cs typeface="고도 M"/>
              </a:defRPr>
            </a:lvl1pPr>
          </a:lstStyle>
          <a:p>
            <a:pPr marL="0" marR="0" lvl="0" indent="0" algn="l" defTabSz="1676358" rtl="0" eaLnBrk="1" fontAlgn="auto" latinLnBrk="0" hangingPunct="1">
              <a:lnSpc>
                <a:spcPts val="213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25959" algn="l"/>
                <a:tab pos="761981" algn="l"/>
                <a:tab pos="1676358" algn="l"/>
              </a:tabLst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최종 목표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:  AI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기반 스마트 횡단보도 시스템 개발 및 자율주행차 또는 일반주행차 충돌 예측 정보 제공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9B87DEA-4B23-E7C7-CA08-CA0181663D3B}"/>
              </a:ext>
            </a:extLst>
          </p:cNvPr>
          <p:cNvSpPr txBox="1"/>
          <p:nvPr/>
        </p:nvSpPr>
        <p:spPr>
          <a:xfrm>
            <a:off x="628649" y="513219"/>
            <a:ext cx="5724526" cy="369332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-5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까리뽕쌈한 </a:t>
            </a:r>
            <a:r>
              <a:rPr kumimoji="0" lang="ko-KR" altLang="en-US" sz="1800" b="0" i="0" u="none" strike="noStrike" kern="1200" cap="none" spc="-5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FA6502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소제목</a:t>
            </a:r>
            <a:r>
              <a:rPr kumimoji="0" lang="ko-KR" altLang="en-US" sz="1800" b="0" i="0" u="none" strike="noStrike" kern="1200" cap="none" spc="-5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으로 팀장님한테 </a:t>
            </a:r>
            <a:r>
              <a:rPr kumimoji="0" lang="ko-KR" altLang="en-US" sz="1800" b="0" i="0" u="none" strike="noStrike" kern="1200" cap="none" spc="-5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FA6502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쿠사리 안먹기  </a:t>
            </a:r>
            <a:endParaRPr kumimoji="0" lang="en-US" altLang="ko-KR" sz="1800" b="0" i="0" u="none" strike="noStrike" kern="1200" cap="none" spc="-50" normalizeH="0" baseline="0" noProof="0">
              <a:ln>
                <a:solidFill>
                  <a:srgbClr val="FF0000">
                    <a:alpha val="0"/>
                  </a:srgbClr>
                </a:solidFill>
              </a:ln>
              <a:solidFill>
                <a:srgbClr val="FA6502"/>
              </a:solidFill>
              <a:effectLst/>
              <a:uLnTx/>
              <a:uFillTx/>
              <a:latin typeface="G마켓 산스 TTF Bold" panose="02000000000000000000" pitchFamily="2" charset="-127"/>
              <a:ea typeface="G마켓 산스 TTF Bold" panose="02000000000000000000" pitchFamily="2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30746304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>
        <p159:morph option="byChar"/>
      </p:transition>
    </mc:Choice>
    <mc:Fallback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66BDC33-4806-5245-6328-757BACBF7394}"/>
              </a:ext>
            </a:extLst>
          </p:cNvPr>
          <p:cNvSpPr txBox="1"/>
          <p:nvPr/>
        </p:nvSpPr>
        <p:spPr>
          <a:xfrm>
            <a:off x="628650" y="274320"/>
            <a:ext cx="1331455" cy="276999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019D6D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02. </a:t>
            </a:r>
            <a:r>
              <a:rPr kumimoji="0" lang="ko-KR" altLang="en-US" sz="1200" b="0" i="0" u="none" strike="noStrike" kern="1200" cap="none" spc="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019D6D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속도 </a:t>
            </a: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019D6D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&amp; </a:t>
            </a:r>
            <a:r>
              <a:rPr kumimoji="0" lang="ko-KR" altLang="en-US" sz="1200" b="0" i="0" u="none" strike="noStrike" kern="1200" cap="none" spc="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019D6D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구조화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861C02D0-E528-55DF-B2AD-1D3D059EF0A2}"/>
              </a:ext>
            </a:extLst>
          </p:cNvPr>
          <p:cNvCxnSpPr>
            <a:cxnSpLocks/>
          </p:cNvCxnSpPr>
          <p:nvPr/>
        </p:nvCxnSpPr>
        <p:spPr>
          <a:xfrm>
            <a:off x="628650" y="914400"/>
            <a:ext cx="10934700" cy="0"/>
          </a:xfrm>
          <a:prstGeom prst="line">
            <a:avLst/>
          </a:prstGeom>
          <a:ln w="19050">
            <a:solidFill>
              <a:srgbClr val="E0833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EC576FF9-50DD-149F-E285-DB7DE569815F}"/>
              </a:ext>
            </a:extLst>
          </p:cNvPr>
          <p:cNvSpPr txBox="1"/>
          <p:nvPr/>
        </p:nvSpPr>
        <p:spPr>
          <a:xfrm>
            <a:off x="628648" y="513219"/>
            <a:ext cx="6902451" cy="369332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-5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F4, </a:t>
            </a:r>
            <a:r>
              <a:rPr lang="ko-KR" altLang="en-US" spc="-5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FA650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반복작업을 줄여주는 </a:t>
            </a:r>
            <a:r>
              <a:rPr lang="ko-KR" altLang="en-US" spc="-50" err="1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FA650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치트키</a:t>
            </a:r>
            <a:endParaRPr lang="ko-KR" altLang="en-US" spc="-50">
              <a:ln>
                <a:solidFill>
                  <a:srgbClr val="FF0000">
                    <a:alpha val="0"/>
                  </a:srgbClr>
                </a:solidFill>
              </a:ln>
              <a:solidFill>
                <a:srgbClr val="FA650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A515B71-2EAD-76CA-2151-8EE88EC90ABF}"/>
              </a:ext>
            </a:extLst>
          </p:cNvPr>
          <p:cNvSpPr/>
          <p:nvPr/>
        </p:nvSpPr>
        <p:spPr>
          <a:xfrm>
            <a:off x="628649" y="1035130"/>
            <a:ext cx="10934702" cy="31854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※ F4</a:t>
            </a:r>
            <a:r>
              <a:rPr kumimoji="0" lang="ko-KR" altLang="en-US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는 직전에 사용한 </a:t>
            </a: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PPT</a:t>
            </a:r>
            <a:r>
              <a:rPr kumimoji="0" lang="ko-KR" altLang="en-US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의 기능을 반복함 </a:t>
            </a: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(</a:t>
            </a:r>
            <a:r>
              <a:rPr kumimoji="0" lang="ko-KR" altLang="en-US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텍스트</a:t>
            </a: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) </a:t>
            </a:r>
            <a:endParaRPr kumimoji="0" lang="ko-KR" altLang="en-US" sz="1200" b="0" i="0" u="none" strike="noStrike" kern="1200" cap="none" spc="0" normalizeH="0" baseline="0" noProof="0">
              <a:ln>
                <a:solidFill>
                  <a:srgbClr val="4472C4">
                    <a:alpha val="0"/>
                  </a:srgbClr>
                </a:solidFill>
              </a:ln>
              <a:solidFill>
                <a:srgbClr val="E7E6E6">
                  <a:lumMod val="10000"/>
                </a:srgbClr>
              </a:solidFill>
              <a:effectLst/>
              <a:uLnTx/>
              <a:uFillTx/>
              <a:latin typeface="G마켓 산스 TTF Medium" panose="02000000000000000000" pitchFamily="2" charset="-127"/>
              <a:ea typeface="G마켓 산스 TTF Medium" panose="02000000000000000000" pitchFamily="2" charset="-127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F6B931E-50BE-4134-11C2-6AFDDBED25D9}"/>
              </a:ext>
            </a:extLst>
          </p:cNvPr>
          <p:cNvSpPr txBox="1"/>
          <p:nvPr/>
        </p:nvSpPr>
        <p:spPr>
          <a:xfrm>
            <a:off x="1594524" y="2309814"/>
            <a:ext cx="2046331" cy="323165"/>
          </a:xfrm>
          <a:prstGeom prst="rect">
            <a:avLst/>
          </a:prstGeom>
          <a:noFill/>
        </p:spPr>
        <p:txBody>
          <a:bodyPr wrap="square" lIns="90000" rtlCol="0">
            <a:spAutoFit/>
          </a:bodyPr>
          <a:lstStyle>
            <a:defPPr>
              <a:defRPr lang="ko-KR"/>
            </a:defPPr>
            <a:lvl1pPr algn="ctr">
              <a:defRPr sz="160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131345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500" b="0" i="0" u="none" strike="noStrike" kern="1200" cap="none" spc="0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FA6502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01</a:t>
            </a:r>
            <a:r>
              <a:rPr kumimoji="0" lang="en-US" altLang="ko-KR" sz="1500" b="0" i="0" u="none" strike="noStrike" kern="1200" cap="none" spc="0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chemeClr val="tx1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. </a:t>
            </a:r>
            <a:r>
              <a:rPr kumimoji="0" lang="ko-KR" altLang="en-US" sz="1500" b="0" i="0" u="none" strike="noStrike" kern="1200" cap="none" spc="0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기대효과 하나</a:t>
            </a: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FE22DC3E-2FC4-1F29-0EA8-5BE29A1AEEE4}"/>
              </a:ext>
            </a:extLst>
          </p:cNvPr>
          <p:cNvCxnSpPr/>
          <p:nvPr/>
        </p:nvCxnSpPr>
        <p:spPr>
          <a:xfrm>
            <a:off x="1696884" y="2743349"/>
            <a:ext cx="1854200" cy="0"/>
          </a:xfrm>
          <a:prstGeom prst="line">
            <a:avLst/>
          </a:prstGeom>
          <a:ln>
            <a:solidFill>
              <a:srgbClr val="019D6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482EAC1C-5393-F756-A176-8F6972F6E1D4}"/>
              </a:ext>
            </a:extLst>
          </p:cNvPr>
          <p:cNvSpPr txBox="1"/>
          <p:nvPr/>
        </p:nvSpPr>
        <p:spPr>
          <a:xfrm>
            <a:off x="1594525" y="2853718"/>
            <a:ext cx="2046332" cy="5586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 err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나이스한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 내용을 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나이스하게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 </a:t>
            </a:r>
          </a:p>
          <a:p>
            <a:pPr marL="0" marR="0" lvl="0" indent="0" algn="l" defTabSz="914400" rtl="0" eaLnBrk="1" fontAlgn="auto" latin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 err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레쓰고하면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 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되는부분</a:t>
            </a:r>
            <a:endParaRPr kumimoji="0" lang="ko-KR" altLang="en-US" sz="1200" b="0" i="0" u="none" strike="noStrike" kern="1200" cap="none" spc="0" normalizeH="0" baseline="0" noProof="0" dirty="0">
              <a:ln>
                <a:solidFill>
                  <a:srgbClr val="4472C4">
                    <a:shade val="50000"/>
                    <a:alpha val="0"/>
                  </a:srgbClr>
                </a:solidFill>
              </a:ln>
              <a:solidFill>
                <a:schemeClr val="bg2">
                  <a:lumMod val="25000"/>
                </a:schemeClr>
              </a:solidFill>
              <a:effectLst/>
              <a:uLnTx/>
              <a:uFillTx/>
              <a:latin typeface="G마켓 산스 TTF Medium" panose="02000000000000000000" pitchFamily="2" charset="-127"/>
              <a:ea typeface="G마켓 산스 TTF Medium" panose="02000000000000000000" pitchFamily="2" charset="-127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CA71AF0-6748-0CF8-FF79-8813538AF603}"/>
              </a:ext>
            </a:extLst>
          </p:cNvPr>
          <p:cNvSpPr txBox="1"/>
          <p:nvPr/>
        </p:nvSpPr>
        <p:spPr>
          <a:xfrm>
            <a:off x="3913397" y="2309814"/>
            <a:ext cx="2046331" cy="323165"/>
          </a:xfrm>
          <a:prstGeom prst="rect">
            <a:avLst/>
          </a:prstGeom>
          <a:noFill/>
        </p:spPr>
        <p:txBody>
          <a:bodyPr wrap="square" lIns="90000" rtlCol="0">
            <a:spAutoFit/>
          </a:bodyPr>
          <a:lstStyle>
            <a:defPPr>
              <a:defRPr lang="ko-KR"/>
            </a:defPPr>
            <a:lvl1pPr algn="ctr">
              <a:defRPr sz="160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131345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500" b="0" i="0" u="none" strike="noStrike" kern="1200" cap="none" spc="0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FA6502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02</a:t>
            </a:r>
            <a:r>
              <a:rPr kumimoji="0" lang="en-US" altLang="ko-KR" sz="1500" b="0" i="0" u="none" strike="noStrike" kern="1200" cap="none" spc="0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. </a:t>
            </a:r>
            <a:r>
              <a:rPr kumimoji="0" lang="ko-KR" altLang="en-US" sz="1500" b="0" i="0" u="none" strike="noStrike" kern="1200" cap="none" spc="0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기대효과 </a:t>
            </a:r>
            <a:r>
              <a:rPr kumimoji="0" lang="ko-KR" altLang="en-US" sz="1500" b="0" i="0" u="none" strike="noStrike" kern="1200" cap="none" spc="0" normalizeH="0" baseline="0" noProof="0" dirty="0" err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두울</a:t>
            </a:r>
            <a:endParaRPr kumimoji="0" lang="ko-KR" altLang="en-US" sz="1500" b="0" i="0" u="none" strike="noStrike" kern="1200" cap="none" spc="0" normalizeH="0" baseline="0" noProof="0" dirty="0">
              <a:ln>
                <a:solidFill>
                  <a:srgbClr val="4472C4">
                    <a:shade val="50000"/>
                    <a:alpha val="0"/>
                  </a:srgbClr>
                </a:solidFill>
              </a:ln>
              <a:solidFill>
                <a:prstClr val="black"/>
              </a:solidFill>
              <a:effectLst/>
              <a:uLnTx/>
              <a:uFillTx/>
              <a:latin typeface="G마켓 산스 TTF Bold" panose="02000000000000000000" pitchFamily="2" charset="-127"/>
              <a:ea typeface="G마켓 산스 TTF Bold" panose="02000000000000000000" pitchFamily="2" charset="-127"/>
              <a:cs typeface="+mn-cs"/>
            </a:endParaRP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3D88599F-81FB-C562-F9D6-FD5FC1B42438}"/>
              </a:ext>
            </a:extLst>
          </p:cNvPr>
          <p:cNvCxnSpPr/>
          <p:nvPr/>
        </p:nvCxnSpPr>
        <p:spPr>
          <a:xfrm>
            <a:off x="4015757" y="2743349"/>
            <a:ext cx="1854200" cy="0"/>
          </a:xfrm>
          <a:prstGeom prst="line">
            <a:avLst/>
          </a:prstGeom>
          <a:ln>
            <a:solidFill>
              <a:srgbClr val="019D6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09CA955D-4CA3-0607-1E2C-6C83B803CEDE}"/>
              </a:ext>
            </a:extLst>
          </p:cNvPr>
          <p:cNvSpPr txBox="1"/>
          <p:nvPr/>
        </p:nvSpPr>
        <p:spPr>
          <a:xfrm>
            <a:off x="3913398" y="2853718"/>
            <a:ext cx="2046332" cy="5586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 err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나이스한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 내용을 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나이스하게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 </a:t>
            </a:r>
          </a:p>
          <a:p>
            <a:pPr marL="0" marR="0" lvl="0" indent="0" algn="l" defTabSz="914400" rtl="0" eaLnBrk="1" fontAlgn="auto" latin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 err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레쓰고하면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 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되는부분</a:t>
            </a:r>
            <a:endParaRPr kumimoji="0" lang="ko-KR" altLang="en-US" sz="1200" b="0" i="0" u="none" strike="noStrike" kern="1200" cap="none" spc="0" normalizeH="0" baseline="0" noProof="0" dirty="0">
              <a:ln>
                <a:solidFill>
                  <a:srgbClr val="4472C4">
                    <a:shade val="50000"/>
                    <a:alpha val="0"/>
                  </a:srgbClr>
                </a:solidFill>
              </a:ln>
              <a:solidFill>
                <a:schemeClr val="bg2">
                  <a:lumMod val="25000"/>
                </a:schemeClr>
              </a:solidFill>
              <a:effectLst/>
              <a:uLnTx/>
              <a:uFillTx/>
              <a:latin typeface="G마켓 산스 TTF Medium" panose="02000000000000000000" pitchFamily="2" charset="-127"/>
              <a:ea typeface="G마켓 산스 TTF Medium" panose="02000000000000000000" pitchFamily="2" charset="-127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CF9F87B-BA3B-F1EB-6E78-C1EAD65B82F9}"/>
              </a:ext>
            </a:extLst>
          </p:cNvPr>
          <p:cNvSpPr txBox="1"/>
          <p:nvPr/>
        </p:nvSpPr>
        <p:spPr>
          <a:xfrm>
            <a:off x="6232270" y="2309814"/>
            <a:ext cx="2046331" cy="323165"/>
          </a:xfrm>
          <a:prstGeom prst="rect">
            <a:avLst/>
          </a:prstGeom>
          <a:noFill/>
        </p:spPr>
        <p:txBody>
          <a:bodyPr wrap="square" lIns="90000" rtlCol="0">
            <a:spAutoFit/>
          </a:bodyPr>
          <a:lstStyle>
            <a:defPPr>
              <a:defRPr lang="ko-KR"/>
            </a:defPPr>
            <a:lvl1pPr algn="ctr">
              <a:defRPr sz="160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131345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500" b="0" i="0" u="none" strike="noStrike" kern="1200" cap="none" spc="0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FA6502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03</a:t>
            </a:r>
            <a:r>
              <a:rPr kumimoji="0" lang="en-US" altLang="ko-KR" sz="1500" b="0" i="0" u="none" strike="noStrike" kern="1200" cap="none" spc="0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. </a:t>
            </a:r>
            <a:r>
              <a:rPr kumimoji="0" lang="ko-KR" altLang="en-US" sz="1500" b="0" i="0" u="none" strike="noStrike" kern="1200" cap="none" spc="0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기대효과 </a:t>
            </a:r>
            <a:r>
              <a:rPr kumimoji="0" lang="ko-KR" altLang="en-US" sz="1500" b="0" i="0" u="none" strike="noStrike" kern="1200" cap="none" spc="0" normalizeH="0" baseline="0" noProof="0" dirty="0" err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세엣</a:t>
            </a:r>
            <a:endParaRPr kumimoji="0" lang="ko-KR" altLang="en-US" sz="1500" b="0" i="0" u="none" strike="noStrike" kern="1200" cap="none" spc="0" normalizeH="0" baseline="0" noProof="0" dirty="0">
              <a:ln>
                <a:solidFill>
                  <a:srgbClr val="4472C4">
                    <a:shade val="50000"/>
                    <a:alpha val="0"/>
                  </a:srgbClr>
                </a:solidFill>
              </a:ln>
              <a:solidFill>
                <a:prstClr val="black"/>
              </a:solidFill>
              <a:effectLst/>
              <a:uLnTx/>
              <a:uFillTx/>
              <a:latin typeface="G마켓 산스 TTF Bold" panose="02000000000000000000" pitchFamily="2" charset="-127"/>
              <a:ea typeface="G마켓 산스 TTF Bold" panose="02000000000000000000" pitchFamily="2" charset="-127"/>
              <a:cs typeface="+mn-cs"/>
            </a:endParaRPr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39EEE5CE-FBDF-47C7-B63B-E35257ACB02E}"/>
              </a:ext>
            </a:extLst>
          </p:cNvPr>
          <p:cNvCxnSpPr/>
          <p:nvPr/>
        </p:nvCxnSpPr>
        <p:spPr>
          <a:xfrm>
            <a:off x="6334630" y="2743349"/>
            <a:ext cx="1854200" cy="0"/>
          </a:xfrm>
          <a:prstGeom prst="line">
            <a:avLst/>
          </a:prstGeom>
          <a:ln>
            <a:solidFill>
              <a:srgbClr val="019D6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C6CF5FF5-217B-F7F7-2784-99AB9AA97871}"/>
              </a:ext>
            </a:extLst>
          </p:cNvPr>
          <p:cNvSpPr txBox="1"/>
          <p:nvPr/>
        </p:nvSpPr>
        <p:spPr>
          <a:xfrm>
            <a:off x="6232271" y="2853718"/>
            <a:ext cx="2046332" cy="5586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 err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나이스한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 내용을 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나이스하게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 </a:t>
            </a:r>
          </a:p>
          <a:p>
            <a:pPr marL="0" marR="0" lvl="0" indent="0" algn="l" defTabSz="914400" rtl="0" eaLnBrk="1" fontAlgn="auto" latin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 err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레쓰고하면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 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되는부분</a:t>
            </a:r>
            <a:endParaRPr kumimoji="0" lang="ko-KR" altLang="en-US" sz="1200" b="0" i="0" u="none" strike="noStrike" kern="1200" cap="none" spc="0" normalizeH="0" baseline="0" noProof="0" dirty="0">
              <a:ln>
                <a:solidFill>
                  <a:srgbClr val="4472C4">
                    <a:shade val="50000"/>
                    <a:alpha val="0"/>
                  </a:srgbClr>
                </a:solidFill>
              </a:ln>
              <a:solidFill>
                <a:schemeClr val="bg2">
                  <a:lumMod val="25000"/>
                </a:schemeClr>
              </a:solidFill>
              <a:effectLst/>
              <a:uLnTx/>
              <a:uFillTx/>
              <a:latin typeface="G마켓 산스 TTF Medium" panose="02000000000000000000" pitchFamily="2" charset="-127"/>
              <a:ea typeface="G마켓 산스 TTF Medium" panose="02000000000000000000" pitchFamily="2" charset="-127"/>
              <a:cs typeface="+mn-c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DCA92C7-3DD4-FFB1-899C-42A721752AF3}"/>
              </a:ext>
            </a:extLst>
          </p:cNvPr>
          <p:cNvSpPr txBox="1"/>
          <p:nvPr/>
        </p:nvSpPr>
        <p:spPr>
          <a:xfrm>
            <a:off x="8551142" y="2309814"/>
            <a:ext cx="2046331" cy="323165"/>
          </a:xfrm>
          <a:prstGeom prst="rect">
            <a:avLst/>
          </a:prstGeom>
          <a:noFill/>
        </p:spPr>
        <p:txBody>
          <a:bodyPr wrap="square" lIns="90000" rtlCol="0">
            <a:spAutoFit/>
          </a:bodyPr>
          <a:lstStyle>
            <a:defPPr>
              <a:defRPr lang="ko-KR"/>
            </a:defPPr>
            <a:lvl1pPr algn="ctr">
              <a:defRPr sz="160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131345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500" b="0" i="0" u="none" strike="noStrike" kern="1200" cap="none" spc="0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FA6502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04</a:t>
            </a:r>
            <a:r>
              <a:rPr kumimoji="0" lang="en-US" altLang="ko-KR" sz="1500" b="0" i="0" u="none" strike="noStrike" kern="1200" cap="none" spc="0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. </a:t>
            </a:r>
            <a:r>
              <a:rPr kumimoji="0" lang="ko-KR" altLang="en-US" sz="1500" b="0" i="0" u="none" strike="noStrike" kern="1200" cap="none" spc="0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기대효과 </a:t>
            </a:r>
            <a:r>
              <a:rPr kumimoji="0" lang="ko-KR" altLang="en-US" sz="1500" b="0" i="0" u="none" strike="noStrike" kern="1200" cap="none" spc="0" normalizeH="0" baseline="0" noProof="0" dirty="0" err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네엣</a:t>
            </a:r>
            <a:endParaRPr kumimoji="0" lang="ko-KR" altLang="en-US" sz="1500" b="0" i="0" u="none" strike="noStrike" kern="1200" cap="none" spc="0" normalizeH="0" baseline="0" noProof="0" dirty="0">
              <a:ln>
                <a:solidFill>
                  <a:srgbClr val="4472C4">
                    <a:shade val="50000"/>
                    <a:alpha val="0"/>
                  </a:srgbClr>
                </a:solidFill>
              </a:ln>
              <a:solidFill>
                <a:prstClr val="black"/>
              </a:solidFill>
              <a:effectLst/>
              <a:uLnTx/>
              <a:uFillTx/>
              <a:latin typeface="G마켓 산스 TTF Bold" panose="02000000000000000000" pitchFamily="2" charset="-127"/>
              <a:ea typeface="G마켓 산스 TTF Bold" panose="02000000000000000000" pitchFamily="2" charset="-127"/>
              <a:cs typeface="+mn-cs"/>
            </a:endParaRPr>
          </a:p>
        </p:txBody>
      </p: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9FD2EEEC-F72C-3F31-8C72-8C69C2BEF357}"/>
              </a:ext>
            </a:extLst>
          </p:cNvPr>
          <p:cNvCxnSpPr/>
          <p:nvPr/>
        </p:nvCxnSpPr>
        <p:spPr>
          <a:xfrm>
            <a:off x="8653502" y="2743349"/>
            <a:ext cx="1854200" cy="0"/>
          </a:xfrm>
          <a:prstGeom prst="line">
            <a:avLst/>
          </a:prstGeom>
          <a:ln>
            <a:solidFill>
              <a:srgbClr val="019D6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02BC2A49-F3BC-FD1D-D4E9-E0223F2F9855}"/>
              </a:ext>
            </a:extLst>
          </p:cNvPr>
          <p:cNvSpPr txBox="1"/>
          <p:nvPr/>
        </p:nvSpPr>
        <p:spPr>
          <a:xfrm>
            <a:off x="8551143" y="2853718"/>
            <a:ext cx="2046332" cy="5586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 err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나이스한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 내용을 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나이스하게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 </a:t>
            </a:r>
          </a:p>
          <a:p>
            <a:pPr marL="0" marR="0" lvl="0" indent="0" algn="l" defTabSz="914400" rtl="0" eaLnBrk="1" fontAlgn="auto" latin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 err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레쓰고하면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 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되는부분</a:t>
            </a:r>
            <a:endParaRPr kumimoji="0" lang="ko-KR" altLang="en-US" sz="1200" b="0" i="0" u="none" strike="noStrike" kern="1200" cap="none" spc="0" normalizeH="0" baseline="0" noProof="0" dirty="0">
              <a:ln>
                <a:solidFill>
                  <a:srgbClr val="4472C4">
                    <a:shade val="50000"/>
                    <a:alpha val="0"/>
                  </a:srgbClr>
                </a:solidFill>
              </a:ln>
              <a:solidFill>
                <a:schemeClr val="bg2">
                  <a:lumMod val="25000"/>
                </a:schemeClr>
              </a:solidFill>
              <a:effectLst/>
              <a:uLnTx/>
              <a:uFillTx/>
              <a:latin typeface="G마켓 산스 TTF Medium" panose="02000000000000000000" pitchFamily="2" charset="-127"/>
              <a:ea typeface="G마켓 산스 TTF Medium" panose="02000000000000000000" pitchFamily="2" charset="-127"/>
              <a:cs typeface="+mn-cs"/>
            </a:endParaRPr>
          </a:p>
        </p:txBody>
      </p: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3D8A4613-2F40-53B1-8EC3-8DBC4CDBCCF8}"/>
              </a:ext>
            </a:extLst>
          </p:cNvPr>
          <p:cNvCxnSpPr>
            <a:cxnSpLocks/>
          </p:cNvCxnSpPr>
          <p:nvPr/>
        </p:nvCxnSpPr>
        <p:spPr>
          <a:xfrm>
            <a:off x="1537534" y="2132204"/>
            <a:ext cx="9116933" cy="0"/>
          </a:xfrm>
          <a:prstGeom prst="line">
            <a:avLst/>
          </a:prstGeom>
          <a:ln w="28575">
            <a:solidFill>
              <a:srgbClr val="019D6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CF34060A-F292-0FFF-06DE-92E6C17D2FAB}"/>
              </a:ext>
            </a:extLst>
          </p:cNvPr>
          <p:cNvSpPr/>
          <p:nvPr/>
        </p:nvSpPr>
        <p:spPr>
          <a:xfrm>
            <a:off x="1594525" y="3545580"/>
            <a:ext cx="2046330" cy="2110740"/>
          </a:xfrm>
          <a:prstGeom prst="rect">
            <a:avLst/>
          </a:prstGeom>
          <a:solidFill>
            <a:srgbClr val="FA650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AFA9AF4F-D636-C8E8-E13C-A494239D942A}"/>
              </a:ext>
            </a:extLst>
          </p:cNvPr>
          <p:cNvSpPr/>
          <p:nvPr/>
        </p:nvSpPr>
        <p:spPr>
          <a:xfrm>
            <a:off x="3913398" y="3545580"/>
            <a:ext cx="2046330" cy="2110740"/>
          </a:xfrm>
          <a:prstGeom prst="rect">
            <a:avLst/>
          </a:prstGeom>
          <a:solidFill>
            <a:srgbClr val="FA650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C5F0387F-73E4-3970-B79E-62F61CF1C399}"/>
              </a:ext>
            </a:extLst>
          </p:cNvPr>
          <p:cNvSpPr/>
          <p:nvPr/>
        </p:nvSpPr>
        <p:spPr>
          <a:xfrm>
            <a:off x="6232271" y="3545580"/>
            <a:ext cx="2046330" cy="2110740"/>
          </a:xfrm>
          <a:prstGeom prst="rect">
            <a:avLst/>
          </a:prstGeom>
          <a:solidFill>
            <a:srgbClr val="FA650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16F8526E-B37E-1E1F-3CE0-998460FF5810}"/>
              </a:ext>
            </a:extLst>
          </p:cNvPr>
          <p:cNvSpPr/>
          <p:nvPr/>
        </p:nvSpPr>
        <p:spPr>
          <a:xfrm>
            <a:off x="8551142" y="3545580"/>
            <a:ext cx="2046330" cy="2110740"/>
          </a:xfrm>
          <a:prstGeom prst="rect">
            <a:avLst/>
          </a:prstGeom>
          <a:solidFill>
            <a:srgbClr val="FA650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24" name="그래픽 23" descr="이미지 단색으로 채워진">
            <a:extLst>
              <a:ext uri="{FF2B5EF4-FFF2-40B4-BE49-F238E27FC236}">
                <a16:creationId xmlns:a16="http://schemas.microsoft.com/office/drawing/2014/main" id="{F417AA32-F25B-5597-AC2A-FA43DFC5E3CC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160490" y="4143750"/>
            <a:ext cx="914400" cy="914400"/>
          </a:xfrm>
          <a:prstGeom prst="rect">
            <a:avLst/>
          </a:prstGeom>
        </p:spPr>
      </p:pic>
      <p:pic>
        <p:nvPicPr>
          <p:cNvPr id="25" name="그래픽 24" descr="이미지 단색으로 채워진">
            <a:extLst>
              <a:ext uri="{FF2B5EF4-FFF2-40B4-BE49-F238E27FC236}">
                <a16:creationId xmlns:a16="http://schemas.microsoft.com/office/drawing/2014/main" id="{2B4BE4F9-B969-D8CB-0499-ED9729C4C4EA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98234" y="4143750"/>
            <a:ext cx="914400" cy="914400"/>
          </a:xfrm>
          <a:prstGeom prst="rect">
            <a:avLst/>
          </a:prstGeom>
        </p:spPr>
      </p:pic>
      <p:pic>
        <p:nvPicPr>
          <p:cNvPr id="26" name="그래픽 25" descr="이미지 단색으로 채워진">
            <a:extLst>
              <a:ext uri="{FF2B5EF4-FFF2-40B4-BE49-F238E27FC236}">
                <a16:creationId xmlns:a16="http://schemas.microsoft.com/office/drawing/2014/main" id="{BE9DCFA4-F906-5787-2342-804DCC0FEC15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79362" y="4143750"/>
            <a:ext cx="914400" cy="914400"/>
          </a:xfrm>
          <a:prstGeom prst="rect">
            <a:avLst/>
          </a:prstGeom>
        </p:spPr>
      </p:pic>
      <p:pic>
        <p:nvPicPr>
          <p:cNvPr id="27" name="그래픽 26" descr="이미지 단색으로 채워진">
            <a:extLst>
              <a:ext uri="{FF2B5EF4-FFF2-40B4-BE49-F238E27FC236}">
                <a16:creationId xmlns:a16="http://schemas.microsoft.com/office/drawing/2014/main" id="{EDA54940-C373-E0C3-8D31-C01A65564439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17107" y="4143750"/>
            <a:ext cx="914400" cy="914400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79093129-3E5E-9EFF-5156-007D2DF37AC4}"/>
              </a:ext>
            </a:extLst>
          </p:cNvPr>
          <p:cNvSpPr/>
          <p:nvPr/>
        </p:nvSpPr>
        <p:spPr>
          <a:xfrm>
            <a:off x="789298" y="2433786"/>
            <a:ext cx="442913" cy="309563"/>
          </a:xfrm>
          <a:prstGeom prst="rect">
            <a:avLst/>
          </a:prstGeom>
          <a:solidFill>
            <a:srgbClr val="FA65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8" name="그림 27" descr="클립아트, 만화 영화, 상징이(가) 표시된 사진&#10;&#10;자동 생성된 설명">
            <a:extLst>
              <a:ext uri="{FF2B5EF4-FFF2-40B4-BE49-F238E27FC236}">
                <a16:creationId xmlns:a16="http://schemas.microsoft.com/office/drawing/2014/main" id="{B93E152B-D255-434C-BDC6-B0C541607555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09532" y="339853"/>
            <a:ext cx="453817" cy="453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7837617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>
        <p159:morph option="byChar"/>
      </p:transition>
    </mc:Choice>
    <mc:Fallback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66BDC33-4806-5245-6328-757BACBF7394}"/>
              </a:ext>
            </a:extLst>
          </p:cNvPr>
          <p:cNvSpPr txBox="1"/>
          <p:nvPr/>
        </p:nvSpPr>
        <p:spPr>
          <a:xfrm>
            <a:off x="628650" y="274320"/>
            <a:ext cx="1331455" cy="276999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>
            <a:defPPr>
              <a:defRPr lang="ko-KR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029D6D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029D6D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02. </a:t>
            </a:r>
            <a:r>
              <a:rPr kumimoji="0" lang="ko-KR" altLang="en-US" sz="1200" b="0" i="0" u="none" strike="noStrike" kern="1200" cap="none" spc="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029D6D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속도 </a:t>
            </a: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029D6D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&amp; </a:t>
            </a:r>
            <a:r>
              <a:rPr kumimoji="0" lang="ko-KR" altLang="en-US" sz="1200" b="0" i="0" u="none" strike="noStrike" kern="1200" cap="none" spc="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029D6D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구조화</a:t>
            </a:r>
            <a:endParaRPr kumimoji="0" lang="ko-KR" altLang="en-US" sz="1200" b="0" i="0" u="none" strike="noStrike" kern="1200" cap="none" spc="0" normalizeH="0" baseline="0" noProof="0" dirty="0">
              <a:ln>
                <a:solidFill>
                  <a:srgbClr val="FF0000">
                    <a:alpha val="0"/>
                  </a:srgbClr>
                </a:solidFill>
              </a:ln>
              <a:solidFill>
                <a:srgbClr val="029D6D"/>
              </a:solidFill>
              <a:effectLst/>
              <a:uLnTx/>
              <a:uFillTx/>
              <a:latin typeface="G마켓 산스 TTF Medium" panose="02000000000000000000" pitchFamily="2" charset="-127"/>
              <a:ea typeface="G마켓 산스 TTF Medium" panose="02000000000000000000" pitchFamily="2" charset="-127"/>
              <a:cs typeface="+mn-cs"/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861C02D0-E528-55DF-B2AD-1D3D059EF0A2}"/>
              </a:ext>
            </a:extLst>
          </p:cNvPr>
          <p:cNvCxnSpPr>
            <a:cxnSpLocks/>
          </p:cNvCxnSpPr>
          <p:nvPr/>
        </p:nvCxnSpPr>
        <p:spPr>
          <a:xfrm>
            <a:off x="628650" y="914400"/>
            <a:ext cx="10934700" cy="0"/>
          </a:xfrm>
          <a:prstGeom prst="line">
            <a:avLst/>
          </a:prstGeom>
          <a:ln w="19050">
            <a:solidFill>
              <a:srgbClr val="E0833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EC576FF9-50DD-149F-E285-DB7DE569815F}"/>
              </a:ext>
            </a:extLst>
          </p:cNvPr>
          <p:cNvSpPr txBox="1"/>
          <p:nvPr/>
        </p:nvSpPr>
        <p:spPr>
          <a:xfrm>
            <a:off x="628648" y="513219"/>
            <a:ext cx="6902451" cy="369332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-50" normalizeH="0" baseline="0" noProof="0" dirty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수 </a:t>
            </a:r>
            <a:r>
              <a:rPr kumimoji="0" lang="ko-KR" altLang="en-US" sz="1800" b="0" i="0" u="none" strike="noStrike" kern="1200" cap="none" spc="-5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십장의 피피티를 </a:t>
            </a:r>
            <a:r>
              <a:rPr kumimoji="0" lang="ko-KR" altLang="en-US" sz="1800" b="0" i="0" u="none" strike="noStrike" kern="1200" cap="none" spc="-5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FA6502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최단 시간에 효율적으로 만들 수 있는 비밀</a:t>
            </a:r>
            <a:endParaRPr kumimoji="0" lang="ko-KR" altLang="en-US" sz="1800" b="0" i="0" u="none" strike="noStrike" kern="1200" cap="none" spc="-50" normalizeH="0" baseline="0" noProof="0" dirty="0">
              <a:ln>
                <a:solidFill>
                  <a:srgbClr val="FF0000">
                    <a:alpha val="0"/>
                  </a:srgbClr>
                </a:solidFill>
              </a:ln>
              <a:solidFill>
                <a:srgbClr val="FA6502"/>
              </a:solidFill>
              <a:effectLst/>
              <a:uLnTx/>
              <a:uFillTx/>
              <a:latin typeface="G마켓 산스 TTF Bold" panose="02000000000000000000" pitchFamily="2" charset="-127"/>
              <a:ea typeface="G마켓 산스 TTF Bold" panose="02000000000000000000" pitchFamily="2" charset="-127"/>
              <a:cs typeface="+mn-cs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A515B71-2EAD-76CA-2151-8EE88EC90ABF}"/>
              </a:ext>
            </a:extLst>
          </p:cNvPr>
          <p:cNvSpPr/>
          <p:nvPr/>
        </p:nvSpPr>
        <p:spPr>
          <a:xfrm>
            <a:off x="628649" y="1035130"/>
            <a:ext cx="10934702" cy="31854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※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하루에 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백번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천번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 쓸 수 밖에 없는 단축키</a:t>
            </a:r>
          </a:p>
        </p:txBody>
      </p:sp>
      <p:pic>
        <p:nvPicPr>
          <p:cNvPr id="18" name="그림 17" descr="클립아트, 만화 영화, 상징이(가) 표시된 사진&#10;&#10;자동 생성된 설명">
            <a:extLst>
              <a:ext uri="{FF2B5EF4-FFF2-40B4-BE49-F238E27FC236}">
                <a16:creationId xmlns:a16="http://schemas.microsoft.com/office/drawing/2014/main" id="{32E1524A-09A9-F4DE-B9F2-4719EBAFD54C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09532" y="339853"/>
            <a:ext cx="453817" cy="453817"/>
          </a:xfrm>
          <a:prstGeom prst="rect">
            <a:avLst/>
          </a:prstGeom>
        </p:spPr>
      </p:pic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1227431B-4368-4C0D-62CD-B78BCAE7DDA2}"/>
              </a:ext>
            </a:extLst>
          </p:cNvPr>
          <p:cNvGraphicFramePr>
            <a:graphicFrameLocks noGrp="1"/>
          </p:cNvGraphicFramePr>
          <p:nvPr/>
        </p:nvGraphicFramePr>
        <p:xfrm>
          <a:off x="628649" y="1607573"/>
          <a:ext cx="4305302" cy="3271688"/>
        </p:xfrm>
        <a:graphic>
          <a:graphicData uri="http://schemas.openxmlformats.org/drawingml/2006/table">
            <a:tbl>
              <a:tblPr firstRow="1" bandRow="1"/>
              <a:tblGrid>
                <a:gridCol w="2451726">
                  <a:extLst>
                    <a:ext uri="{9D8B030D-6E8A-4147-A177-3AD203B41FA5}">
                      <a16:colId xmlns:a16="http://schemas.microsoft.com/office/drawing/2014/main" val="4131727595"/>
                    </a:ext>
                  </a:extLst>
                </a:gridCol>
                <a:gridCol w="1853576">
                  <a:extLst>
                    <a:ext uri="{9D8B030D-6E8A-4147-A177-3AD203B41FA5}">
                      <a16:colId xmlns:a16="http://schemas.microsoft.com/office/drawing/2014/main" val="812183801"/>
                    </a:ext>
                  </a:extLst>
                </a:gridCol>
              </a:tblGrid>
              <a:tr h="40896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G마켓 산스 TTF Medium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G마켓 산스 TTF Medium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G마켓 산스 TTF Medium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G마켓 산스 TTF Medium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G마켓 산스 TTF Medium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G마켓 산스 TTF Medium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G마켓 산스 TTF Medium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G마켓 산스 TTF Medium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G마켓 산스 TTF Medium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4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FFFFFF"/>
                          </a:solidFill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구분</a:t>
                      </a:r>
                      <a:endParaRPr lang="ko-KR" altLang="en-US" sz="14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rgbClr val="FFFFFF"/>
                        </a:solidFill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</a:endParaRPr>
                    </a:p>
                  </a:txBody>
                  <a:tcPr anchor="ctr">
                    <a:lnL>
                      <a:noFill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A65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A65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6502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G마켓 산스 TTF Medium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G마켓 산스 TTF Medium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G마켓 산스 TTF Medium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G마켓 산스 TTF Medium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G마켓 산스 TTF Medium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G마켓 산스 TTF Medium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G마켓 산스 TTF Medium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G마켓 산스 TTF Medium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G마켓 산스 TTF Medium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4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FFFFFF"/>
                          </a:solidFill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내용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A65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A65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650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3943032"/>
                  </a:ext>
                </a:extLst>
              </a:tr>
              <a:tr h="40896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G마켓 산스 TTF Medium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G마켓 산스 TTF Medium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G마켓 산스 TTF Medium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G마켓 산스 TTF Medium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G마켓 산스 TTF Medium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G마켓 산스 TTF Medium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G마켓 산스 TTF Medium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G마켓 산스 TTF Medium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G마켓 산스 TTF Medium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Ctrl </a:t>
                      </a:r>
                      <a:r>
                        <a:rPr lang="en-US" altLang="ko-KR" sz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+ </a:t>
                      </a:r>
                      <a:r>
                        <a:rPr lang="ko-KR" altLang="en-US" sz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마우스휠</a:t>
                      </a:r>
                      <a:endParaRPr lang="ko-KR" altLang="en-US" sz="12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anchor="ctr">
                    <a:lnL>
                      <a:noFill/>
                    </a:lnL>
                    <a:lnR w="3175" cap="flat" cmpd="sng" algn="ctr">
                      <a:solidFill>
                        <a:srgbClr val="FA65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A65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A65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G마켓 산스 TTF Medium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G마켓 산스 TTF Medium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G마켓 산스 TTF Medium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G마켓 산스 TTF Medium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G마켓 산스 TTF Medium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G마켓 산스 TTF Medium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G마켓 산스 TTF Medium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G마켓 산스 TTF Medium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G마켓 산스 TTF Medium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확대 축소</a:t>
                      </a:r>
                      <a:endParaRPr lang="ko-KR" altLang="en-US" sz="12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FA65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rgbClr val="FA65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A65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3307446"/>
                  </a:ext>
                </a:extLst>
              </a:tr>
              <a:tr h="40896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Shift + </a:t>
                      </a:r>
                      <a:r>
                        <a:rPr lang="ko-KR" altLang="en-US" sz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드래그</a:t>
                      </a:r>
                      <a:endParaRPr lang="ko-KR" altLang="en-US" sz="12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anchor="ctr">
                    <a:lnL>
                      <a:noFill/>
                    </a:lnL>
                    <a:lnR w="3175" cap="flat" cmpd="sng" algn="ctr">
                      <a:solidFill>
                        <a:srgbClr val="FA65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A65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A65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수직</a:t>
                      </a:r>
                      <a:r>
                        <a:rPr lang="en-US" altLang="ko-KR" sz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, </a:t>
                      </a:r>
                      <a:r>
                        <a:rPr lang="ko-KR" altLang="en-US" sz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수평 이동</a:t>
                      </a:r>
                      <a:endParaRPr lang="ko-KR" altLang="en-US" sz="12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FA65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rgbClr val="FA65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A65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8683560"/>
                  </a:ext>
                </a:extLst>
              </a:tr>
              <a:tr h="40896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Alt + </a:t>
                      </a:r>
                      <a:r>
                        <a:rPr lang="ko-KR" altLang="en-US" sz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좌우방향키</a:t>
                      </a:r>
                      <a:endParaRPr lang="ko-KR" altLang="en-US" sz="12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anchor="ctr">
                    <a:lnL>
                      <a:noFill/>
                    </a:lnL>
                    <a:lnR w="3175" cap="flat" cmpd="sng" algn="ctr">
                      <a:solidFill>
                        <a:srgbClr val="FA65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A65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A65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15</a:t>
                      </a:r>
                      <a:r>
                        <a:rPr lang="ko-KR" altLang="en-US" sz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도 회전</a:t>
                      </a:r>
                      <a:endParaRPr lang="ko-KR" altLang="en-US" sz="12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FA65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rgbClr val="FA65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A65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8664382"/>
                  </a:ext>
                </a:extLst>
              </a:tr>
              <a:tr h="40896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G마켓 산스 TTF Medium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G마켓 산스 TTF Medium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G마켓 산스 TTF Medium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G마켓 산스 TTF Medium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G마켓 산스 TTF Medium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G마켓 산스 TTF Medium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G마켓 산스 TTF Medium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G마켓 산스 TTF Medium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G마켓 산스 TTF Medium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Ctrl + G</a:t>
                      </a:r>
                      <a:endParaRPr lang="ko-KR" altLang="en-US" sz="12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anchor="ctr">
                    <a:lnL>
                      <a:noFill/>
                    </a:lnL>
                    <a:lnR w="3175" cap="flat" cmpd="sng" algn="ctr">
                      <a:solidFill>
                        <a:srgbClr val="FA65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A65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A65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G마켓 산스 TTF Medium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G마켓 산스 TTF Medium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G마켓 산스 TTF Medium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G마켓 산스 TTF Medium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G마켓 산스 TTF Medium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G마켓 산스 TTF Medium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G마켓 산스 TTF Medium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G마켓 산스 TTF Medium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G마켓 산스 TTF Medium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그룹화</a:t>
                      </a:r>
                    </a:p>
                  </a:txBody>
                  <a:tcPr anchor="ctr">
                    <a:lnL w="3175" cap="flat" cmpd="sng" algn="ctr">
                      <a:solidFill>
                        <a:srgbClr val="FA65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rgbClr val="FA65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A65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52855"/>
                  </a:ext>
                </a:extLst>
              </a:tr>
              <a:tr h="40896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G마켓 산스 TTF Medium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G마켓 산스 TTF Medium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G마켓 산스 TTF Medium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G마켓 산스 TTF Medium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G마켓 산스 TTF Medium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G마켓 산스 TTF Medium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G마켓 산스 TTF Medium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G마켓 산스 TTF Medium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G마켓 산스 TTF Medium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Ctrl + Shift + G</a:t>
                      </a:r>
                      <a:endParaRPr lang="ko-KR" altLang="en-US" sz="12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anchor="ctr">
                    <a:lnL>
                      <a:noFill/>
                    </a:lnL>
                    <a:lnR w="3175" cap="flat" cmpd="sng" algn="ctr">
                      <a:solidFill>
                        <a:srgbClr val="FA65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A65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A65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G마켓 산스 TTF Medium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G마켓 산스 TTF Medium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G마켓 산스 TTF Medium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G마켓 산스 TTF Medium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G마켓 산스 TTF Medium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G마켓 산스 TTF Medium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G마켓 산스 TTF Medium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G마켓 산스 TTF Medium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G마켓 산스 TTF Medium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그룹화 해제</a:t>
                      </a:r>
                    </a:p>
                  </a:txBody>
                  <a:tcPr anchor="ctr">
                    <a:lnL w="3175" cap="flat" cmpd="sng" algn="ctr">
                      <a:solidFill>
                        <a:srgbClr val="FA65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rgbClr val="FA65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A65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2988202"/>
                  </a:ext>
                </a:extLst>
              </a:tr>
              <a:tr h="40896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Shift + </a:t>
                      </a:r>
                      <a:r>
                        <a:rPr lang="ko-KR" altLang="en-US" sz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대각 흰꼭지 드래그</a:t>
                      </a:r>
                      <a:endParaRPr lang="ko-KR" altLang="en-US" sz="12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anchor="ctr">
                    <a:lnL>
                      <a:noFill/>
                    </a:lnL>
                    <a:lnR w="3175" cap="flat" cmpd="sng" algn="ctr">
                      <a:solidFill>
                        <a:srgbClr val="FA65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A65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A65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비율유지 확대축소</a:t>
                      </a:r>
                      <a:endParaRPr lang="ko-KR" altLang="en-US" sz="12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FA65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rgbClr val="FA65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A65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2265823"/>
                  </a:ext>
                </a:extLst>
              </a:tr>
              <a:tr h="40896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Ctrl + Shift + </a:t>
                      </a:r>
                      <a:r>
                        <a:rPr lang="ko-KR" altLang="en-US" sz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드래그</a:t>
                      </a:r>
                    </a:p>
                  </a:txBody>
                  <a:tcPr anchor="ctr">
                    <a:lnL>
                      <a:noFill/>
                    </a:lnL>
                    <a:lnR w="3175" cap="flat" cmpd="sng" algn="ctr">
                      <a:solidFill>
                        <a:srgbClr val="FA65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A65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A65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수평</a:t>
                      </a:r>
                      <a:r>
                        <a:rPr lang="en-US" altLang="ko-KR" sz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, </a:t>
                      </a:r>
                      <a:r>
                        <a:rPr lang="ko-KR" altLang="en-US" sz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수직 복사</a:t>
                      </a:r>
                    </a:p>
                  </a:txBody>
                  <a:tcPr anchor="ctr">
                    <a:lnL w="3175" cap="flat" cmpd="sng" algn="ctr">
                      <a:solidFill>
                        <a:srgbClr val="FA65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rgbClr val="FA65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A65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0720356"/>
                  </a:ext>
                </a:extLst>
              </a:tr>
            </a:tbl>
          </a:graphicData>
        </a:graphic>
      </p:graphicFrame>
      <p:pic>
        <p:nvPicPr>
          <p:cNvPr id="4" name="그림 3">
            <a:extLst>
              <a:ext uri="{FF2B5EF4-FFF2-40B4-BE49-F238E27FC236}">
                <a16:creationId xmlns:a16="http://schemas.microsoft.com/office/drawing/2014/main" id="{83C85A18-841D-5383-F7DC-3437ABEBE38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68" b="468"/>
          <a:stretch/>
        </p:blipFill>
        <p:spPr>
          <a:xfrm>
            <a:off x="10733314" y="1506258"/>
            <a:ext cx="830035" cy="830330"/>
          </a:xfrm>
          <a:prstGeom prst="rect">
            <a:avLst/>
          </a:prstGeom>
        </p:spPr>
      </p:pic>
      <p:grpSp>
        <p:nvGrpSpPr>
          <p:cNvPr id="9" name="그룹 8"/>
          <p:cNvGrpSpPr/>
          <p:nvPr/>
        </p:nvGrpSpPr>
        <p:grpSpPr>
          <a:xfrm>
            <a:off x="6863324" y="3634452"/>
            <a:ext cx="2959409" cy="1646380"/>
            <a:chOff x="6863324" y="3859744"/>
            <a:chExt cx="2554439" cy="1421087"/>
          </a:xfrm>
        </p:grpSpPr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7A552868-2EAD-495D-263F-13FBD8D471BA}"/>
                </a:ext>
              </a:extLst>
            </p:cNvPr>
            <p:cNvSpPr/>
            <p:nvPr/>
          </p:nvSpPr>
          <p:spPr>
            <a:xfrm>
              <a:off x="6863324" y="3859744"/>
              <a:ext cx="392387" cy="392387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B105F690-FF1B-EBA9-6674-550A0248E555}"/>
                </a:ext>
              </a:extLst>
            </p:cNvPr>
            <p:cNvSpPr/>
            <p:nvPr/>
          </p:nvSpPr>
          <p:spPr>
            <a:xfrm>
              <a:off x="7403837" y="3859744"/>
              <a:ext cx="392387" cy="392387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435C82FF-2CC9-526F-143E-84749BE0D0C5}"/>
                </a:ext>
              </a:extLst>
            </p:cNvPr>
            <p:cNvSpPr/>
            <p:nvPr/>
          </p:nvSpPr>
          <p:spPr>
            <a:xfrm>
              <a:off x="7944350" y="3859744"/>
              <a:ext cx="392387" cy="392387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EC173DB1-A9D6-7DCD-750A-94A71B6597DE}"/>
                </a:ext>
              </a:extLst>
            </p:cNvPr>
            <p:cNvSpPr/>
            <p:nvPr/>
          </p:nvSpPr>
          <p:spPr>
            <a:xfrm>
              <a:off x="8484863" y="3859744"/>
              <a:ext cx="392387" cy="392387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FA580D75-760F-DC74-93A6-F8D11DE9CAC2}"/>
                </a:ext>
              </a:extLst>
            </p:cNvPr>
            <p:cNvSpPr/>
            <p:nvPr/>
          </p:nvSpPr>
          <p:spPr>
            <a:xfrm>
              <a:off x="9025376" y="3859744"/>
              <a:ext cx="392387" cy="392387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id="{1B9287C2-0310-4CCB-F3A9-491891089C98}"/>
                </a:ext>
              </a:extLst>
            </p:cNvPr>
            <p:cNvSpPr/>
            <p:nvPr/>
          </p:nvSpPr>
          <p:spPr>
            <a:xfrm>
              <a:off x="6863324" y="4374094"/>
              <a:ext cx="392387" cy="392387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33" name="직사각형 32">
              <a:extLst>
                <a:ext uri="{FF2B5EF4-FFF2-40B4-BE49-F238E27FC236}">
                  <a16:creationId xmlns:a16="http://schemas.microsoft.com/office/drawing/2014/main" id="{42F1C5D8-497F-ED80-4633-41882A027720}"/>
                </a:ext>
              </a:extLst>
            </p:cNvPr>
            <p:cNvSpPr/>
            <p:nvPr/>
          </p:nvSpPr>
          <p:spPr>
            <a:xfrm>
              <a:off x="7403837" y="4374094"/>
              <a:ext cx="392387" cy="392387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34" name="직사각형 33">
              <a:extLst>
                <a:ext uri="{FF2B5EF4-FFF2-40B4-BE49-F238E27FC236}">
                  <a16:creationId xmlns:a16="http://schemas.microsoft.com/office/drawing/2014/main" id="{FC267BF7-FAA0-BAF4-4845-383D2989FB16}"/>
                </a:ext>
              </a:extLst>
            </p:cNvPr>
            <p:cNvSpPr/>
            <p:nvPr/>
          </p:nvSpPr>
          <p:spPr>
            <a:xfrm>
              <a:off x="7944350" y="4374094"/>
              <a:ext cx="392387" cy="392387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FF00DAE2-94CE-FDC9-D0C7-780A4C25BA1C}"/>
                </a:ext>
              </a:extLst>
            </p:cNvPr>
            <p:cNvSpPr/>
            <p:nvPr/>
          </p:nvSpPr>
          <p:spPr>
            <a:xfrm>
              <a:off x="8484863" y="4374094"/>
              <a:ext cx="392387" cy="392387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id="{FDB7406B-4E2D-DF17-CEFE-CB31CC5FFA10}"/>
                </a:ext>
              </a:extLst>
            </p:cNvPr>
            <p:cNvSpPr/>
            <p:nvPr/>
          </p:nvSpPr>
          <p:spPr>
            <a:xfrm>
              <a:off x="9025376" y="4374094"/>
              <a:ext cx="392387" cy="392387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D8CC49AD-E1AD-25C4-B8AF-9FCB7D396899}"/>
                </a:ext>
              </a:extLst>
            </p:cNvPr>
            <p:cNvSpPr/>
            <p:nvPr/>
          </p:nvSpPr>
          <p:spPr>
            <a:xfrm>
              <a:off x="6863324" y="4888444"/>
              <a:ext cx="392387" cy="392387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38" name="직사각형 37">
              <a:extLst>
                <a:ext uri="{FF2B5EF4-FFF2-40B4-BE49-F238E27FC236}">
                  <a16:creationId xmlns:a16="http://schemas.microsoft.com/office/drawing/2014/main" id="{E22E46BD-7F95-BB28-9EE6-76E9722FA2C3}"/>
                </a:ext>
              </a:extLst>
            </p:cNvPr>
            <p:cNvSpPr/>
            <p:nvPr/>
          </p:nvSpPr>
          <p:spPr>
            <a:xfrm>
              <a:off x="7403837" y="4888444"/>
              <a:ext cx="392387" cy="392387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39" name="직사각형 38">
              <a:extLst>
                <a:ext uri="{FF2B5EF4-FFF2-40B4-BE49-F238E27FC236}">
                  <a16:creationId xmlns:a16="http://schemas.microsoft.com/office/drawing/2014/main" id="{6FC1AFD0-40B2-254A-F7BC-E8AEDF8C4519}"/>
                </a:ext>
              </a:extLst>
            </p:cNvPr>
            <p:cNvSpPr/>
            <p:nvPr/>
          </p:nvSpPr>
          <p:spPr>
            <a:xfrm>
              <a:off x="7944350" y="4888444"/>
              <a:ext cx="392387" cy="392387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BA1E9FA2-1F2B-9232-1B20-1979A21AA519}"/>
                </a:ext>
              </a:extLst>
            </p:cNvPr>
            <p:cNvSpPr/>
            <p:nvPr/>
          </p:nvSpPr>
          <p:spPr>
            <a:xfrm>
              <a:off x="8484863" y="4888444"/>
              <a:ext cx="392387" cy="392387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B556C188-0006-3A16-FF9A-633B37A56D73}"/>
                </a:ext>
              </a:extLst>
            </p:cNvPr>
            <p:cNvSpPr/>
            <p:nvPr/>
          </p:nvSpPr>
          <p:spPr>
            <a:xfrm>
              <a:off x="9025376" y="4888444"/>
              <a:ext cx="392387" cy="392387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42" name="타원 41">
            <a:extLst>
              <a:ext uri="{FF2B5EF4-FFF2-40B4-BE49-F238E27FC236}">
                <a16:creationId xmlns:a16="http://schemas.microsoft.com/office/drawing/2014/main" id="{85D9F08C-E30A-C627-5A29-1F6C5A6D5313}"/>
              </a:ext>
            </a:extLst>
          </p:cNvPr>
          <p:cNvSpPr/>
          <p:nvPr/>
        </p:nvSpPr>
        <p:spPr>
          <a:xfrm>
            <a:off x="5995163" y="1719553"/>
            <a:ext cx="1255986" cy="125598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3" name="이등변 삼각형 42">
            <a:extLst>
              <a:ext uri="{FF2B5EF4-FFF2-40B4-BE49-F238E27FC236}">
                <a16:creationId xmlns:a16="http://schemas.microsoft.com/office/drawing/2014/main" id="{AD5BED4F-553B-14BE-B5EC-6BAE950EA60D}"/>
              </a:ext>
            </a:extLst>
          </p:cNvPr>
          <p:cNvSpPr/>
          <p:nvPr/>
        </p:nvSpPr>
        <p:spPr>
          <a:xfrm>
            <a:off x="8096461" y="2420591"/>
            <a:ext cx="431800" cy="372241"/>
          </a:xfrm>
          <a:prstGeom prst="triangle">
            <a:avLst/>
          </a:prstGeom>
          <a:solidFill>
            <a:srgbClr val="FA650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02156794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>
        <p159:morph option="byChar"/>
      </p:transition>
    </mc:Choice>
    <mc:Fallback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66BDC33-4806-5245-6328-757BACBF7394}"/>
              </a:ext>
            </a:extLst>
          </p:cNvPr>
          <p:cNvSpPr txBox="1"/>
          <p:nvPr/>
        </p:nvSpPr>
        <p:spPr>
          <a:xfrm>
            <a:off x="628650" y="274320"/>
            <a:ext cx="1331455" cy="276999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>
            <a:defPPr>
              <a:defRPr lang="ko-KR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019D6D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1pPr>
          </a:lstStyle>
          <a:p>
            <a:r>
              <a:rPr lang="en-US" altLang="ko-KR"/>
              <a:t>02. </a:t>
            </a:r>
            <a:r>
              <a:rPr lang="ko-KR" altLang="en-US"/>
              <a:t>속도 </a:t>
            </a:r>
            <a:r>
              <a:rPr lang="en-US" altLang="ko-KR"/>
              <a:t>&amp; </a:t>
            </a:r>
            <a:r>
              <a:rPr lang="ko-KR" altLang="en-US"/>
              <a:t>구조화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861C02D0-E528-55DF-B2AD-1D3D059EF0A2}"/>
              </a:ext>
            </a:extLst>
          </p:cNvPr>
          <p:cNvCxnSpPr>
            <a:cxnSpLocks/>
          </p:cNvCxnSpPr>
          <p:nvPr/>
        </p:nvCxnSpPr>
        <p:spPr>
          <a:xfrm>
            <a:off x="628650" y="914400"/>
            <a:ext cx="10934700" cy="0"/>
          </a:xfrm>
          <a:prstGeom prst="line">
            <a:avLst/>
          </a:prstGeom>
          <a:ln w="19050">
            <a:solidFill>
              <a:srgbClr val="E0833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EC576FF9-50DD-149F-E285-DB7DE569815F}"/>
              </a:ext>
            </a:extLst>
          </p:cNvPr>
          <p:cNvSpPr txBox="1"/>
          <p:nvPr/>
        </p:nvSpPr>
        <p:spPr>
          <a:xfrm>
            <a:off x="628648" y="513219"/>
            <a:ext cx="6902451" cy="369332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-5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F4, </a:t>
            </a:r>
            <a:r>
              <a:rPr lang="ko-KR" altLang="en-US" spc="-5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FA650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반복작업을 줄여주는 </a:t>
            </a:r>
            <a:r>
              <a:rPr lang="ko-KR" altLang="en-US" spc="-50" err="1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FA650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치트키</a:t>
            </a:r>
            <a:endParaRPr lang="ko-KR" altLang="en-US" spc="-50">
              <a:ln>
                <a:solidFill>
                  <a:srgbClr val="FF0000">
                    <a:alpha val="0"/>
                  </a:srgbClr>
                </a:solidFill>
              </a:ln>
              <a:solidFill>
                <a:srgbClr val="FA650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A515B71-2EAD-76CA-2151-8EE88EC90ABF}"/>
              </a:ext>
            </a:extLst>
          </p:cNvPr>
          <p:cNvSpPr/>
          <p:nvPr/>
        </p:nvSpPr>
        <p:spPr>
          <a:xfrm>
            <a:off x="628649" y="1035130"/>
            <a:ext cx="10934702" cy="31854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※ </a:t>
            </a:r>
            <a:r>
              <a:rPr lang="ko-KR" altLang="en-US" sz="120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삽입 </a:t>
            </a:r>
            <a:r>
              <a:rPr lang="en-US" altLang="ko-KR" sz="120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- </a:t>
            </a:r>
            <a:r>
              <a:rPr lang="ko-KR" altLang="en-US" sz="120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별 및 현수막 </a:t>
            </a:r>
            <a:r>
              <a:rPr lang="en-US" altLang="ko-KR" sz="120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- 5</a:t>
            </a:r>
            <a:r>
              <a:rPr lang="ko-KR" altLang="en-US" sz="1200" err="1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꼭지별</a:t>
            </a:r>
            <a:r>
              <a:rPr lang="ko-KR" altLang="en-US" sz="120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lang="en-US" altLang="ko-KR" sz="120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- </a:t>
            </a:r>
            <a:r>
              <a:rPr lang="ko-KR" altLang="en-US" sz="1200" err="1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노란점</a:t>
            </a:r>
            <a:r>
              <a:rPr lang="ko-KR" altLang="en-US" sz="120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lang="ko-KR" altLang="en-US" sz="1200" err="1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땡겨서</a:t>
            </a:r>
            <a:r>
              <a:rPr lang="ko-KR" altLang="en-US" sz="120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둥글게 </a:t>
            </a:r>
            <a:r>
              <a:rPr lang="en-US" altLang="ko-KR" sz="120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- </a:t>
            </a:r>
            <a:r>
              <a:rPr lang="ko-KR" altLang="en-US" sz="120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윤곽선 </a:t>
            </a:r>
            <a:r>
              <a:rPr lang="en-US" altLang="ko-KR" sz="120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x - </a:t>
            </a:r>
            <a:r>
              <a:rPr lang="ko-KR" altLang="en-US" sz="120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회색 </a:t>
            </a:r>
            <a:r>
              <a:rPr lang="en-US" altLang="ko-KR" sz="120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- </a:t>
            </a:r>
            <a:r>
              <a:rPr lang="ko-KR" altLang="en-US" sz="1200" err="1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수평수직복사</a:t>
            </a:r>
            <a:r>
              <a:rPr lang="en-US" altLang="ko-KR" sz="120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(</a:t>
            </a:r>
            <a:r>
              <a:rPr lang="ko-KR" altLang="en-US" sz="120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컨트롤</a:t>
            </a:r>
            <a:r>
              <a:rPr lang="en-US" altLang="ko-KR" sz="120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+</a:t>
            </a:r>
            <a:r>
              <a:rPr lang="ko-KR" altLang="en-US" sz="1200" err="1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쉬프트</a:t>
            </a:r>
            <a:r>
              <a:rPr lang="en-US" altLang="ko-KR" sz="120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+</a:t>
            </a:r>
            <a:r>
              <a:rPr lang="ko-KR" altLang="en-US" sz="120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드래그</a:t>
            </a:r>
            <a:r>
              <a:rPr lang="en-US" altLang="ko-KR" sz="120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) + F4 </a:t>
            </a:r>
            <a:r>
              <a:rPr lang="ko-KR" altLang="en-US" sz="120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활용해서 만들기 </a:t>
            </a:r>
            <a:endParaRPr kumimoji="0" lang="ko-KR" altLang="en-US" sz="1200" b="0" i="0" u="none" strike="noStrike" kern="1200" cap="none" spc="0" normalizeH="0" baseline="0" noProof="0">
              <a:ln>
                <a:solidFill>
                  <a:srgbClr val="4472C4">
                    <a:alpha val="0"/>
                  </a:srgbClr>
                </a:solidFill>
              </a:ln>
              <a:solidFill>
                <a:srgbClr val="E7E6E6">
                  <a:lumMod val="10000"/>
                </a:srgbClr>
              </a:solidFill>
              <a:effectLst/>
              <a:uLnTx/>
              <a:uFillTx/>
              <a:latin typeface="G마켓 산스 TTF Medium" panose="02000000000000000000" pitchFamily="2" charset="-127"/>
              <a:ea typeface="G마켓 산스 TTF Medium" panose="02000000000000000000" pitchFamily="2" charset="-127"/>
              <a:cs typeface="+mn-cs"/>
            </a:endParaRPr>
          </a:p>
        </p:txBody>
      </p:sp>
      <p:pic>
        <p:nvPicPr>
          <p:cNvPr id="8" name="그림 7" descr="클립아트, 만화 영화, 상징이(가) 표시된 사진&#10;&#10;자동 생성된 설명">
            <a:extLst>
              <a:ext uri="{FF2B5EF4-FFF2-40B4-BE49-F238E27FC236}">
                <a16:creationId xmlns:a16="http://schemas.microsoft.com/office/drawing/2014/main" id="{15D0D012-2892-90B5-28E5-EA4BCAC46231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09532" y="339853"/>
            <a:ext cx="453817" cy="453817"/>
          </a:xfrm>
          <a:prstGeom prst="rect">
            <a:avLst/>
          </a:prstGeom>
        </p:spPr>
      </p:pic>
      <p:sp>
        <p:nvSpPr>
          <p:cNvPr id="53" name="직사각형 52">
            <a:extLst>
              <a:ext uri="{FF2B5EF4-FFF2-40B4-BE49-F238E27FC236}">
                <a16:creationId xmlns:a16="http://schemas.microsoft.com/office/drawing/2014/main" id="{0F1FE80F-9704-5E76-8D0E-B72263A22619}"/>
              </a:ext>
            </a:extLst>
          </p:cNvPr>
          <p:cNvSpPr/>
          <p:nvPr/>
        </p:nvSpPr>
        <p:spPr>
          <a:xfrm>
            <a:off x="622530" y="1739741"/>
            <a:ext cx="874250" cy="874250"/>
          </a:xfrm>
          <a:prstGeom prst="rect">
            <a:avLst/>
          </a:prstGeom>
          <a:solidFill>
            <a:srgbClr val="FA65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3" name="직사각형 112">
            <a:extLst>
              <a:ext uri="{FF2B5EF4-FFF2-40B4-BE49-F238E27FC236}">
                <a16:creationId xmlns:a16="http://schemas.microsoft.com/office/drawing/2014/main" id="{0F1FE80F-9704-5E76-8D0E-B72263A22619}"/>
              </a:ext>
            </a:extLst>
          </p:cNvPr>
          <p:cNvSpPr/>
          <p:nvPr/>
        </p:nvSpPr>
        <p:spPr>
          <a:xfrm>
            <a:off x="1626383" y="1739741"/>
            <a:ext cx="874250" cy="874250"/>
          </a:xfrm>
          <a:prstGeom prst="rect">
            <a:avLst/>
          </a:prstGeom>
          <a:solidFill>
            <a:srgbClr val="FA65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4" name="직사각형 113">
            <a:extLst>
              <a:ext uri="{FF2B5EF4-FFF2-40B4-BE49-F238E27FC236}">
                <a16:creationId xmlns:a16="http://schemas.microsoft.com/office/drawing/2014/main" id="{0F1FE80F-9704-5E76-8D0E-B72263A22619}"/>
              </a:ext>
            </a:extLst>
          </p:cNvPr>
          <p:cNvSpPr/>
          <p:nvPr/>
        </p:nvSpPr>
        <p:spPr>
          <a:xfrm>
            <a:off x="2630236" y="1739741"/>
            <a:ext cx="874250" cy="874250"/>
          </a:xfrm>
          <a:prstGeom prst="rect">
            <a:avLst/>
          </a:prstGeom>
          <a:solidFill>
            <a:srgbClr val="FA65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5" name="직사각형 114">
            <a:extLst>
              <a:ext uri="{FF2B5EF4-FFF2-40B4-BE49-F238E27FC236}">
                <a16:creationId xmlns:a16="http://schemas.microsoft.com/office/drawing/2014/main" id="{0F1FE80F-9704-5E76-8D0E-B72263A22619}"/>
              </a:ext>
            </a:extLst>
          </p:cNvPr>
          <p:cNvSpPr/>
          <p:nvPr/>
        </p:nvSpPr>
        <p:spPr>
          <a:xfrm>
            <a:off x="3634089" y="1739741"/>
            <a:ext cx="874250" cy="874250"/>
          </a:xfrm>
          <a:prstGeom prst="rect">
            <a:avLst/>
          </a:prstGeom>
          <a:solidFill>
            <a:srgbClr val="FA65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6" name="직사각형 115">
            <a:extLst>
              <a:ext uri="{FF2B5EF4-FFF2-40B4-BE49-F238E27FC236}">
                <a16:creationId xmlns:a16="http://schemas.microsoft.com/office/drawing/2014/main" id="{0F1FE80F-9704-5E76-8D0E-B72263A22619}"/>
              </a:ext>
            </a:extLst>
          </p:cNvPr>
          <p:cNvSpPr/>
          <p:nvPr/>
        </p:nvSpPr>
        <p:spPr>
          <a:xfrm>
            <a:off x="4637942" y="1739741"/>
            <a:ext cx="874250" cy="874250"/>
          </a:xfrm>
          <a:prstGeom prst="rect">
            <a:avLst/>
          </a:prstGeom>
          <a:solidFill>
            <a:srgbClr val="FA65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7" name="직사각형 116">
            <a:extLst>
              <a:ext uri="{FF2B5EF4-FFF2-40B4-BE49-F238E27FC236}">
                <a16:creationId xmlns:a16="http://schemas.microsoft.com/office/drawing/2014/main" id="{0F1FE80F-9704-5E76-8D0E-B72263A22619}"/>
              </a:ext>
            </a:extLst>
          </p:cNvPr>
          <p:cNvSpPr/>
          <p:nvPr/>
        </p:nvSpPr>
        <p:spPr>
          <a:xfrm>
            <a:off x="5641795" y="1739741"/>
            <a:ext cx="874250" cy="874250"/>
          </a:xfrm>
          <a:prstGeom prst="rect">
            <a:avLst/>
          </a:prstGeom>
          <a:solidFill>
            <a:srgbClr val="FA65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8" name="직사각형 117">
            <a:extLst>
              <a:ext uri="{FF2B5EF4-FFF2-40B4-BE49-F238E27FC236}">
                <a16:creationId xmlns:a16="http://schemas.microsoft.com/office/drawing/2014/main" id="{0F1FE80F-9704-5E76-8D0E-B72263A22619}"/>
              </a:ext>
            </a:extLst>
          </p:cNvPr>
          <p:cNvSpPr/>
          <p:nvPr/>
        </p:nvSpPr>
        <p:spPr>
          <a:xfrm>
            <a:off x="6645648" y="1739741"/>
            <a:ext cx="874250" cy="874250"/>
          </a:xfrm>
          <a:prstGeom prst="rect">
            <a:avLst/>
          </a:prstGeom>
          <a:solidFill>
            <a:srgbClr val="FA65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9" name="직사각형 118">
            <a:extLst>
              <a:ext uri="{FF2B5EF4-FFF2-40B4-BE49-F238E27FC236}">
                <a16:creationId xmlns:a16="http://schemas.microsoft.com/office/drawing/2014/main" id="{0F1FE80F-9704-5E76-8D0E-B72263A22619}"/>
              </a:ext>
            </a:extLst>
          </p:cNvPr>
          <p:cNvSpPr/>
          <p:nvPr/>
        </p:nvSpPr>
        <p:spPr>
          <a:xfrm>
            <a:off x="7649501" y="1739741"/>
            <a:ext cx="874250" cy="874250"/>
          </a:xfrm>
          <a:prstGeom prst="rect">
            <a:avLst/>
          </a:prstGeom>
          <a:solidFill>
            <a:srgbClr val="FA65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0" name="직사각형 119">
            <a:extLst>
              <a:ext uri="{FF2B5EF4-FFF2-40B4-BE49-F238E27FC236}">
                <a16:creationId xmlns:a16="http://schemas.microsoft.com/office/drawing/2014/main" id="{0F1FE80F-9704-5E76-8D0E-B72263A22619}"/>
              </a:ext>
            </a:extLst>
          </p:cNvPr>
          <p:cNvSpPr/>
          <p:nvPr/>
        </p:nvSpPr>
        <p:spPr>
          <a:xfrm>
            <a:off x="8653354" y="1739741"/>
            <a:ext cx="874250" cy="874250"/>
          </a:xfrm>
          <a:prstGeom prst="rect">
            <a:avLst/>
          </a:prstGeom>
          <a:solidFill>
            <a:srgbClr val="D0CEC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1" name="직사각형 120">
            <a:extLst>
              <a:ext uri="{FF2B5EF4-FFF2-40B4-BE49-F238E27FC236}">
                <a16:creationId xmlns:a16="http://schemas.microsoft.com/office/drawing/2014/main" id="{0F1FE80F-9704-5E76-8D0E-B72263A22619}"/>
              </a:ext>
            </a:extLst>
          </p:cNvPr>
          <p:cNvSpPr/>
          <p:nvPr/>
        </p:nvSpPr>
        <p:spPr>
          <a:xfrm>
            <a:off x="9657207" y="1739741"/>
            <a:ext cx="874250" cy="874250"/>
          </a:xfrm>
          <a:prstGeom prst="rect">
            <a:avLst/>
          </a:prstGeom>
          <a:solidFill>
            <a:srgbClr val="D0CEC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2" name="직사각형 121">
            <a:extLst>
              <a:ext uri="{FF2B5EF4-FFF2-40B4-BE49-F238E27FC236}">
                <a16:creationId xmlns:a16="http://schemas.microsoft.com/office/drawing/2014/main" id="{0F1FE80F-9704-5E76-8D0E-B72263A22619}"/>
              </a:ext>
            </a:extLst>
          </p:cNvPr>
          <p:cNvSpPr/>
          <p:nvPr/>
        </p:nvSpPr>
        <p:spPr>
          <a:xfrm>
            <a:off x="10661060" y="1739741"/>
            <a:ext cx="874250" cy="874250"/>
          </a:xfrm>
          <a:prstGeom prst="rect">
            <a:avLst/>
          </a:prstGeom>
          <a:solidFill>
            <a:srgbClr val="D0CEC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3" name="직사각형 122">
            <a:extLst>
              <a:ext uri="{FF2B5EF4-FFF2-40B4-BE49-F238E27FC236}">
                <a16:creationId xmlns:a16="http://schemas.microsoft.com/office/drawing/2014/main" id="{0F1FE80F-9704-5E76-8D0E-B72263A22619}"/>
              </a:ext>
            </a:extLst>
          </p:cNvPr>
          <p:cNvSpPr/>
          <p:nvPr/>
        </p:nvSpPr>
        <p:spPr>
          <a:xfrm>
            <a:off x="622530" y="2763471"/>
            <a:ext cx="874250" cy="874250"/>
          </a:xfrm>
          <a:prstGeom prst="rect">
            <a:avLst/>
          </a:prstGeom>
          <a:solidFill>
            <a:srgbClr val="FA65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4" name="직사각형 123">
            <a:extLst>
              <a:ext uri="{FF2B5EF4-FFF2-40B4-BE49-F238E27FC236}">
                <a16:creationId xmlns:a16="http://schemas.microsoft.com/office/drawing/2014/main" id="{0F1FE80F-9704-5E76-8D0E-B72263A22619}"/>
              </a:ext>
            </a:extLst>
          </p:cNvPr>
          <p:cNvSpPr/>
          <p:nvPr/>
        </p:nvSpPr>
        <p:spPr>
          <a:xfrm>
            <a:off x="1626383" y="2763471"/>
            <a:ext cx="874250" cy="874250"/>
          </a:xfrm>
          <a:prstGeom prst="rect">
            <a:avLst/>
          </a:prstGeom>
          <a:solidFill>
            <a:srgbClr val="FA65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5" name="직사각형 124">
            <a:extLst>
              <a:ext uri="{FF2B5EF4-FFF2-40B4-BE49-F238E27FC236}">
                <a16:creationId xmlns:a16="http://schemas.microsoft.com/office/drawing/2014/main" id="{0F1FE80F-9704-5E76-8D0E-B72263A22619}"/>
              </a:ext>
            </a:extLst>
          </p:cNvPr>
          <p:cNvSpPr/>
          <p:nvPr/>
        </p:nvSpPr>
        <p:spPr>
          <a:xfrm>
            <a:off x="2630236" y="2763471"/>
            <a:ext cx="874250" cy="874250"/>
          </a:xfrm>
          <a:prstGeom prst="rect">
            <a:avLst/>
          </a:prstGeom>
          <a:solidFill>
            <a:srgbClr val="FA65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6" name="직사각형 125">
            <a:extLst>
              <a:ext uri="{FF2B5EF4-FFF2-40B4-BE49-F238E27FC236}">
                <a16:creationId xmlns:a16="http://schemas.microsoft.com/office/drawing/2014/main" id="{0F1FE80F-9704-5E76-8D0E-B72263A22619}"/>
              </a:ext>
            </a:extLst>
          </p:cNvPr>
          <p:cNvSpPr/>
          <p:nvPr/>
        </p:nvSpPr>
        <p:spPr>
          <a:xfrm>
            <a:off x="3634089" y="2763471"/>
            <a:ext cx="874250" cy="874250"/>
          </a:xfrm>
          <a:prstGeom prst="rect">
            <a:avLst/>
          </a:prstGeom>
          <a:solidFill>
            <a:srgbClr val="FA65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7" name="직사각형 126">
            <a:extLst>
              <a:ext uri="{FF2B5EF4-FFF2-40B4-BE49-F238E27FC236}">
                <a16:creationId xmlns:a16="http://schemas.microsoft.com/office/drawing/2014/main" id="{0F1FE80F-9704-5E76-8D0E-B72263A22619}"/>
              </a:ext>
            </a:extLst>
          </p:cNvPr>
          <p:cNvSpPr/>
          <p:nvPr/>
        </p:nvSpPr>
        <p:spPr>
          <a:xfrm>
            <a:off x="4637942" y="2763471"/>
            <a:ext cx="874250" cy="874250"/>
          </a:xfrm>
          <a:prstGeom prst="rect">
            <a:avLst/>
          </a:prstGeom>
          <a:solidFill>
            <a:srgbClr val="FA65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8" name="직사각형 127">
            <a:extLst>
              <a:ext uri="{FF2B5EF4-FFF2-40B4-BE49-F238E27FC236}">
                <a16:creationId xmlns:a16="http://schemas.microsoft.com/office/drawing/2014/main" id="{0F1FE80F-9704-5E76-8D0E-B72263A22619}"/>
              </a:ext>
            </a:extLst>
          </p:cNvPr>
          <p:cNvSpPr/>
          <p:nvPr/>
        </p:nvSpPr>
        <p:spPr>
          <a:xfrm>
            <a:off x="5641795" y="2763471"/>
            <a:ext cx="874250" cy="874250"/>
          </a:xfrm>
          <a:prstGeom prst="rect">
            <a:avLst/>
          </a:prstGeom>
          <a:solidFill>
            <a:srgbClr val="FA65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9" name="직사각형 128">
            <a:extLst>
              <a:ext uri="{FF2B5EF4-FFF2-40B4-BE49-F238E27FC236}">
                <a16:creationId xmlns:a16="http://schemas.microsoft.com/office/drawing/2014/main" id="{0F1FE80F-9704-5E76-8D0E-B72263A22619}"/>
              </a:ext>
            </a:extLst>
          </p:cNvPr>
          <p:cNvSpPr/>
          <p:nvPr/>
        </p:nvSpPr>
        <p:spPr>
          <a:xfrm>
            <a:off x="6645648" y="2763471"/>
            <a:ext cx="874250" cy="874250"/>
          </a:xfrm>
          <a:prstGeom prst="rect">
            <a:avLst/>
          </a:prstGeom>
          <a:solidFill>
            <a:srgbClr val="FA65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0" name="직사각형 129">
            <a:extLst>
              <a:ext uri="{FF2B5EF4-FFF2-40B4-BE49-F238E27FC236}">
                <a16:creationId xmlns:a16="http://schemas.microsoft.com/office/drawing/2014/main" id="{0F1FE80F-9704-5E76-8D0E-B72263A22619}"/>
              </a:ext>
            </a:extLst>
          </p:cNvPr>
          <p:cNvSpPr/>
          <p:nvPr/>
        </p:nvSpPr>
        <p:spPr>
          <a:xfrm>
            <a:off x="7649501" y="2763471"/>
            <a:ext cx="874250" cy="874250"/>
          </a:xfrm>
          <a:prstGeom prst="rect">
            <a:avLst/>
          </a:prstGeom>
          <a:solidFill>
            <a:srgbClr val="FA65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1" name="직사각형 130">
            <a:extLst>
              <a:ext uri="{FF2B5EF4-FFF2-40B4-BE49-F238E27FC236}">
                <a16:creationId xmlns:a16="http://schemas.microsoft.com/office/drawing/2014/main" id="{0F1FE80F-9704-5E76-8D0E-B72263A22619}"/>
              </a:ext>
            </a:extLst>
          </p:cNvPr>
          <p:cNvSpPr/>
          <p:nvPr/>
        </p:nvSpPr>
        <p:spPr>
          <a:xfrm>
            <a:off x="8653354" y="2763471"/>
            <a:ext cx="874250" cy="874250"/>
          </a:xfrm>
          <a:prstGeom prst="rect">
            <a:avLst/>
          </a:prstGeom>
          <a:solidFill>
            <a:srgbClr val="FA65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2" name="직사각형 131">
            <a:extLst>
              <a:ext uri="{FF2B5EF4-FFF2-40B4-BE49-F238E27FC236}">
                <a16:creationId xmlns:a16="http://schemas.microsoft.com/office/drawing/2014/main" id="{0F1FE80F-9704-5E76-8D0E-B72263A22619}"/>
              </a:ext>
            </a:extLst>
          </p:cNvPr>
          <p:cNvSpPr/>
          <p:nvPr/>
        </p:nvSpPr>
        <p:spPr>
          <a:xfrm>
            <a:off x="9657207" y="2763471"/>
            <a:ext cx="874250" cy="874250"/>
          </a:xfrm>
          <a:prstGeom prst="rect">
            <a:avLst/>
          </a:prstGeom>
          <a:solidFill>
            <a:srgbClr val="D0CEC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3" name="직사각형 132">
            <a:extLst>
              <a:ext uri="{FF2B5EF4-FFF2-40B4-BE49-F238E27FC236}">
                <a16:creationId xmlns:a16="http://schemas.microsoft.com/office/drawing/2014/main" id="{0F1FE80F-9704-5E76-8D0E-B72263A22619}"/>
              </a:ext>
            </a:extLst>
          </p:cNvPr>
          <p:cNvSpPr/>
          <p:nvPr/>
        </p:nvSpPr>
        <p:spPr>
          <a:xfrm>
            <a:off x="10661060" y="2763471"/>
            <a:ext cx="874250" cy="874250"/>
          </a:xfrm>
          <a:prstGeom prst="rect">
            <a:avLst/>
          </a:prstGeom>
          <a:solidFill>
            <a:srgbClr val="D0CEC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4" name="직사각형 133">
            <a:extLst>
              <a:ext uri="{FF2B5EF4-FFF2-40B4-BE49-F238E27FC236}">
                <a16:creationId xmlns:a16="http://schemas.microsoft.com/office/drawing/2014/main" id="{0F1FE80F-9704-5E76-8D0E-B72263A22619}"/>
              </a:ext>
            </a:extLst>
          </p:cNvPr>
          <p:cNvSpPr/>
          <p:nvPr/>
        </p:nvSpPr>
        <p:spPr>
          <a:xfrm>
            <a:off x="622530" y="3787201"/>
            <a:ext cx="874250" cy="874250"/>
          </a:xfrm>
          <a:prstGeom prst="rect">
            <a:avLst/>
          </a:prstGeom>
          <a:solidFill>
            <a:srgbClr val="FA65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5" name="직사각형 134">
            <a:extLst>
              <a:ext uri="{FF2B5EF4-FFF2-40B4-BE49-F238E27FC236}">
                <a16:creationId xmlns:a16="http://schemas.microsoft.com/office/drawing/2014/main" id="{0F1FE80F-9704-5E76-8D0E-B72263A22619}"/>
              </a:ext>
            </a:extLst>
          </p:cNvPr>
          <p:cNvSpPr/>
          <p:nvPr/>
        </p:nvSpPr>
        <p:spPr>
          <a:xfrm>
            <a:off x="1626383" y="3787201"/>
            <a:ext cx="874250" cy="874250"/>
          </a:xfrm>
          <a:prstGeom prst="rect">
            <a:avLst/>
          </a:prstGeom>
          <a:solidFill>
            <a:srgbClr val="FA65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6" name="직사각형 135">
            <a:extLst>
              <a:ext uri="{FF2B5EF4-FFF2-40B4-BE49-F238E27FC236}">
                <a16:creationId xmlns:a16="http://schemas.microsoft.com/office/drawing/2014/main" id="{0F1FE80F-9704-5E76-8D0E-B72263A22619}"/>
              </a:ext>
            </a:extLst>
          </p:cNvPr>
          <p:cNvSpPr/>
          <p:nvPr/>
        </p:nvSpPr>
        <p:spPr>
          <a:xfrm>
            <a:off x="2630236" y="3787201"/>
            <a:ext cx="874250" cy="874250"/>
          </a:xfrm>
          <a:prstGeom prst="rect">
            <a:avLst/>
          </a:prstGeom>
          <a:solidFill>
            <a:srgbClr val="FA65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7" name="직사각형 136">
            <a:extLst>
              <a:ext uri="{FF2B5EF4-FFF2-40B4-BE49-F238E27FC236}">
                <a16:creationId xmlns:a16="http://schemas.microsoft.com/office/drawing/2014/main" id="{0F1FE80F-9704-5E76-8D0E-B72263A22619}"/>
              </a:ext>
            </a:extLst>
          </p:cNvPr>
          <p:cNvSpPr/>
          <p:nvPr/>
        </p:nvSpPr>
        <p:spPr>
          <a:xfrm>
            <a:off x="3634089" y="3787201"/>
            <a:ext cx="874250" cy="874250"/>
          </a:xfrm>
          <a:prstGeom prst="rect">
            <a:avLst/>
          </a:prstGeom>
          <a:solidFill>
            <a:srgbClr val="FA65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8" name="직사각형 137">
            <a:extLst>
              <a:ext uri="{FF2B5EF4-FFF2-40B4-BE49-F238E27FC236}">
                <a16:creationId xmlns:a16="http://schemas.microsoft.com/office/drawing/2014/main" id="{0F1FE80F-9704-5E76-8D0E-B72263A22619}"/>
              </a:ext>
            </a:extLst>
          </p:cNvPr>
          <p:cNvSpPr/>
          <p:nvPr/>
        </p:nvSpPr>
        <p:spPr>
          <a:xfrm>
            <a:off x="4637942" y="3787201"/>
            <a:ext cx="874250" cy="874250"/>
          </a:xfrm>
          <a:prstGeom prst="rect">
            <a:avLst/>
          </a:prstGeom>
          <a:solidFill>
            <a:srgbClr val="D0CEC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9" name="직사각형 138">
            <a:extLst>
              <a:ext uri="{FF2B5EF4-FFF2-40B4-BE49-F238E27FC236}">
                <a16:creationId xmlns:a16="http://schemas.microsoft.com/office/drawing/2014/main" id="{0F1FE80F-9704-5E76-8D0E-B72263A22619}"/>
              </a:ext>
            </a:extLst>
          </p:cNvPr>
          <p:cNvSpPr/>
          <p:nvPr/>
        </p:nvSpPr>
        <p:spPr>
          <a:xfrm>
            <a:off x="5641795" y="3787201"/>
            <a:ext cx="874250" cy="874250"/>
          </a:xfrm>
          <a:prstGeom prst="rect">
            <a:avLst/>
          </a:prstGeom>
          <a:solidFill>
            <a:srgbClr val="D0CEC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0" name="직사각형 139">
            <a:extLst>
              <a:ext uri="{FF2B5EF4-FFF2-40B4-BE49-F238E27FC236}">
                <a16:creationId xmlns:a16="http://schemas.microsoft.com/office/drawing/2014/main" id="{0F1FE80F-9704-5E76-8D0E-B72263A22619}"/>
              </a:ext>
            </a:extLst>
          </p:cNvPr>
          <p:cNvSpPr/>
          <p:nvPr/>
        </p:nvSpPr>
        <p:spPr>
          <a:xfrm>
            <a:off x="6645648" y="3787201"/>
            <a:ext cx="874250" cy="874250"/>
          </a:xfrm>
          <a:prstGeom prst="rect">
            <a:avLst/>
          </a:prstGeom>
          <a:solidFill>
            <a:srgbClr val="D0CEC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1" name="직사각형 140">
            <a:extLst>
              <a:ext uri="{FF2B5EF4-FFF2-40B4-BE49-F238E27FC236}">
                <a16:creationId xmlns:a16="http://schemas.microsoft.com/office/drawing/2014/main" id="{0F1FE80F-9704-5E76-8D0E-B72263A22619}"/>
              </a:ext>
            </a:extLst>
          </p:cNvPr>
          <p:cNvSpPr/>
          <p:nvPr/>
        </p:nvSpPr>
        <p:spPr>
          <a:xfrm>
            <a:off x="7649501" y="3787201"/>
            <a:ext cx="874250" cy="874250"/>
          </a:xfrm>
          <a:prstGeom prst="rect">
            <a:avLst/>
          </a:prstGeom>
          <a:solidFill>
            <a:srgbClr val="D0CEC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2" name="직사각형 141">
            <a:extLst>
              <a:ext uri="{FF2B5EF4-FFF2-40B4-BE49-F238E27FC236}">
                <a16:creationId xmlns:a16="http://schemas.microsoft.com/office/drawing/2014/main" id="{0F1FE80F-9704-5E76-8D0E-B72263A22619}"/>
              </a:ext>
            </a:extLst>
          </p:cNvPr>
          <p:cNvSpPr/>
          <p:nvPr/>
        </p:nvSpPr>
        <p:spPr>
          <a:xfrm>
            <a:off x="8653354" y="3787201"/>
            <a:ext cx="874250" cy="874250"/>
          </a:xfrm>
          <a:prstGeom prst="rect">
            <a:avLst/>
          </a:prstGeom>
          <a:solidFill>
            <a:srgbClr val="D0CEC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3" name="직사각형 142">
            <a:extLst>
              <a:ext uri="{FF2B5EF4-FFF2-40B4-BE49-F238E27FC236}">
                <a16:creationId xmlns:a16="http://schemas.microsoft.com/office/drawing/2014/main" id="{0F1FE80F-9704-5E76-8D0E-B72263A22619}"/>
              </a:ext>
            </a:extLst>
          </p:cNvPr>
          <p:cNvSpPr/>
          <p:nvPr/>
        </p:nvSpPr>
        <p:spPr>
          <a:xfrm>
            <a:off x="9657207" y="3787201"/>
            <a:ext cx="874250" cy="874250"/>
          </a:xfrm>
          <a:prstGeom prst="rect">
            <a:avLst/>
          </a:prstGeom>
          <a:solidFill>
            <a:srgbClr val="D0CEC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4" name="직사각형 143">
            <a:extLst>
              <a:ext uri="{FF2B5EF4-FFF2-40B4-BE49-F238E27FC236}">
                <a16:creationId xmlns:a16="http://schemas.microsoft.com/office/drawing/2014/main" id="{0F1FE80F-9704-5E76-8D0E-B72263A22619}"/>
              </a:ext>
            </a:extLst>
          </p:cNvPr>
          <p:cNvSpPr/>
          <p:nvPr/>
        </p:nvSpPr>
        <p:spPr>
          <a:xfrm>
            <a:off x="10661060" y="3787201"/>
            <a:ext cx="874250" cy="874250"/>
          </a:xfrm>
          <a:prstGeom prst="rect">
            <a:avLst/>
          </a:prstGeom>
          <a:solidFill>
            <a:srgbClr val="D0CEC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5" name="직사각형 144">
            <a:extLst>
              <a:ext uri="{FF2B5EF4-FFF2-40B4-BE49-F238E27FC236}">
                <a16:creationId xmlns:a16="http://schemas.microsoft.com/office/drawing/2014/main" id="{0F1FE80F-9704-5E76-8D0E-B72263A22619}"/>
              </a:ext>
            </a:extLst>
          </p:cNvPr>
          <p:cNvSpPr/>
          <p:nvPr/>
        </p:nvSpPr>
        <p:spPr>
          <a:xfrm>
            <a:off x="622530" y="4810931"/>
            <a:ext cx="874250" cy="874250"/>
          </a:xfrm>
          <a:prstGeom prst="rect">
            <a:avLst/>
          </a:prstGeom>
          <a:solidFill>
            <a:srgbClr val="FA65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6" name="직사각형 145">
            <a:extLst>
              <a:ext uri="{FF2B5EF4-FFF2-40B4-BE49-F238E27FC236}">
                <a16:creationId xmlns:a16="http://schemas.microsoft.com/office/drawing/2014/main" id="{0F1FE80F-9704-5E76-8D0E-B72263A22619}"/>
              </a:ext>
            </a:extLst>
          </p:cNvPr>
          <p:cNvSpPr/>
          <p:nvPr/>
        </p:nvSpPr>
        <p:spPr>
          <a:xfrm>
            <a:off x="1626383" y="4810931"/>
            <a:ext cx="874250" cy="874250"/>
          </a:xfrm>
          <a:prstGeom prst="rect">
            <a:avLst/>
          </a:prstGeom>
          <a:solidFill>
            <a:srgbClr val="FA65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7" name="직사각형 146">
            <a:extLst>
              <a:ext uri="{FF2B5EF4-FFF2-40B4-BE49-F238E27FC236}">
                <a16:creationId xmlns:a16="http://schemas.microsoft.com/office/drawing/2014/main" id="{0F1FE80F-9704-5E76-8D0E-B72263A22619}"/>
              </a:ext>
            </a:extLst>
          </p:cNvPr>
          <p:cNvSpPr/>
          <p:nvPr/>
        </p:nvSpPr>
        <p:spPr>
          <a:xfrm>
            <a:off x="2630236" y="4810931"/>
            <a:ext cx="874250" cy="874250"/>
          </a:xfrm>
          <a:prstGeom prst="rect">
            <a:avLst/>
          </a:prstGeom>
          <a:solidFill>
            <a:srgbClr val="FA65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8" name="직사각형 147">
            <a:extLst>
              <a:ext uri="{FF2B5EF4-FFF2-40B4-BE49-F238E27FC236}">
                <a16:creationId xmlns:a16="http://schemas.microsoft.com/office/drawing/2014/main" id="{0F1FE80F-9704-5E76-8D0E-B72263A22619}"/>
              </a:ext>
            </a:extLst>
          </p:cNvPr>
          <p:cNvSpPr/>
          <p:nvPr/>
        </p:nvSpPr>
        <p:spPr>
          <a:xfrm>
            <a:off x="3634089" y="4810931"/>
            <a:ext cx="874250" cy="874250"/>
          </a:xfrm>
          <a:prstGeom prst="rect">
            <a:avLst/>
          </a:prstGeom>
          <a:solidFill>
            <a:srgbClr val="FA65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9" name="직사각형 148">
            <a:extLst>
              <a:ext uri="{FF2B5EF4-FFF2-40B4-BE49-F238E27FC236}">
                <a16:creationId xmlns:a16="http://schemas.microsoft.com/office/drawing/2014/main" id="{0F1FE80F-9704-5E76-8D0E-B72263A22619}"/>
              </a:ext>
            </a:extLst>
          </p:cNvPr>
          <p:cNvSpPr/>
          <p:nvPr/>
        </p:nvSpPr>
        <p:spPr>
          <a:xfrm>
            <a:off x="4637942" y="4810931"/>
            <a:ext cx="874250" cy="874250"/>
          </a:xfrm>
          <a:prstGeom prst="rect">
            <a:avLst/>
          </a:prstGeom>
          <a:solidFill>
            <a:srgbClr val="FA65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50" name="직사각형 149">
            <a:extLst>
              <a:ext uri="{FF2B5EF4-FFF2-40B4-BE49-F238E27FC236}">
                <a16:creationId xmlns:a16="http://schemas.microsoft.com/office/drawing/2014/main" id="{0F1FE80F-9704-5E76-8D0E-B72263A22619}"/>
              </a:ext>
            </a:extLst>
          </p:cNvPr>
          <p:cNvSpPr/>
          <p:nvPr/>
        </p:nvSpPr>
        <p:spPr>
          <a:xfrm>
            <a:off x="5641795" y="4810931"/>
            <a:ext cx="874250" cy="874250"/>
          </a:xfrm>
          <a:prstGeom prst="rect">
            <a:avLst/>
          </a:prstGeom>
          <a:solidFill>
            <a:srgbClr val="FA65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51" name="직사각형 150">
            <a:extLst>
              <a:ext uri="{FF2B5EF4-FFF2-40B4-BE49-F238E27FC236}">
                <a16:creationId xmlns:a16="http://schemas.microsoft.com/office/drawing/2014/main" id="{0F1FE80F-9704-5E76-8D0E-B72263A22619}"/>
              </a:ext>
            </a:extLst>
          </p:cNvPr>
          <p:cNvSpPr/>
          <p:nvPr/>
        </p:nvSpPr>
        <p:spPr>
          <a:xfrm>
            <a:off x="6645648" y="4810931"/>
            <a:ext cx="874250" cy="874250"/>
          </a:xfrm>
          <a:prstGeom prst="rect">
            <a:avLst/>
          </a:prstGeom>
          <a:solidFill>
            <a:srgbClr val="FA65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52" name="직사각형 151">
            <a:extLst>
              <a:ext uri="{FF2B5EF4-FFF2-40B4-BE49-F238E27FC236}">
                <a16:creationId xmlns:a16="http://schemas.microsoft.com/office/drawing/2014/main" id="{0F1FE80F-9704-5E76-8D0E-B72263A22619}"/>
              </a:ext>
            </a:extLst>
          </p:cNvPr>
          <p:cNvSpPr/>
          <p:nvPr/>
        </p:nvSpPr>
        <p:spPr>
          <a:xfrm>
            <a:off x="7649501" y="4810931"/>
            <a:ext cx="874250" cy="874250"/>
          </a:xfrm>
          <a:prstGeom prst="rect">
            <a:avLst/>
          </a:prstGeom>
          <a:solidFill>
            <a:srgbClr val="FA65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53" name="직사각형 152">
            <a:extLst>
              <a:ext uri="{FF2B5EF4-FFF2-40B4-BE49-F238E27FC236}">
                <a16:creationId xmlns:a16="http://schemas.microsoft.com/office/drawing/2014/main" id="{0F1FE80F-9704-5E76-8D0E-B72263A22619}"/>
              </a:ext>
            </a:extLst>
          </p:cNvPr>
          <p:cNvSpPr/>
          <p:nvPr/>
        </p:nvSpPr>
        <p:spPr>
          <a:xfrm>
            <a:off x="8653354" y="4810931"/>
            <a:ext cx="874250" cy="874250"/>
          </a:xfrm>
          <a:prstGeom prst="rect">
            <a:avLst/>
          </a:prstGeom>
          <a:solidFill>
            <a:srgbClr val="FA65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54" name="직사각형 153">
            <a:extLst>
              <a:ext uri="{FF2B5EF4-FFF2-40B4-BE49-F238E27FC236}">
                <a16:creationId xmlns:a16="http://schemas.microsoft.com/office/drawing/2014/main" id="{0F1FE80F-9704-5E76-8D0E-B72263A22619}"/>
              </a:ext>
            </a:extLst>
          </p:cNvPr>
          <p:cNvSpPr/>
          <p:nvPr/>
        </p:nvSpPr>
        <p:spPr>
          <a:xfrm>
            <a:off x="9657207" y="4810931"/>
            <a:ext cx="874250" cy="874250"/>
          </a:xfrm>
          <a:prstGeom prst="rect">
            <a:avLst/>
          </a:prstGeom>
          <a:solidFill>
            <a:srgbClr val="FA65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55" name="직사각형 154">
            <a:extLst>
              <a:ext uri="{FF2B5EF4-FFF2-40B4-BE49-F238E27FC236}">
                <a16:creationId xmlns:a16="http://schemas.microsoft.com/office/drawing/2014/main" id="{0F1FE80F-9704-5E76-8D0E-B72263A22619}"/>
              </a:ext>
            </a:extLst>
          </p:cNvPr>
          <p:cNvSpPr/>
          <p:nvPr/>
        </p:nvSpPr>
        <p:spPr>
          <a:xfrm>
            <a:off x="10661060" y="4810931"/>
            <a:ext cx="874250" cy="874250"/>
          </a:xfrm>
          <a:prstGeom prst="rect">
            <a:avLst/>
          </a:prstGeom>
          <a:solidFill>
            <a:srgbClr val="D0CEC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56" name="직사각형 155">
            <a:extLst>
              <a:ext uri="{FF2B5EF4-FFF2-40B4-BE49-F238E27FC236}">
                <a16:creationId xmlns:a16="http://schemas.microsoft.com/office/drawing/2014/main" id="{0F1FE80F-9704-5E76-8D0E-B72263A22619}"/>
              </a:ext>
            </a:extLst>
          </p:cNvPr>
          <p:cNvSpPr/>
          <p:nvPr/>
        </p:nvSpPr>
        <p:spPr>
          <a:xfrm>
            <a:off x="622530" y="5834661"/>
            <a:ext cx="874250" cy="874250"/>
          </a:xfrm>
          <a:prstGeom prst="rect">
            <a:avLst/>
          </a:prstGeom>
          <a:solidFill>
            <a:srgbClr val="FA65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57" name="직사각형 156">
            <a:extLst>
              <a:ext uri="{FF2B5EF4-FFF2-40B4-BE49-F238E27FC236}">
                <a16:creationId xmlns:a16="http://schemas.microsoft.com/office/drawing/2014/main" id="{0F1FE80F-9704-5E76-8D0E-B72263A22619}"/>
              </a:ext>
            </a:extLst>
          </p:cNvPr>
          <p:cNvSpPr/>
          <p:nvPr/>
        </p:nvSpPr>
        <p:spPr>
          <a:xfrm>
            <a:off x="1626383" y="5834661"/>
            <a:ext cx="874250" cy="874250"/>
          </a:xfrm>
          <a:prstGeom prst="rect">
            <a:avLst/>
          </a:prstGeom>
          <a:solidFill>
            <a:srgbClr val="FA65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58" name="직사각형 157">
            <a:extLst>
              <a:ext uri="{FF2B5EF4-FFF2-40B4-BE49-F238E27FC236}">
                <a16:creationId xmlns:a16="http://schemas.microsoft.com/office/drawing/2014/main" id="{0F1FE80F-9704-5E76-8D0E-B72263A22619}"/>
              </a:ext>
            </a:extLst>
          </p:cNvPr>
          <p:cNvSpPr/>
          <p:nvPr/>
        </p:nvSpPr>
        <p:spPr>
          <a:xfrm>
            <a:off x="2630236" y="5834661"/>
            <a:ext cx="874250" cy="874250"/>
          </a:xfrm>
          <a:prstGeom prst="rect">
            <a:avLst/>
          </a:prstGeom>
          <a:solidFill>
            <a:srgbClr val="FA65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59" name="직사각형 158">
            <a:extLst>
              <a:ext uri="{FF2B5EF4-FFF2-40B4-BE49-F238E27FC236}">
                <a16:creationId xmlns:a16="http://schemas.microsoft.com/office/drawing/2014/main" id="{0F1FE80F-9704-5E76-8D0E-B72263A22619}"/>
              </a:ext>
            </a:extLst>
          </p:cNvPr>
          <p:cNvSpPr/>
          <p:nvPr/>
        </p:nvSpPr>
        <p:spPr>
          <a:xfrm>
            <a:off x="3634089" y="5834661"/>
            <a:ext cx="874250" cy="874250"/>
          </a:xfrm>
          <a:prstGeom prst="rect">
            <a:avLst/>
          </a:prstGeom>
          <a:solidFill>
            <a:srgbClr val="FA65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60" name="직사각형 159">
            <a:extLst>
              <a:ext uri="{FF2B5EF4-FFF2-40B4-BE49-F238E27FC236}">
                <a16:creationId xmlns:a16="http://schemas.microsoft.com/office/drawing/2014/main" id="{0F1FE80F-9704-5E76-8D0E-B72263A22619}"/>
              </a:ext>
            </a:extLst>
          </p:cNvPr>
          <p:cNvSpPr/>
          <p:nvPr/>
        </p:nvSpPr>
        <p:spPr>
          <a:xfrm>
            <a:off x="4637942" y="5834661"/>
            <a:ext cx="874250" cy="874250"/>
          </a:xfrm>
          <a:prstGeom prst="rect">
            <a:avLst/>
          </a:prstGeom>
          <a:solidFill>
            <a:srgbClr val="D0CEC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61" name="직사각형 160">
            <a:extLst>
              <a:ext uri="{FF2B5EF4-FFF2-40B4-BE49-F238E27FC236}">
                <a16:creationId xmlns:a16="http://schemas.microsoft.com/office/drawing/2014/main" id="{0F1FE80F-9704-5E76-8D0E-B72263A22619}"/>
              </a:ext>
            </a:extLst>
          </p:cNvPr>
          <p:cNvSpPr/>
          <p:nvPr/>
        </p:nvSpPr>
        <p:spPr>
          <a:xfrm>
            <a:off x="5641795" y="5834661"/>
            <a:ext cx="874250" cy="874250"/>
          </a:xfrm>
          <a:prstGeom prst="rect">
            <a:avLst/>
          </a:prstGeom>
          <a:solidFill>
            <a:srgbClr val="D0CEC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62" name="직사각형 161">
            <a:extLst>
              <a:ext uri="{FF2B5EF4-FFF2-40B4-BE49-F238E27FC236}">
                <a16:creationId xmlns:a16="http://schemas.microsoft.com/office/drawing/2014/main" id="{0F1FE80F-9704-5E76-8D0E-B72263A22619}"/>
              </a:ext>
            </a:extLst>
          </p:cNvPr>
          <p:cNvSpPr/>
          <p:nvPr/>
        </p:nvSpPr>
        <p:spPr>
          <a:xfrm>
            <a:off x="6645648" y="5834661"/>
            <a:ext cx="874250" cy="874250"/>
          </a:xfrm>
          <a:prstGeom prst="rect">
            <a:avLst/>
          </a:prstGeom>
          <a:solidFill>
            <a:srgbClr val="D0CEC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63" name="직사각형 162">
            <a:extLst>
              <a:ext uri="{FF2B5EF4-FFF2-40B4-BE49-F238E27FC236}">
                <a16:creationId xmlns:a16="http://schemas.microsoft.com/office/drawing/2014/main" id="{0F1FE80F-9704-5E76-8D0E-B72263A22619}"/>
              </a:ext>
            </a:extLst>
          </p:cNvPr>
          <p:cNvSpPr/>
          <p:nvPr/>
        </p:nvSpPr>
        <p:spPr>
          <a:xfrm>
            <a:off x="7649501" y="5834661"/>
            <a:ext cx="874250" cy="874250"/>
          </a:xfrm>
          <a:prstGeom prst="rect">
            <a:avLst/>
          </a:prstGeom>
          <a:solidFill>
            <a:srgbClr val="D0CEC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64" name="직사각형 163">
            <a:extLst>
              <a:ext uri="{FF2B5EF4-FFF2-40B4-BE49-F238E27FC236}">
                <a16:creationId xmlns:a16="http://schemas.microsoft.com/office/drawing/2014/main" id="{0F1FE80F-9704-5E76-8D0E-B72263A22619}"/>
              </a:ext>
            </a:extLst>
          </p:cNvPr>
          <p:cNvSpPr/>
          <p:nvPr/>
        </p:nvSpPr>
        <p:spPr>
          <a:xfrm>
            <a:off x="8653354" y="5834661"/>
            <a:ext cx="874250" cy="874250"/>
          </a:xfrm>
          <a:prstGeom prst="rect">
            <a:avLst/>
          </a:prstGeom>
          <a:solidFill>
            <a:srgbClr val="D0CEC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65" name="직사각형 164">
            <a:extLst>
              <a:ext uri="{FF2B5EF4-FFF2-40B4-BE49-F238E27FC236}">
                <a16:creationId xmlns:a16="http://schemas.microsoft.com/office/drawing/2014/main" id="{0F1FE80F-9704-5E76-8D0E-B72263A22619}"/>
              </a:ext>
            </a:extLst>
          </p:cNvPr>
          <p:cNvSpPr/>
          <p:nvPr/>
        </p:nvSpPr>
        <p:spPr>
          <a:xfrm>
            <a:off x="9657207" y="5834661"/>
            <a:ext cx="874250" cy="874250"/>
          </a:xfrm>
          <a:prstGeom prst="rect">
            <a:avLst/>
          </a:prstGeom>
          <a:solidFill>
            <a:srgbClr val="D0CEC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66" name="직사각형 165">
            <a:extLst>
              <a:ext uri="{FF2B5EF4-FFF2-40B4-BE49-F238E27FC236}">
                <a16:creationId xmlns:a16="http://schemas.microsoft.com/office/drawing/2014/main" id="{0F1FE80F-9704-5E76-8D0E-B72263A22619}"/>
              </a:ext>
            </a:extLst>
          </p:cNvPr>
          <p:cNvSpPr/>
          <p:nvPr/>
        </p:nvSpPr>
        <p:spPr>
          <a:xfrm>
            <a:off x="10661060" y="5834661"/>
            <a:ext cx="874250" cy="874250"/>
          </a:xfrm>
          <a:prstGeom prst="rect">
            <a:avLst/>
          </a:prstGeom>
          <a:solidFill>
            <a:srgbClr val="D0CEC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11121544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>
        <p159:morph option="byChar"/>
      </p:transition>
    </mc:Choice>
    <mc:Fallback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66BDC33-4806-5245-6328-757BACBF7394}"/>
              </a:ext>
            </a:extLst>
          </p:cNvPr>
          <p:cNvSpPr txBox="1"/>
          <p:nvPr/>
        </p:nvSpPr>
        <p:spPr>
          <a:xfrm>
            <a:off x="628650" y="274320"/>
            <a:ext cx="1331455" cy="276999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029D6D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02. </a:t>
            </a:r>
            <a:r>
              <a:rPr kumimoji="0" lang="ko-KR" altLang="en-US" sz="1200" b="0" i="0" u="none" strike="noStrike" kern="1200" cap="none" spc="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029D6D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속도 </a:t>
            </a: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029D6D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&amp; </a:t>
            </a:r>
            <a:r>
              <a:rPr kumimoji="0" lang="ko-KR" altLang="en-US" sz="1200" b="0" i="0" u="none" strike="noStrike" kern="1200" cap="none" spc="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029D6D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도식화</a:t>
            </a:r>
            <a:endParaRPr kumimoji="0" lang="ko-KR" altLang="en-US" sz="1200" b="0" i="0" u="none" strike="noStrike" kern="1200" cap="none" spc="0" normalizeH="0" baseline="0" noProof="0" dirty="0">
              <a:ln>
                <a:solidFill>
                  <a:srgbClr val="FF0000">
                    <a:alpha val="0"/>
                  </a:srgbClr>
                </a:solidFill>
              </a:ln>
              <a:solidFill>
                <a:srgbClr val="029D6D"/>
              </a:solidFill>
              <a:effectLst/>
              <a:uLnTx/>
              <a:uFillTx/>
              <a:latin typeface="G마켓 산스 TTF Medium" panose="02000000000000000000" pitchFamily="2" charset="-127"/>
              <a:ea typeface="G마켓 산스 TTF Medium" panose="02000000000000000000" pitchFamily="2" charset="-127"/>
              <a:cs typeface="+mn-cs"/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861C02D0-E528-55DF-B2AD-1D3D059EF0A2}"/>
              </a:ext>
            </a:extLst>
          </p:cNvPr>
          <p:cNvCxnSpPr>
            <a:cxnSpLocks/>
          </p:cNvCxnSpPr>
          <p:nvPr/>
        </p:nvCxnSpPr>
        <p:spPr>
          <a:xfrm>
            <a:off x="628650" y="914400"/>
            <a:ext cx="10934700" cy="0"/>
          </a:xfrm>
          <a:prstGeom prst="line">
            <a:avLst/>
          </a:prstGeom>
          <a:ln w="19050">
            <a:solidFill>
              <a:srgbClr val="E0833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6FDA1E3E-C520-42B4-6ADA-ABEA0DF1A0B7}"/>
              </a:ext>
            </a:extLst>
          </p:cNvPr>
          <p:cNvSpPr txBox="1"/>
          <p:nvPr/>
        </p:nvSpPr>
        <p:spPr>
          <a:xfrm>
            <a:off x="628648" y="513219"/>
            <a:ext cx="6902451" cy="369332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-50" normalizeH="0" baseline="0" noProof="0" dirty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FA6502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절대</a:t>
            </a:r>
            <a:r>
              <a:rPr kumimoji="0" lang="ko-KR" altLang="en-US" sz="1800" b="0" i="0" u="none" strike="noStrike" kern="1200" cap="none" spc="-50" normalizeH="0" baseline="0" noProof="0" dirty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E08336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 </a:t>
            </a:r>
            <a:r>
              <a:rPr kumimoji="0" lang="ko-KR" altLang="en-US" sz="1800" b="0" i="0" u="none" strike="noStrike" kern="1200" cap="none" spc="-50" normalizeH="0" baseline="0" noProof="0" dirty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마우스로 </a:t>
            </a:r>
            <a:r>
              <a:rPr kumimoji="0" lang="ko-KR" altLang="en-US" sz="1800" b="0" i="0" u="none" strike="noStrike" kern="1200" cap="none" spc="-50" normalizeH="0" baseline="0" noProof="0" dirty="0" err="1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드래그하지</a:t>
            </a:r>
            <a:r>
              <a:rPr kumimoji="0" lang="ko-KR" altLang="en-US" sz="1800" b="0" i="0" u="none" strike="noStrike" kern="1200" cap="none" spc="-50" normalizeH="0" baseline="0" noProof="0" dirty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 마세요</a:t>
            </a:r>
            <a:endParaRPr kumimoji="0" lang="ko-KR" altLang="en-US" sz="1800" b="0" i="0" u="none" strike="noStrike" kern="1200" cap="none" spc="-50" normalizeH="0" baseline="0" noProof="0" dirty="0">
              <a:ln>
                <a:solidFill>
                  <a:srgbClr val="FF0000">
                    <a:alpha val="0"/>
                  </a:srgbClr>
                </a:solidFill>
              </a:ln>
              <a:solidFill>
                <a:srgbClr val="E08336"/>
              </a:solidFill>
              <a:effectLst/>
              <a:uLnTx/>
              <a:uFillTx/>
              <a:latin typeface="G마켓 산스 TTF Bold" panose="02000000000000000000" pitchFamily="2" charset="-127"/>
              <a:ea typeface="G마켓 산스 TTF Bold" panose="02000000000000000000" pitchFamily="2" charset="-127"/>
              <a:cs typeface="+mn-cs"/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2BD3A556-7AD1-9A1E-2C18-E4F83919BB54}"/>
              </a:ext>
            </a:extLst>
          </p:cNvPr>
          <p:cNvSpPr/>
          <p:nvPr/>
        </p:nvSpPr>
        <p:spPr>
          <a:xfrm>
            <a:off x="628649" y="1035130"/>
            <a:ext cx="10934702" cy="31854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※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홈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-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정렬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-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맞춤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(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개체가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1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개일 때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)</a:t>
            </a:r>
            <a:endParaRPr kumimoji="0" lang="ko-KR" altLang="en-US" sz="1200" b="0" i="0" u="none" strike="noStrike" kern="1200" cap="none" spc="0" normalizeH="0" baseline="0" noProof="0" dirty="0">
              <a:ln>
                <a:solidFill>
                  <a:srgbClr val="4472C4">
                    <a:alpha val="0"/>
                  </a:srgbClr>
                </a:solidFill>
              </a:ln>
              <a:solidFill>
                <a:srgbClr val="E7E6E6">
                  <a:lumMod val="10000"/>
                </a:srgbClr>
              </a:solidFill>
              <a:effectLst/>
              <a:uLnTx/>
              <a:uFillTx/>
              <a:latin typeface="G마켓 산스 TTF Medium" panose="02000000000000000000" pitchFamily="2" charset="-127"/>
              <a:ea typeface="G마켓 산스 TTF Medium" panose="02000000000000000000" pitchFamily="2" charset="-127"/>
              <a:cs typeface="+mn-cs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90411E9-3E2B-C92D-1FBE-47B3D6F76F3B}"/>
              </a:ext>
            </a:extLst>
          </p:cNvPr>
          <p:cNvSpPr/>
          <p:nvPr/>
        </p:nvSpPr>
        <p:spPr>
          <a:xfrm>
            <a:off x="3172432" y="2700423"/>
            <a:ext cx="3051411" cy="1476610"/>
          </a:xfrm>
          <a:prstGeom prst="rect">
            <a:avLst/>
          </a:prstGeom>
          <a:solidFill>
            <a:srgbClr val="FA650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solidFill>
                  <a:prstClr val="black">
                    <a:alpha val="0"/>
                  </a:prstClr>
                </a:solidFill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2" name="그림 1" descr="클립아트, 만화 영화, 상징이(가) 표시된 사진&#10;&#10;자동 생성된 설명">
            <a:extLst>
              <a:ext uri="{FF2B5EF4-FFF2-40B4-BE49-F238E27FC236}">
                <a16:creationId xmlns:a16="http://schemas.microsoft.com/office/drawing/2014/main" id="{D27CB19B-806F-C661-DCAC-7D52C448BFDB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09532" y="339853"/>
            <a:ext cx="453817" cy="453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8934942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>
        <p159:morph option="byChar"/>
      </p:transition>
    </mc:Choice>
    <mc:Fallback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66BDC33-4806-5245-6328-757BACBF7394}"/>
              </a:ext>
            </a:extLst>
          </p:cNvPr>
          <p:cNvSpPr txBox="1"/>
          <p:nvPr/>
        </p:nvSpPr>
        <p:spPr>
          <a:xfrm>
            <a:off x="628650" y="274320"/>
            <a:ext cx="1331455" cy="276999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029D6D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02. </a:t>
            </a:r>
            <a:r>
              <a:rPr kumimoji="0" lang="ko-KR" altLang="en-US" sz="1200" b="0" i="0" u="none" strike="noStrike" kern="1200" cap="none" spc="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029D6D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속도 </a:t>
            </a: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029D6D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&amp; </a:t>
            </a:r>
            <a:r>
              <a:rPr kumimoji="0" lang="ko-KR" altLang="en-US" sz="1200" b="0" i="0" u="none" strike="noStrike" kern="1200" cap="none" spc="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029D6D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도식화</a:t>
            </a:r>
            <a:endParaRPr kumimoji="0" lang="ko-KR" altLang="en-US" sz="1200" b="0" i="0" u="none" strike="noStrike" kern="1200" cap="none" spc="0" normalizeH="0" baseline="0" noProof="0" dirty="0">
              <a:ln>
                <a:solidFill>
                  <a:srgbClr val="FF0000">
                    <a:alpha val="0"/>
                  </a:srgbClr>
                </a:solidFill>
              </a:ln>
              <a:solidFill>
                <a:srgbClr val="029D6D"/>
              </a:solidFill>
              <a:effectLst/>
              <a:uLnTx/>
              <a:uFillTx/>
              <a:latin typeface="G마켓 산스 TTF Medium" panose="02000000000000000000" pitchFamily="2" charset="-127"/>
              <a:ea typeface="G마켓 산스 TTF Medium" panose="02000000000000000000" pitchFamily="2" charset="-127"/>
              <a:cs typeface="+mn-cs"/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861C02D0-E528-55DF-B2AD-1D3D059EF0A2}"/>
              </a:ext>
            </a:extLst>
          </p:cNvPr>
          <p:cNvCxnSpPr>
            <a:cxnSpLocks/>
          </p:cNvCxnSpPr>
          <p:nvPr/>
        </p:nvCxnSpPr>
        <p:spPr>
          <a:xfrm>
            <a:off x="628650" y="914400"/>
            <a:ext cx="10934700" cy="0"/>
          </a:xfrm>
          <a:prstGeom prst="line">
            <a:avLst/>
          </a:prstGeom>
          <a:ln w="19050">
            <a:solidFill>
              <a:srgbClr val="E0833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6FDA1E3E-C520-42B4-6ADA-ABEA0DF1A0B7}"/>
              </a:ext>
            </a:extLst>
          </p:cNvPr>
          <p:cNvSpPr txBox="1"/>
          <p:nvPr/>
        </p:nvSpPr>
        <p:spPr>
          <a:xfrm>
            <a:off x="628648" y="513219"/>
            <a:ext cx="6902451" cy="369332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-50" normalizeH="0" baseline="0" noProof="0" dirty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FA6502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절대</a:t>
            </a:r>
            <a:r>
              <a:rPr kumimoji="0" lang="ko-KR" altLang="en-US" sz="1800" b="0" i="0" u="none" strike="noStrike" kern="1200" cap="none" spc="-50" normalizeH="0" baseline="0" noProof="0" dirty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E08336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 </a:t>
            </a:r>
            <a:r>
              <a:rPr kumimoji="0" lang="ko-KR" altLang="en-US" sz="1800" b="0" i="0" u="none" strike="noStrike" kern="1200" cap="none" spc="-50" normalizeH="0" baseline="0" noProof="0" dirty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마우스로 </a:t>
            </a:r>
            <a:r>
              <a:rPr kumimoji="0" lang="ko-KR" altLang="en-US" sz="1800" b="0" i="0" u="none" strike="noStrike" kern="1200" cap="none" spc="-50" normalizeH="0" baseline="0" noProof="0" dirty="0" err="1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드래그하지</a:t>
            </a:r>
            <a:r>
              <a:rPr kumimoji="0" lang="ko-KR" altLang="en-US" sz="1800" b="0" i="0" u="none" strike="noStrike" kern="1200" cap="none" spc="-50" normalizeH="0" baseline="0" noProof="0" dirty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 마세요</a:t>
            </a:r>
            <a:endParaRPr kumimoji="0" lang="ko-KR" altLang="en-US" sz="1800" b="0" i="0" u="none" strike="noStrike" kern="1200" cap="none" spc="-50" normalizeH="0" baseline="0" noProof="0" dirty="0">
              <a:ln>
                <a:solidFill>
                  <a:srgbClr val="FF0000">
                    <a:alpha val="0"/>
                  </a:srgbClr>
                </a:solidFill>
              </a:ln>
              <a:solidFill>
                <a:srgbClr val="E08336"/>
              </a:solidFill>
              <a:effectLst/>
              <a:uLnTx/>
              <a:uFillTx/>
              <a:latin typeface="G마켓 산스 TTF Bold" panose="02000000000000000000" pitchFamily="2" charset="-127"/>
              <a:ea typeface="G마켓 산스 TTF Bold" panose="02000000000000000000" pitchFamily="2" charset="-127"/>
              <a:cs typeface="+mn-cs"/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2BD3A556-7AD1-9A1E-2C18-E4F83919BB54}"/>
              </a:ext>
            </a:extLst>
          </p:cNvPr>
          <p:cNvSpPr/>
          <p:nvPr/>
        </p:nvSpPr>
        <p:spPr>
          <a:xfrm>
            <a:off x="628649" y="1035130"/>
            <a:ext cx="10934702" cy="31854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※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홈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-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정렬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-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맞춤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(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개체가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2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개 이상일 때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그룹화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)</a:t>
            </a:r>
            <a:endParaRPr kumimoji="0" lang="ko-KR" altLang="en-US" sz="1200" b="0" i="0" u="none" strike="noStrike" kern="1200" cap="none" spc="0" normalizeH="0" baseline="0" noProof="0" dirty="0">
              <a:ln>
                <a:solidFill>
                  <a:srgbClr val="4472C4">
                    <a:alpha val="0"/>
                  </a:srgbClr>
                </a:solidFill>
              </a:ln>
              <a:solidFill>
                <a:srgbClr val="E7E6E6">
                  <a:lumMod val="10000"/>
                </a:srgbClr>
              </a:solidFill>
              <a:effectLst/>
              <a:uLnTx/>
              <a:uFillTx/>
              <a:latin typeface="G마켓 산스 TTF Medium" panose="02000000000000000000" pitchFamily="2" charset="-127"/>
              <a:ea typeface="G마켓 산스 TTF Medium" panose="02000000000000000000" pitchFamily="2" charset="-127"/>
              <a:cs typeface="+mn-cs"/>
            </a:endParaRPr>
          </a:p>
        </p:txBody>
      </p:sp>
      <p:grpSp>
        <p:nvGrpSpPr>
          <p:cNvPr id="2" name="그룹 1"/>
          <p:cNvGrpSpPr/>
          <p:nvPr/>
        </p:nvGrpSpPr>
        <p:grpSpPr>
          <a:xfrm>
            <a:off x="1693992" y="2963745"/>
            <a:ext cx="8804016" cy="930510"/>
            <a:chOff x="1693992" y="2963745"/>
            <a:chExt cx="8804016" cy="930510"/>
          </a:xfrm>
        </p:grpSpPr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68DBD2DE-DD8C-F6E6-DD92-B0289EC986BF}"/>
                </a:ext>
              </a:extLst>
            </p:cNvPr>
            <p:cNvSpPr/>
            <p:nvPr/>
          </p:nvSpPr>
          <p:spPr>
            <a:xfrm>
              <a:off x="1693992" y="2963745"/>
              <a:ext cx="930510" cy="930510"/>
            </a:xfrm>
            <a:prstGeom prst="rect">
              <a:avLst/>
            </a:prstGeom>
            <a:solidFill>
              <a:srgbClr val="FA6502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400" b="0" i="0" u="none" strike="noStrike" kern="1200" cap="none" spc="0" normalizeH="0" baseline="0" noProof="0" dirty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a옛날사진관5" panose="02020600000000000000" pitchFamily="18" charset="-127"/>
                  <a:ea typeface="a옛날사진관5" panose="02020600000000000000" pitchFamily="18" charset="-127"/>
                  <a:cs typeface="+mn-cs"/>
                </a:rPr>
                <a:t>1</a:t>
              </a:r>
              <a:endParaRPr kumimoji="0" lang="ko-KR" altLang="en-US" sz="2400" b="0" i="0" u="none" strike="noStrike" kern="1200" cap="none" spc="0" normalizeH="0" baseline="0" noProof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a옛날사진관5" panose="02020600000000000000" pitchFamily="18" charset="-127"/>
                <a:ea typeface="a옛날사진관5" panose="02020600000000000000" pitchFamily="18" charset="-127"/>
                <a:cs typeface="+mn-cs"/>
              </a:endParaRPr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4F2C813C-3780-B591-6FDB-89DCE7D6E895}"/>
                </a:ext>
              </a:extLst>
            </p:cNvPr>
            <p:cNvSpPr/>
            <p:nvPr/>
          </p:nvSpPr>
          <p:spPr>
            <a:xfrm>
              <a:off x="4318494" y="2963745"/>
              <a:ext cx="930510" cy="930510"/>
            </a:xfrm>
            <a:prstGeom prst="rect">
              <a:avLst/>
            </a:prstGeom>
            <a:solidFill>
              <a:srgbClr val="FA6502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400" b="0" i="0" u="none" strike="noStrike" kern="1200" cap="none" spc="0" normalizeH="0" baseline="0" noProof="0" dirty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a옛날사진관5" panose="02020600000000000000" pitchFamily="18" charset="-127"/>
                  <a:ea typeface="a옛날사진관5" panose="02020600000000000000" pitchFamily="18" charset="-127"/>
                  <a:cs typeface="+mn-cs"/>
                </a:rPr>
                <a:t>2</a:t>
              </a:r>
              <a:endParaRPr kumimoji="0" lang="ko-KR" altLang="en-US" sz="2400" b="0" i="0" u="none" strike="noStrike" kern="1200" cap="none" spc="0" normalizeH="0" baseline="0" noProof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a옛날사진관5" panose="02020600000000000000" pitchFamily="18" charset="-127"/>
                <a:ea typeface="a옛날사진관5" panose="02020600000000000000" pitchFamily="18" charset="-127"/>
                <a:cs typeface="+mn-cs"/>
              </a:endParaRP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C56B28BF-5D52-0DC3-0B6E-D8D15E43A120}"/>
                </a:ext>
              </a:extLst>
            </p:cNvPr>
            <p:cNvSpPr/>
            <p:nvPr/>
          </p:nvSpPr>
          <p:spPr>
            <a:xfrm>
              <a:off x="6942996" y="2963745"/>
              <a:ext cx="930510" cy="930510"/>
            </a:xfrm>
            <a:prstGeom prst="rect">
              <a:avLst/>
            </a:prstGeom>
            <a:solidFill>
              <a:srgbClr val="FA6502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400" b="0" i="0" u="none" strike="noStrike" kern="1200" cap="none" spc="0" normalizeH="0" baseline="0" noProof="0" dirty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a옛날사진관5" panose="02020600000000000000" pitchFamily="18" charset="-127"/>
                  <a:ea typeface="a옛날사진관5" panose="02020600000000000000" pitchFamily="18" charset="-127"/>
                  <a:cs typeface="+mn-cs"/>
                </a:rPr>
                <a:t>3</a:t>
              </a:r>
              <a:endParaRPr kumimoji="0" lang="ko-KR" altLang="en-US" sz="2400" b="0" i="0" u="none" strike="noStrike" kern="1200" cap="none" spc="0" normalizeH="0" baseline="0" noProof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a옛날사진관5" panose="02020600000000000000" pitchFamily="18" charset="-127"/>
                <a:ea typeface="a옛날사진관5" panose="02020600000000000000" pitchFamily="18" charset="-127"/>
                <a:cs typeface="+mn-cs"/>
              </a:endParaRP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6D298C00-ED0D-4F7D-FABC-39C3DDAED632}"/>
                </a:ext>
              </a:extLst>
            </p:cNvPr>
            <p:cNvSpPr/>
            <p:nvPr/>
          </p:nvSpPr>
          <p:spPr>
            <a:xfrm>
              <a:off x="9567498" y="2963745"/>
              <a:ext cx="930510" cy="930510"/>
            </a:xfrm>
            <a:prstGeom prst="rect">
              <a:avLst/>
            </a:prstGeom>
            <a:solidFill>
              <a:srgbClr val="FA6502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400" b="0" i="0" u="none" strike="noStrike" kern="1200" cap="none" spc="0" normalizeH="0" baseline="0" noProof="0" dirty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a옛날사진관5" panose="02020600000000000000" pitchFamily="18" charset="-127"/>
                  <a:ea typeface="a옛날사진관5" panose="02020600000000000000" pitchFamily="18" charset="-127"/>
                  <a:cs typeface="+mn-cs"/>
                </a:rPr>
                <a:t>4</a:t>
              </a:r>
              <a:endParaRPr kumimoji="0" lang="ko-KR" altLang="en-US" sz="2400" b="0" i="0" u="none" strike="noStrike" kern="1200" cap="none" spc="0" normalizeH="0" baseline="0" noProof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a옛날사진관5" panose="02020600000000000000" pitchFamily="18" charset="-127"/>
                <a:ea typeface="a옛날사진관5" panose="02020600000000000000" pitchFamily="18" charset="-127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94244788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>
        <p159:morph option="byChar"/>
      </p:transition>
    </mc:Choice>
    <mc:Fallback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66BDC33-4806-5245-6328-757BACBF7394}"/>
              </a:ext>
            </a:extLst>
          </p:cNvPr>
          <p:cNvSpPr txBox="1"/>
          <p:nvPr/>
        </p:nvSpPr>
        <p:spPr>
          <a:xfrm>
            <a:off x="628650" y="274320"/>
            <a:ext cx="1331455" cy="276999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029D6D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02. </a:t>
            </a:r>
            <a:r>
              <a:rPr kumimoji="0" lang="ko-KR" altLang="en-US" sz="1200" b="0" i="0" u="none" strike="noStrike" kern="1200" cap="none" spc="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029D6D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속도 </a:t>
            </a: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029D6D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&amp; </a:t>
            </a:r>
            <a:r>
              <a:rPr kumimoji="0" lang="ko-KR" altLang="en-US" sz="1200" b="0" i="0" u="none" strike="noStrike" kern="1200" cap="none" spc="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029D6D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도식화</a:t>
            </a:r>
            <a:endParaRPr kumimoji="0" lang="ko-KR" altLang="en-US" sz="1200" b="0" i="0" u="none" strike="noStrike" kern="1200" cap="none" spc="0" normalizeH="0" baseline="0" noProof="0" dirty="0">
              <a:ln>
                <a:solidFill>
                  <a:srgbClr val="FF0000">
                    <a:alpha val="0"/>
                  </a:srgbClr>
                </a:solidFill>
              </a:ln>
              <a:solidFill>
                <a:srgbClr val="029D6D"/>
              </a:solidFill>
              <a:effectLst/>
              <a:uLnTx/>
              <a:uFillTx/>
              <a:latin typeface="G마켓 산스 TTF Medium" panose="02000000000000000000" pitchFamily="2" charset="-127"/>
              <a:ea typeface="G마켓 산스 TTF Medium" panose="02000000000000000000" pitchFamily="2" charset="-127"/>
              <a:cs typeface="+mn-cs"/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861C02D0-E528-55DF-B2AD-1D3D059EF0A2}"/>
              </a:ext>
            </a:extLst>
          </p:cNvPr>
          <p:cNvCxnSpPr>
            <a:cxnSpLocks/>
          </p:cNvCxnSpPr>
          <p:nvPr/>
        </p:nvCxnSpPr>
        <p:spPr>
          <a:xfrm>
            <a:off x="628650" y="914400"/>
            <a:ext cx="10934700" cy="0"/>
          </a:xfrm>
          <a:prstGeom prst="line">
            <a:avLst/>
          </a:prstGeom>
          <a:ln w="19050">
            <a:solidFill>
              <a:srgbClr val="E0833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6FDA1E3E-C520-42B4-6ADA-ABEA0DF1A0B7}"/>
              </a:ext>
            </a:extLst>
          </p:cNvPr>
          <p:cNvSpPr txBox="1"/>
          <p:nvPr/>
        </p:nvSpPr>
        <p:spPr>
          <a:xfrm>
            <a:off x="628648" y="513219"/>
            <a:ext cx="6902451" cy="369332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-50" normalizeH="0" baseline="0" noProof="0" dirty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FA6502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절대</a:t>
            </a:r>
            <a:r>
              <a:rPr kumimoji="0" lang="ko-KR" altLang="en-US" sz="1800" b="0" i="0" u="none" strike="noStrike" kern="1200" cap="none" spc="-50" normalizeH="0" baseline="0" noProof="0" dirty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E08336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 </a:t>
            </a:r>
            <a:r>
              <a:rPr kumimoji="0" lang="ko-KR" altLang="en-US" sz="1800" b="0" i="0" u="none" strike="noStrike" kern="1200" cap="none" spc="-50" normalizeH="0" baseline="0" noProof="0" dirty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마우스로 </a:t>
            </a:r>
            <a:r>
              <a:rPr kumimoji="0" lang="ko-KR" altLang="en-US" sz="1800" b="0" i="0" u="none" strike="noStrike" kern="1200" cap="none" spc="-50" normalizeH="0" baseline="0" noProof="0" dirty="0" err="1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드래그하지</a:t>
            </a:r>
            <a:r>
              <a:rPr kumimoji="0" lang="ko-KR" altLang="en-US" sz="1800" b="0" i="0" u="none" strike="noStrike" kern="1200" cap="none" spc="-50" normalizeH="0" baseline="0" noProof="0" dirty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 마세요</a:t>
            </a:r>
            <a:endParaRPr kumimoji="0" lang="ko-KR" altLang="en-US" sz="1800" b="0" i="0" u="none" strike="noStrike" kern="1200" cap="none" spc="-50" normalizeH="0" baseline="0" noProof="0" dirty="0">
              <a:ln>
                <a:solidFill>
                  <a:srgbClr val="FF0000">
                    <a:alpha val="0"/>
                  </a:srgbClr>
                </a:solidFill>
              </a:ln>
              <a:solidFill>
                <a:srgbClr val="E08336"/>
              </a:solidFill>
              <a:effectLst/>
              <a:uLnTx/>
              <a:uFillTx/>
              <a:latin typeface="G마켓 산스 TTF Bold" panose="02000000000000000000" pitchFamily="2" charset="-127"/>
              <a:ea typeface="G마켓 산스 TTF Bold" panose="02000000000000000000" pitchFamily="2" charset="-127"/>
              <a:cs typeface="+mn-cs"/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2BD3A556-7AD1-9A1E-2C18-E4F83919BB54}"/>
              </a:ext>
            </a:extLst>
          </p:cNvPr>
          <p:cNvSpPr/>
          <p:nvPr/>
        </p:nvSpPr>
        <p:spPr>
          <a:xfrm>
            <a:off x="628649" y="1035130"/>
            <a:ext cx="10934702" cy="31854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※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홈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-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정렬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-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맞춤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(1</a:t>
            </a:r>
            <a:r>
              <a:rPr kumimoji="0" lang="ko-KR" altLang="en-US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단계</a:t>
            </a: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), </a:t>
            </a:r>
            <a:r>
              <a:rPr kumimoji="0" lang="ko-KR" altLang="en-US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그룹화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활용</a:t>
            </a:r>
          </a:p>
        </p:txBody>
      </p:sp>
      <p:pic>
        <p:nvPicPr>
          <p:cNvPr id="12" name="그림 11" descr="클립아트, 만화 영화, 상징이(가) 표시된 사진&#10;&#10;자동 생성된 설명">
            <a:extLst>
              <a:ext uri="{FF2B5EF4-FFF2-40B4-BE49-F238E27FC236}">
                <a16:creationId xmlns:a16="http://schemas.microsoft.com/office/drawing/2014/main" id="{9FB045B2-6219-109C-AF85-D1C7B8C53955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09532" y="339853"/>
            <a:ext cx="453817" cy="453817"/>
          </a:xfrm>
          <a:prstGeom prst="rect">
            <a:avLst/>
          </a:prstGeom>
        </p:spPr>
      </p:pic>
      <p:grpSp>
        <p:nvGrpSpPr>
          <p:cNvPr id="3" name="그룹 2"/>
          <p:cNvGrpSpPr/>
          <p:nvPr/>
        </p:nvGrpSpPr>
        <p:grpSpPr>
          <a:xfrm>
            <a:off x="975723" y="2125718"/>
            <a:ext cx="10240553" cy="1828346"/>
            <a:chOff x="975723" y="2125718"/>
            <a:chExt cx="10240553" cy="1828346"/>
          </a:xfrm>
        </p:grpSpPr>
        <p:pic>
          <p:nvPicPr>
            <p:cNvPr id="7" name="Picture 2">
              <a:extLst>
                <a:ext uri="{FF2B5EF4-FFF2-40B4-BE49-F238E27FC236}">
                  <a16:creationId xmlns:a16="http://schemas.microsoft.com/office/drawing/2014/main" id="{9A24F0DF-52A5-9605-1702-005C3FB8E73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3349" t="23349" r="23349" b="23349"/>
            <a:stretch/>
          </p:blipFill>
          <p:spPr bwMode="auto">
            <a:xfrm>
              <a:off x="975723" y="2125718"/>
              <a:ext cx="1828346" cy="1828346"/>
            </a:xfrm>
            <a:prstGeom prst="rect">
              <a:avLst/>
            </a:prstGeom>
            <a:solidFill>
              <a:srgbClr val="FA6502"/>
            </a:solidFill>
            <a:ln w="28575">
              <a:solidFill>
                <a:schemeClr val="tx1"/>
              </a:solidFill>
            </a:ln>
          </p:spPr>
        </p:pic>
        <p:pic>
          <p:nvPicPr>
            <p:cNvPr id="9" name="Picture 4" descr="사장님 죄송…1만5000원 요아정 7000원으로 먹는다 | 한국경제">
              <a:extLst>
                <a:ext uri="{FF2B5EF4-FFF2-40B4-BE49-F238E27FC236}">
                  <a16:creationId xmlns:a16="http://schemas.microsoft.com/office/drawing/2014/main" id="{0FB4344F-A14E-6834-9413-14A6B327B3A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1831" t="20161" r="22569" b="1443"/>
            <a:stretch/>
          </p:blipFill>
          <p:spPr bwMode="auto">
            <a:xfrm>
              <a:off x="6583861" y="2125718"/>
              <a:ext cx="1828346" cy="1828346"/>
            </a:xfrm>
            <a:prstGeom prst="rect">
              <a:avLst/>
            </a:prstGeom>
            <a:blipFill>
              <a:blip r:embed="rId6"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</p:pic>
        <p:pic>
          <p:nvPicPr>
            <p:cNvPr id="10" name="Picture 6" descr="두바이 초콜릿 유행은 언제까지 &lt; 청소년신문 &lt; 섹션 &lt; 기사본문 - 광주드림">
              <a:extLst>
                <a:ext uri="{FF2B5EF4-FFF2-40B4-BE49-F238E27FC236}">
                  <a16:creationId xmlns:a16="http://schemas.microsoft.com/office/drawing/2014/main" id="{E8D4B1AB-39F1-2568-E2DB-BA0CF8738F2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 bwMode="auto">
            <a:xfrm>
              <a:off x="9387930" y="2125718"/>
              <a:ext cx="1828346" cy="1828346"/>
            </a:xfrm>
            <a:prstGeom prst="rect">
              <a:avLst/>
            </a:prstGeom>
            <a:blipFill>
              <a:blip r:embed="rId6"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</p:pic>
        <p:pic>
          <p:nvPicPr>
            <p:cNvPr id="11" name="Picture 8" descr="흑백요리사 밤티라미수 실제로 만들어봤더니... - 디에디트">
              <a:extLst>
                <a:ext uri="{FF2B5EF4-FFF2-40B4-BE49-F238E27FC236}">
                  <a16:creationId xmlns:a16="http://schemas.microsoft.com/office/drawing/2014/main" id="{933F9840-BCF1-5BBD-0445-ED0B4E0410B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1437" t="28119" r="32783" b="7891"/>
            <a:stretch/>
          </p:blipFill>
          <p:spPr bwMode="auto">
            <a:xfrm>
              <a:off x="3779792" y="2125718"/>
              <a:ext cx="1828346" cy="1828346"/>
            </a:xfrm>
            <a:prstGeom prst="rect">
              <a:avLst/>
            </a:prstGeom>
            <a:blipFill>
              <a:blip r:embed="rId6"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</p:pic>
      </p:grpSp>
    </p:spTree>
    <p:extLst>
      <p:ext uri="{BB962C8B-B14F-4D97-AF65-F5344CB8AC3E}">
        <p14:creationId xmlns:p14="http://schemas.microsoft.com/office/powerpoint/2010/main" val="3008464687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>
        <p159:morph option="byChar"/>
      </p:transition>
    </mc:Choice>
    <mc:Fallback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2F16AB-5953-4943-AFAE-A4F5757C97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1591C55F-7A90-5166-6067-2FD0AD4F49B8}"/>
              </a:ext>
            </a:extLst>
          </p:cNvPr>
          <p:cNvCxnSpPr>
            <a:cxnSpLocks/>
          </p:cNvCxnSpPr>
          <p:nvPr/>
        </p:nvCxnSpPr>
        <p:spPr>
          <a:xfrm>
            <a:off x="628650" y="914400"/>
            <a:ext cx="10934700" cy="0"/>
          </a:xfrm>
          <a:prstGeom prst="line">
            <a:avLst/>
          </a:prstGeom>
          <a:ln w="19050">
            <a:solidFill>
              <a:srgbClr val="E0833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1CE15641-0F90-C152-DE0B-86508EB1139B}"/>
              </a:ext>
            </a:extLst>
          </p:cNvPr>
          <p:cNvSpPr/>
          <p:nvPr/>
        </p:nvSpPr>
        <p:spPr>
          <a:xfrm>
            <a:off x="628649" y="1035130"/>
            <a:ext cx="10934702" cy="31854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※ </a:t>
            </a:r>
            <a:r>
              <a:rPr kumimoji="0" lang="ko-KR" altLang="en-US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기준 레이아웃이 틀어질 때</a:t>
            </a: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,</a:t>
            </a:r>
            <a:r>
              <a:rPr kumimoji="0" lang="ko-KR" altLang="en-US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 대처방법</a:t>
            </a:r>
          </a:p>
        </p:txBody>
      </p:sp>
      <p:pic>
        <p:nvPicPr>
          <p:cNvPr id="2" name="그림 1" descr="클립아트, 만화 영화, 상징이(가) 표시된 사진&#10;&#10;자동 생성된 설명">
            <a:extLst>
              <a:ext uri="{FF2B5EF4-FFF2-40B4-BE49-F238E27FC236}">
                <a16:creationId xmlns:a16="http://schemas.microsoft.com/office/drawing/2014/main" id="{42E58920-9AD9-A4E2-AB83-2CCE0CA6EA35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09532" y="339853"/>
            <a:ext cx="453817" cy="453817"/>
          </a:xfrm>
          <a:prstGeom prst="rect">
            <a:avLst/>
          </a:prstGeom>
        </p:spPr>
      </p:pic>
      <p:sp>
        <p:nvSpPr>
          <p:cNvPr id="3" name="자유형: 도형 2">
            <a:extLst>
              <a:ext uri="{FF2B5EF4-FFF2-40B4-BE49-F238E27FC236}">
                <a16:creationId xmlns:a16="http://schemas.microsoft.com/office/drawing/2014/main" id="{060C323B-44A8-AE9E-452C-65B8949295ED}"/>
              </a:ext>
            </a:extLst>
          </p:cNvPr>
          <p:cNvSpPr/>
          <p:nvPr/>
        </p:nvSpPr>
        <p:spPr>
          <a:xfrm rot="5400000">
            <a:off x="1141176" y="2851430"/>
            <a:ext cx="2119998" cy="2120002"/>
          </a:xfrm>
          <a:custGeom>
            <a:avLst/>
            <a:gdLst>
              <a:gd name="connsiteX0" fmla="*/ 0 w 1492405"/>
              <a:gd name="connsiteY0" fmla="*/ 746203 h 1492405"/>
              <a:gd name="connsiteX1" fmla="*/ 746203 w 1492405"/>
              <a:gd name="connsiteY1" fmla="*/ 0 h 1492405"/>
              <a:gd name="connsiteX2" fmla="*/ 1492406 w 1492405"/>
              <a:gd name="connsiteY2" fmla="*/ 746203 h 1492405"/>
              <a:gd name="connsiteX3" fmla="*/ 746203 w 1492405"/>
              <a:gd name="connsiteY3" fmla="*/ 1492406 h 1492405"/>
              <a:gd name="connsiteX4" fmla="*/ 0 w 1492405"/>
              <a:gd name="connsiteY4" fmla="*/ 746203 h 14924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92405" h="1492405">
                <a:moveTo>
                  <a:pt x="0" y="746203"/>
                </a:moveTo>
                <a:cubicBezTo>
                  <a:pt x="0" y="334086"/>
                  <a:pt x="334086" y="0"/>
                  <a:pt x="746203" y="0"/>
                </a:cubicBezTo>
                <a:cubicBezTo>
                  <a:pt x="1158320" y="0"/>
                  <a:pt x="1492406" y="334086"/>
                  <a:pt x="1492406" y="746203"/>
                </a:cubicBezTo>
                <a:cubicBezTo>
                  <a:pt x="1492406" y="1158320"/>
                  <a:pt x="1158320" y="1492406"/>
                  <a:pt x="746203" y="1492406"/>
                </a:cubicBezTo>
                <a:cubicBezTo>
                  <a:pt x="334086" y="1492406"/>
                  <a:pt x="0" y="1158320"/>
                  <a:pt x="0" y="746203"/>
                </a:cubicBezTo>
                <a:close/>
              </a:path>
            </a:pathLst>
          </a:custGeom>
          <a:noFill/>
          <a:ln w="19050">
            <a:solidFill>
              <a:srgbClr val="FA6502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33798" tIns="233798" rIns="233798" bIns="233798" numCol="1" spcCol="1270" anchor="ctr" anchorCtr="0">
            <a:noAutofit/>
          </a:bodyPr>
          <a:lstStyle/>
          <a:p>
            <a:pPr marL="0" marR="0" lvl="0" indent="0" algn="ctr" defTabSz="10668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4F172A7B-AD81-7CF1-A556-F91EA05A4A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69669" y="3379926"/>
            <a:ext cx="1063012" cy="1063010"/>
          </a:xfrm>
          <a:prstGeom prst="rect">
            <a:avLst/>
          </a:prstGeom>
        </p:spPr>
      </p:pic>
      <p:cxnSp>
        <p:nvCxnSpPr>
          <p:cNvPr id="4" name="직선 화살표 연결선 3">
            <a:extLst>
              <a:ext uri="{FF2B5EF4-FFF2-40B4-BE49-F238E27FC236}">
                <a16:creationId xmlns:a16="http://schemas.microsoft.com/office/drawing/2014/main" id="{A7C8965F-A680-DB57-E96E-18087D319AA3}"/>
              </a:ext>
            </a:extLst>
          </p:cNvPr>
          <p:cNvCxnSpPr>
            <a:cxnSpLocks/>
          </p:cNvCxnSpPr>
          <p:nvPr/>
        </p:nvCxnSpPr>
        <p:spPr>
          <a:xfrm>
            <a:off x="3716788" y="3911431"/>
            <a:ext cx="863600" cy="0"/>
          </a:xfrm>
          <a:prstGeom prst="straightConnector1">
            <a:avLst/>
          </a:prstGeom>
          <a:ln w="12700">
            <a:solidFill>
              <a:schemeClr val="bg2">
                <a:lumMod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자유형: 도형 9">
            <a:extLst>
              <a:ext uri="{FF2B5EF4-FFF2-40B4-BE49-F238E27FC236}">
                <a16:creationId xmlns:a16="http://schemas.microsoft.com/office/drawing/2014/main" id="{4F277FA1-85AE-EF75-15B8-3F6F353D2420}"/>
              </a:ext>
            </a:extLst>
          </p:cNvPr>
          <p:cNvSpPr/>
          <p:nvPr/>
        </p:nvSpPr>
        <p:spPr>
          <a:xfrm rot="5400000">
            <a:off x="5036002" y="2851430"/>
            <a:ext cx="2119998" cy="2120002"/>
          </a:xfrm>
          <a:custGeom>
            <a:avLst/>
            <a:gdLst>
              <a:gd name="connsiteX0" fmla="*/ 0 w 1492405"/>
              <a:gd name="connsiteY0" fmla="*/ 746203 h 1492405"/>
              <a:gd name="connsiteX1" fmla="*/ 746203 w 1492405"/>
              <a:gd name="connsiteY1" fmla="*/ 0 h 1492405"/>
              <a:gd name="connsiteX2" fmla="*/ 1492406 w 1492405"/>
              <a:gd name="connsiteY2" fmla="*/ 746203 h 1492405"/>
              <a:gd name="connsiteX3" fmla="*/ 746203 w 1492405"/>
              <a:gd name="connsiteY3" fmla="*/ 1492406 h 1492405"/>
              <a:gd name="connsiteX4" fmla="*/ 0 w 1492405"/>
              <a:gd name="connsiteY4" fmla="*/ 746203 h 14924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92405" h="1492405">
                <a:moveTo>
                  <a:pt x="0" y="746203"/>
                </a:moveTo>
                <a:cubicBezTo>
                  <a:pt x="0" y="334086"/>
                  <a:pt x="334086" y="0"/>
                  <a:pt x="746203" y="0"/>
                </a:cubicBezTo>
                <a:cubicBezTo>
                  <a:pt x="1158320" y="0"/>
                  <a:pt x="1492406" y="334086"/>
                  <a:pt x="1492406" y="746203"/>
                </a:cubicBezTo>
                <a:cubicBezTo>
                  <a:pt x="1492406" y="1158320"/>
                  <a:pt x="1158320" y="1492406"/>
                  <a:pt x="746203" y="1492406"/>
                </a:cubicBezTo>
                <a:cubicBezTo>
                  <a:pt x="334086" y="1492406"/>
                  <a:pt x="0" y="1158320"/>
                  <a:pt x="0" y="746203"/>
                </a:cubicBezTo>
                <a:close/>
              </a:path>
            </a:pathLst>
          </a:custGeom>
          <a:noFill/>
          <a:ln w="19050">
            <a:solidFill>
              <a:srgbClr val="FA6502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33798" tIns="233798" rIns="233798" bIns="233798" numCol="1" spcCol="1270" anchor="ctr" anchorCtr="0">
            <a:noAutofit/>
          </a:bodyPr>
          <a:lstStyle/>
          <a:p>
            <a:pPr marL="0" marR="0" lvl="0" indent="0" algn="ctr" defTabSz="10668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2D500839-8D08-7BDD-0592-D356125873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64496" y="3379926"/>
            <a:ext cx="1063012" cy="1063010"/>
          </a:xfrm>
          <a:prstGeom prst="rect">
            <a:avLst/>
          </a:prstGeom>
        </p:spPr>
      </p:pic>
      <p:sp>
        <p:nvSpPr>
          <p:cNvPr id="14" name="자유형: 도형 13">
            <a:extLst>
              <a:ext uri="{FF2B5EF4-FFF2-40B4-BE49-F238E27FC236}">
                <a16:creationId xmlns:a16="http://schemas.microsoft.com/office/drawing/2014/main" id="{4DFC0DC8-95CA-60A0-6E89-7DFAC3719D0D}"/>
              </a:ext>
            </a:extLst>
          </p:cNvPr>
          <p:cNvSpPr/>
          <p:nvPr/>
        </p:nvSpPr>
        <p:spPr>
          <a:xfrm rot="5400000">
            <a:off x="8930826" y="2851430"/>
            <a:ext cx="2119998" cy="2120002"/>
          </a:xfrm>
          <a:custGeom>
            <a:avLst/>
            <a:gdLst>
              <a:gd name="connsiteX0" fmla="*/ 0 w 1492405"/>
              <a:gd name="connsiteY0" fmla="*/ 746203 h 1492405"/>
              <a:gd name="connsiteX1" fmla="*/ 746203 w 1492405"/>
              <a:gd name="connsiteY1" fmla="*/ 0 h 1492405"/>
              <a:gd name="connsiteX2" fmla="*/ 1492406 w 1492405"/>
              <a:gd name="connsiteY2" fmla="*/ 746203 h 1492405"/>
              <a:gd name="connsiteX3" fmla="*/ 746203 w 1492405"/>
              <a:gd name="connsiteY3" fmla="*/ 1492406 h 1492405"/>
              <a:gd name="connsiteX4" fmla="*/ 0 w 1492405"/>
              <a:gd name="connsiteY4" fmla="*/ 746203 h 14924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92405" h="1492405">
                <a:moveTo>
                  <a:pt x="0" y="746203"/>
                </a:moveTo>
                <a:cubicBezTo>
                  <a:pt x="0" y="334086"/>
                  <a:pt x="334086" y="0"/>
                  <a:pt x="746203" y="0"/>
                </a:cubicBezTo>
                <a:cubicBezTo>
                  <a:pt x="1158320" y="0"/>
                  <a:pt x="1492406" y="334086"/>
                  <a:pt x="1492406" y="746203"/>
                </a:cubicBezTo>
                <a:cubicBezTo>
                  <a:pt x="1492406" y="1158320"/>
                  <a:pt x="1158320" y="1492406"/>
                  <a:pt x="746203" y="1492406"/>
                </a:cubicBezTo>
                <a:cubicBezTo>
                  <a:pt x="334086" y="1492406"/>
                  <a:pt x="0" y="1158320"/>
                  <a:pt x="0" y="746203"/>
                </a:cubicBezTo>
                <a:close/>
              </a:path>
            </a:pathLst>
          </a:custGeom>
          <a:noFill/>
          <a:ln w="19050">
            <a:solidFill>
              <a:srgbClr val="FA6502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33798" tIns="233798" rIns="233798" bIns="233798" numCol="1" spcCol="1270" anchor="ctr" anchorCtr="0">
            <a:noAutofit/>
          </a:bodyPr>
          <a:lstStyle/>
          <a:p>
            <a:pPr marL="0" marR="0" lvl="0" indent="0" algn="ctr" defTabSz="10668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93207CDC-24EB-B269-BE2D-0304A94A82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59320" y="3379926"/>
            <a:ext cx="1063012" cy="1063010"/>
          </a:xfrm>
          <a:prstGeom prst="rect">
            <a:avLst/>
          </a:prstGeom>
        </p:spPr>
      </p:pic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F546C732-C7D3-5A18-9A21-841C2D828D88}"/>
              </a:ext>
            </a:extLst>
          </p:cNvPr>
          <p:cNvCxnSpPr>
            <a:cxnSpLocks/>
          </p:cNvCxnSpPr>
          <p:nvPr/>
        </p:nvCxnSpPr>
        <p:spPr>
          <a:xfrm>
            <a:off x="7611614" y="3911431"/>
            <a:ext cx="863600" cy="0"/>
          </a:xfrm>
          <a:prstGeom prst="straightConnector1">
            <a:avLst/>
          </a:prstGeom>
          <a:ln w="12700">
            <a:solidFill>
              <a:schemeClr val="bg2">
                <a:lumMod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그래픽 21" descr="배지 체크 표시1 단색으로 채워진">
            <a:extLst>
              <a:ext uri="{FF2B5EF4-FFF2-40B4-BE49-F238E27FC236}">
                <a16:creationId xmlns:a16="http://schemas.microsoft.com/office/drawing/2014/main" id="{73D36447-A072-0496-CDD8-662A26CA4AE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=""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85044" y="2475428"/>
            <a:ext cx="223514" cy="223514"/>
          </a:xfrm>
          <a:prstGeom prst="rect">
            <a:avLst/>
          </a:prstGeom>
        </p:spPr>
      </p:pic>
      <p:pic>
        <p:nvPicPr>
          <p:cNvPr id="23" name="그래픽 22" descr="배지 체크 표시1 단색으로 채워진">
            <a:extLst>
              <a:ext uri="{FF2B5EF4-FFF2-40B4-BE49-F238E27FC236}">
                <a16:creationId xmlns:a16="http://schemas.microsoft.com/office/drawing/2014/main" id="{D64DDC1F-528A-E3B6-2576-0594CDA6FF2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=""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31511" y="2251914"/>
            <a:ext cx="223514" cy="223514"/>
          </a:xfrm>
          <a:prstGeom prst="rect">
            <a:avLst/>
          </a:prstGeom>
        </p:spPr>
      </p:pic>
      <p:pic>
        <p:nvPicPr>
          <p:cNvPr id="24" name="그래픽 23" descr="배지 체크 표시1 단색으로 채워진">
            <a:extLst>
              <a:ext uri="{FF2B5EF4-FFF2-40B4-BE49-F238E27FC236}">
                <a16:creationId xmlns:a16="http://schemas.microsoft.com/office/drawing/2014/main" id="{EB77C9B3-7900-8B9D-7737-34EFF32EAEE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=""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06682" y="2110330"/>
            <a:ext cx="223514" cy="223514"/>
          </a:xfrm>
          <a:prstGeom prst="rect">
            <a:avLst/>
          </a:prstGeom>
        </p:spPr>
      </p:pic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82DA2B5B-F12C-87EE-E881-ACC3938D8F89}"/>
              </a:ext>
            </a:extLst>
          </p:cNvPr>
          <p:cNvCxnSpPr>
            <a:cxnSpLocks/>
          </p:cNvCxnSpPr>
          <p:nvPr/>
        </p:nvCxnSpPr>
        <p:spPr>
          <a:xfrm>
            <a:off x="628650" y="914400"/>
            <a:ext cx="10934700" cy="0"/>
          </a:xfrm>
          <a:prstGeom prst="line">
            <a:avLst/>
          </a:prstGeom>
          <a:ln w="19050">
            <a:solidFill>
              <a:srgbClr val="E0833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5C85B0D6-12AD-2EAC-1A7B-64DF68991C97}"/>
              </a:ext>
            </a:extLst>
          </p:cNvPr>
          <p:cNvSpPr txBox="1"/>
          <p:nvPr/>
        </p:nvSpPr>
        <p:spPr>
          <a:xfrm>
            <a:off x="628648" y="513219"/>
            <a:ext cx="6902451" cy="369332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-5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정렬할 때</a:t>
            </a:r>
            <a:r>
              <a:rPr kumimoji="0" lang="en-US" altLang="ko-KR" sz="1800" b="0" i="0" u="none" strike="noStrike" kern="1200" cap="none" spc="-5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,</a:t>
            </a:r>
            <a:r>
              <a:rPr kumimoji="0" lang="ko-KR" altLang="en-US" sz="1800" b="0" i="0" u="none" strike="noStrike" kern="1200" cap="none" spc="-5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 기준이 틀어지면 골치아픈 부분인거 </a:t>
            </a:r>
            <a:r>
              <a:rPr kumimoji="0" lang="en-US" altLang="ko-KR" sz="1800" b="0" i="0" u="none" strike="noStrike" kern="1200" cap="none" spc="-5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RG?</a:t>
            </a:r>
            <a:endParaRPr kumimoji="0" lang="ko-KR" altLang="en-US" sz="1800" b="0" i="0" u="none" strike="noStrike" kern="1200" cap="none" spc="-50" normalizeH="0" baseline="0" noProof="0" dirty="0">
              <a:ln>
                <a:solidFill>
                  <a:srgbClr val="FF0000">
                    <a:alpha val="0"/>
                  </a:srgbClr>
                </a:solidFill>
              </a:ln>
              <a:solidFill>
                <a:srgbClr val="E08336"/>
              </a:solidFill>
              <a:effectLst/>
              <a:uLnTx/>
              <a:uFillTx/>
              <a:latin typeface="G마켓 산스 TTF Bold" panose="02000000000000000000" pitchFamily="2" charset="-127"/>
              <a:ea typeface="G마켓 산스 TTF Bold" panose="02000000000000000000" pitchFamily="2" charset="-127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87E5C91-96F7-F4DC-F8A4-E1ADD92DC913}"/>
              </a:ext>
            </a:extLst>
          </p:cNvPr>
          <p:cNvSpPr txBox="1"/>
          <p:nvPr/>
        </p:nvSpPr>
        <p:spPr>
          <a:xfrm>
            <a:off x="628650" y="274320"/>
            <a:ext cx="1331455" cy="276999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029D6D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02. </a:t>
            </a:r>
            <a:r>
              <a:rPr kumimoji="0" lang="ko-KR" altLang="en-US" sz="1200" b="0" i="0" u="none" strike="noStrike" kern="1200" cap="none" spc="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029D6D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속도 </a:t>
            </a: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029D6D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&amp; </a:t>
            </a:r>
            <a:r>
              <a:rPr kumimoji="0" lang="ko-KR" altLang="en-US" sz="1200" b="0" i="0" u="none" strike="noStrike" kern="1200" cap="none" spc="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029D6D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도식화</a:t>
            </a:r>
            <a:endParaRPr kumimoji="0" lang="ko-KR" altLang="en-US" sz="1200" b="0" i="0" u="none" strike="noStrike" kern="1200" cap="none" spc="0" normalizeH="0" baseline="0" noProof="0" dirty="0">
              <a:ln>
                <a:solidFill>
                  <a:srgbClr val="FF0000">
                    <a:alpha val="0"/>
                  </a:srgbClr>
                </a:solidFill>
              </a:ln>
              <a:solidFill>
                <a:srgbClr val="029D6D"/>
              </a:solidFill>
              <a:effectLst/>
              <a:uLnTx/>
              <a:uFillTx/>
              <a:latin typeface="G마켓 산스 TTF Medium" panose="02000000000000000000" pitchFamily="2" charset="-127"/>
              <a:ea typeface="G마켓 산스 TTF Medium" panose="02000000000000000000" pitchFamily="2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0946807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>
        <p159:morph option="byChar"/>
      </p:transition>
    </mc:Choice>
    <mc:Fallback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2F16AB-5953-4943-AFAE-A4F5757C97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1591C55F-7A90-5166-6067-2FD0AD4F49B8}"/>
              </a:ext>
            </a:extLst>
          </p:cNvPr>
          <p:cNvCxnSpPr>
            <a:cxnSpLocks/>
          </p:cNvCxnSpPr>
          <p:nvPr/>
        </p:nvCxnSpPr>
        <p:spPr>
          <a:xfrm>
            <a:off x="628650" y="914400"/>
            <a:ext cx="10934700" cy="0"/>
          </a:xfrm>
          <a:prstGeom prst="line">
            <a:avLst/>
          </a:prstGeom>
          <a:ln w="19050">
            <a:solidFill>
              <a:srgbClr val="E0833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1CE15641-0F90-C152-DE0B-86508EB1139B}"/>
              </a:ext>
            </a:extLst>
          </p:cNvPr>
          <p:cNvSpPr/>
          <p:nvPr/>
        </p:nvSpPr>
        <p:spPr>
          <a:xfrm>
            <a:off x="628649" y="1035130"/>
            <a:ext cx="10934702" cy="31854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※ </a:t>
            </a:r>
            <a:r>
              <a:rPr kumimoji="0" lang="ko-KR" altLang="en-US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기준 레이아웃이 틀어질 때</a:t>
            </a: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,</a:t>
            </a:r>
            <a:r>
              <a:rPr kumimoji="0" lang="ko-KR" altLang="en-US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 대처방법</a:t>
            </a:r>
          </a:p>
        </p:txBody>
      </p:sp>
      <p:pic>
        <p:nvPicPr>
          <p:cNvPr id="2" name="그림 1" descr="클립아트, 만화 영화, 상징이(가) 표시된 사진&#10;&#10;자동 생성된 설명">
            <a:extLst>
              <a:ext uri="{FF2B5EF4-FFF2-40B4-BE49-F238E27FC236}">
                <a16:creationId xmlns:a16="http://schemas.microsoft.com/office/drawing/2014/main" id="{42E58920-9AD9-A4E2-AB83-2CCE0CA6EA35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09532" y="339853"/>
            <a:ext cx="453817" cy="453817"/>
          </a:xfrm>
          <a:prstGeom prst="rect">
            <a:avLst/>
          </a:prstGeom>
        </p:spPr>
      </p:pic>
      <p:sp>
        <p:nvSpPr>
          <p:cNvPr id="3" name="자유형: 도형 2">
            <a:extLst>
              <a:ext uri="{FF2B5EF4-FFF2-40B4-BE49-F238E27FC236}">
                <a16:creationId xmlns:a16="http://schemas.microsoft.com/office/drawing/2014/main" id="{060C323B-44A8-AE9E-452C-65B8949295ED}"/>
              </a:ext>
            </a:extLst>
          </p:cNvPr>
          <p:cNvSpPr/>
          <p:nvPr/>
        </p:nvSpPr>
        <p:spPr>
          <a:xfrm rot="5400000">
            <a:off x="1141176" y="2851430"/>
            <a:ext cx="2119998" cy="2120002"/>
          </a:xfrm>
          <a:custGeom>
            <a:avLst/>
            <a:gdLst>
              <a:gd name="connsiteX0" fmla="*/ 0 w 1492405"/>
              <a:gd name="connsiteY0" fmla="*/ 746203 h 1492405"/>
              <a:gd name="connsiteX1" fmla="*/ 746203 w 1492405"/>
              <a:gd name="connsiteY1" fmla="*/ 0 h 1492405"/>
              <a:gd name="connsiteX2" fmla="*/ 1492406 w 1492405"/>
              <a:gd name="connsiteY2" fmla="*/ 746203 h 1492405"/>
              <a:gd name="connsiteX3" fmla="*/ 746203 w 1492405"/>
              <a:gd name="connsiteY3" fmla="*/ 1492406 h 1492405"/>
              <a:gd name="connsiteX4" fmla="*/ 0 w 1492405"/>
              <a:gd name="connsiteY4" fmla="*/ 746203 h 14924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92405" h="1492405">
                <a:moveTo>
                  <a:pt x="0" y="746203"/>
                </a:moveTo>
                <a:cubicBezTo>
                  <a:pt x="0" y="334086"/>
                  <a:pt x="334086" y="0"/>
                  <a:pt x="746203" y="0"/>
                </a:cubicBezTo>
                <a:cubicBezTo>
                  <a:pt x="1158320" y="0"/>
                  <a:pt x="1492406" y="334086"/>
                  <a:pt x="1492406" y="746203"/>
                </a:cubicBezTo>
                <a:cubicBezTo>
                  <a:pt x="1492406" y="1158320"/>
                  <a:pt x="1158320" y="1492406"/>
                  <a:pt x="746203" y="1492406"/>
                </a:cubicBezTo>
                <a:cubicBezTo>
                  <a:pt x="334086" y="1492406"/>
                  <a:pt x="0" y="1158320"/>
                  <a:pt x="0" y="746203"/>
                </a:cubicBezTo>
                <a:close/>
              </a:path>
            </a:pathLst>
          </a:custGeom>
          <a:noFill/>
          <a:ln w="19050">
            <a:solidFill>
              <a:srgbClr val="FA6502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33798" tIns="233798" rIns="233798" bIns="233798" numCol="1" spcCol="1270" anchor="ctr" anchorCtr="0">
            <a:noAutofit/>
          </a:bodyPr>
          <a:lstStyle/>
          <a:p>
            <a:pPr marL="0" marR="0" lvl="0" indent="0" algn="ctr" defTabSz="10668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4F172A7B-AD81-7CF1-A556-F91EA05A4A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69669" y="3379926"/>
            <a:ext cx="1063012" cy="1063010"/>
          </a:xfrm>
          <a:prstGeom prst="rect">
            <a:avLst/>
          </a:prstGeom>
        </p:spPr>
      </p:pic>
      <p:cxnSp>
        <p:nvCxnSpPr>
          <p:cNvPr id="4" name="직선 화살표 연결선 3">
            <a:extLst>
              <a:ext uri="{FF2B5EF4-FFF2-40B4-BE49-F238E27FC236}">
                <a16:creationId xmlns:a16="http://schemas.microsoft.com/office/drawing/2014/main" id="{A7C8965F-A680-DB57-E96E-18087D319AA3}"/>
              </a:ext>
            </a:extLst>
          </p:cNvPr>
          <p:cNvCxnSpPr>
            <a:cxnSpLocks/>
          </p:cNvCxnSpPr>
          <p:nvPr/>
        </p:nvCxnSpPr>
        <p:spPr>
          <a:xfrm>
            <a:off x="3716788" y="3911431"/>
            <a:ext cx="863600" cy="0"/>
          </a:xfrm>
          <a:prstGeom prst="straightConnector1">
            <a:avLst/>
          </a:prstGeom>
          <a:ln w="12700">
            <a:solidFill>
              <a:schemeClr val="bg2">
                <a:lumMod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자유형: 도형 9">
            <a:extLst>
              <a:ext uri="{FF2B5EF4-FFF2-40B4-BE49-F238E27FC236}">
                <a16:creationId xmlns:a16="http://schemas.microsoft.com/office/drawing/2014/main" id="{4F277FA1-85AE-EF75-15B8-3F6F353D2420}"/>
              </a:ext>
            </a:extLst>
          </p:cNvPr>
          <p:cNvSpPr/>
          <p:nvPr/>
        </p:nvSpPr>
        <p:spPr>
          <a:xfrm rot="5400000">
            <a:off x="5036002" y="2851430"/>
            <a:ext cx="2119998" cy="2120002"/>
          </a:xfrm>
          <a:custGeom>
            <a:avLst/>
            <a:gdLst>
              <a:gd name="connsiteX0" fmla="*/ 0 w 1492405"/>
              <a:gd name="connsiteY0" fmla="*/ 746203 h 1492405"/>
              <a:gd name="connsiteX1" fmla="*/ 746203 w 1492405"/>
              <a:gd name="connsiteY1" fmla="*/ 0 h 1492405"/>
              <a:gd name="connsiteX2" fmla="*/ 1492406 w 1492405"/>
              <a:gd name="connsiteY2" fmla="*/ 746203 h 1492405"/>
              <a:gd name="connsiteX3" fmla="*/ 746203 w 1492405"/>
              <a:gd name="connsiteY3" fmla="*/ 1492406 h 1492405"/>
              <a:gd name="connsiteX4" fmla="*/ 0 w 1492405"/>
              <a:gd name="connsiteY4" fmla="*/ 746203 h 14924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92405" h="1492405">
                <a:moveTo>
                  <a:pt x="0" y="746203"/>
                </a:moveTo>
                <a:cubicBezTo>
                  <a:pt x="0" y="334086"/>
                  <a:pt x="334086" y="0"/>
                  <a:pt x="746203" y="0"/>
                </a:cubicBezTo>
                <a:cubicBezTo>
                  <a:pt x="1158320" y="0"/>
                  <a:pt x="1492406" y="334086"/>
                  <a:pt x="1492406" y="746203"/>
                </a:cubicBezTo>
                <a:cubicBezTo>
                  <a:pt x="1492406" y="1158320"/>
                  <a:pt x="1158320" y="1492406"/>
                  <a:pt x="746203" y="1492406"/>
                </a:cubicBezTo>
                <a:cubicBezTo>
                  <a:pt x="334086" y="1492406"/>
                  <a:pt x="0" y="1158320"/>
                  <a:pt x="0" y="746203"/>
                </a:cubicBezTo>
                <a:close/>
              </a:path>
            </a:pathLst>
          </a:custGeom>
          <a:noFill/>
          <a:ln w="19050">
            <a:solidFill>
              <a:srgbClr val="FA6502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33798" tIns="233798" rIns="233798" bIns="233798" numCol="1" spcCol="1270" anchor="ctr" anchorCtr="0">
            <a:noAutofit/>
          </a:bodyPr>
          <a:lstStyle/>
          <a:p>
            <a:pPr marL="0" marR="0" lvl="0" indent="0" algn="ctr" defTabSz="10668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2D500839-8D08-7BDD-0592-D356125873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64496" y="3379926"/>
            <a:ext cx="1063012" cy="1063010"/>
          </a:xfrm>
          <a:prstGeom prst="rect">
            <a:avLst/>
          </a:prstGeom>
        </p:spPr>
      </p:pic>
      <p:sp>
        <p:nvSpPr>
          <p:cNvPr id="14" name="자유형: 도형 13">
            <a:extLst>
              <a:ext uri="{FF2B5EF4-FFF2-40B4-BE49-F238E27FC236}">
                <a16:creationId xmlns:a16="http://schemas.microsoft.com/office/drawing/2014/main" id="{4DFC0DC8-95CA-60A0-6E89-7DFAC3719D0D}"/>
              </a:ext>
            </a:extLst>
          </p:cNvPr>
          <p:cNvSpPr/>
          <p:nvPr/>
        </p:nvSpPr>
        <p:spPr>
          <a:xfrm rot="5400000">
            <a:off x="8930826" y="2851430"/>
            <a:ext cx="2119998" cy="2120002"/>
          </a:xfrm>
          <a:custGeom>
            <a:avLst/>
            <a:gdLst>
              <a:gd name="connsiteX0" fmla="*/ 0 w 1492405"/>
              <a:gd name="connsiteY0" fmla="*/ 746203 h 1492405"/>
              <a:gd name="connsiteX1" fmla="*/ 746203 w 1492405"/>
              <a:gd name="connsiteY1" fmla="*/ 0 h 1492405"/>
              <a:gd name="connsiteX2" fmla="*/ 1492406 w 1492405"/>
              <a:gd name="connsiteY2" fmla="*/ 746203 h 1492405"/>
              <a:gd name="connsiteX3" fmla="*/ 746203 w 1492405"/>
              <a:gd name="connsiteY3" fmla="*/ 1492406 h 1492405"/>
              <a:gd name="connsiteX4" fmla="*/ 0 w 1492405"/>
              <a:gd name="connsiteY4" fmla="*/ 746203 h 14924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92405" h="1492405">
                <a:moveTo>
                  <a:pt x="0" y="746203"/>
                </a:moveTo>
                <a:cubicBezTo>
                  <a:pt x="0" y="334086"/>
                  <a:pt x="334086" y="0"/>
                  <a:pt x="746203" y="0"/>
                </a:cubicBezTo>
                <a:cubicBezTo>
                  <a:pt x="1158320" y="0"/>
                  <a:pt x="1492406" y="334086"/>
                  <a:pt x="1492406" y="746203"/>
                </a:cubicBezTo>
                <a:cubicBezTo>
                  <a:pt x="1492406" y="1158320"/>
                  <a:pt x="1158320" y="1492406"/>
                  <a:pt x="746203" y="1492406"/>
                </a:cubicBezTo>
                <a:cubicBezTo>
                  <a:pt x="334086" y="1492406"/>
                  <a:pt x="0" y="1158320"/>
                  <a:pt x="0" y="746203"/>
                </a:cubicBezTo>
                <a:close/>
              </a:path>
            </a:pathLst>
          </a:custGeom>
          <a:noFill/>
          <a:ln w="19050">
            <a:solidFill>
              <a:srgbClr val="FA6502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33798" tIns="233798" rIns="233798" bIns="233798" numCol="1" spcCol="1270" anchor="ctr" anchorCtr="0">
            <a:noAutofit/>
          </a:bodyPr>
          <a:lstStyle/>
          <a:p>
            <a:pPr marL="0" marR="0" lvl="0" indent="0" algn="ctr" defTabSz="10668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93207CDC-24EB-B269-BE2D-0304A94A82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59320" y="3379926"/>
            <a:ext cx="1063012" cy="1063010"/>
          </a:xfrm>
          <a:prstGeom prst="rect">
            <a:avLst/>
          </a:prstGeom>
        </p:spPr>
      </p:pic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F546C732-C7D3-5A18-9A21-841C2D828D88}"/>
              </a:ext>
            </a:extLst>
          </p:cNvPr>
          <p:cNvCxnSpPr>
            <a:cxnSpLocks/>
          </p:cNvCxnSpPr>
          <p:nvPr/>
        </p:nvCxnSpPr>
        <p:spPr>
          <a:xfrm>
            <a:off x="7611614" y="3911431"/>
            <a:ext cx="863600" cy="0"/>
          </a:xfrm>
          <a:prstGeom prst="straightConnector1">
            <a:avLst/>
          </a:prstGeom>
          <a:ln w="12700">
            <a:solidFill>
              <a:schemeClr val="bg2">
                <a:lumMod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그래픽 21" descr="배지 체크 표시1 단색으로 채워진">
            <a:extLst>
              <a:ext uri="{FF2B5EF4-FFF2-40B4-BE49-F238E27FC236}">
                <a16:creationId xmlns:a16="http://schemas.microsoft.com/office/drawing/2014/main" id="{73D36447-A072-0496-CDD8-662A26CA4AE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=""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089418" y="2475428"/>
            <a:ext cx="223514" cy="223514"/>
          </a:xfrm>
          <a:prstGeom prst="rect">
            <a:avLst/>
          </a:prstGeom>
        </p:spPr>
      </p:pic>
      <p:pic>
        <p:nvPicPr>
          <p:cNvPr id="23" name="그래픽 22" descr="배지 체크 표시1 단색으로 채워진">
            <a:extLst>
              <a:ext uri="{FF2B5EF4-FFF2-40B4-BE49-F238E27FC236}">
                <a16:creationId xmlns:a16="http://schemas.microsoft.com/office/drawing/2014/main" id="{D64DDC1F-528A-E3B6-2576-0594CDA6FF2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=""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984244" y="2251914"/>
            <a:ext cx="223514" cy="223514"/>
          </a:xfrm>
          <a:prstGeom prst="rect">
            <a:avLst/>
          </a:prstGeom>
        </p:spPr>
      </p:pic>
      <p:pic>
        <p:nvPicPr>
          <p:cNvPr id="24" name="그래픽 23" descr="배지 체크 표시1 단색으로 채워진">
            <a:extLst>
              <a:ext uri="{FF2B5EF4-FFF2-40B4-BE49-F238E27FC236}">
                <a16:creationId xmlns:a16="http://schemas.microsoft.com/office/drawing/2014/main" id="{EB77C9B3-7900-8B9D-7737-34EFF32EAEE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=""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879068" y="3799674"/>
            <a:ext cx="223514" cy="223514"/>
          </a:xfrm>
          <a:prstGeom prst="rect">
            <a:avLst/>
          </a:prstGeom>
        </p:spPr>
      </p:pic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82DA2B5B-F12C-87EE-E881-ACC3938D8F89}"/>
              </a:ext>
            </a:extLst>
          </p:cNvPr>
          <p:cNvCxnSpPr>
            <a:cxnSpLocks/>
          </p:cNvCxnSpPr>
          <p:nvPr/>
        </p:nvCxnSpPr>
        <p:spPr>
          <a:xfrm>
            <a:off x="628650" y="914400"/>
            <a:ext cx="10934700" cy="0"/>
          </a:xfrm>
          <a:prstGeom prst="line">
            <a:avLst/>
          </a:prstGeom>
          <a:ln w="19050">
            <a:solidFill>
              <a:srgbClr val="E0833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5C85B0D6-12AD-2EAC-1A7B-64DF68991C97}"/>
              </a:ext>
            </a:extLst>
          </p:cNvPr>
          <p:cNvSpPr txBox="1"/>
          <p:nvPr/>
        </p:nvSpPr>
        <p:spPr>
          <a:xfrm>
            <a:off x="628648" y="513219"/>
            <a:ext cx="6902451" cy="369332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-5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정렬할 때</a:t>
            </a:r>
            <a:r>
              <a:rPr kumimoji="0" lang="en-US" altLang="ko-KR" sz="1800" b="0" i="0" u="none" strike="noStrike" kern="1200" cap="none" spc="-5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,</a:t>
            </a:r>
            <a:r>
              <a:rPr kumimoji="0" lang="ko-KR" altLang="en-US" sz="1800" b="0" i="0" u="none" strike="noStrike" kern="1200" cap="none" spc="-5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 기준이 틀어지면 골치아픈 부분인거 </a:t>
            </a:r>
            <a:r>
              <a:rPr kumimoji="0" lang="en-US" altLang="ko-KR" sz="1800" b="0" i="0" u="none" strike="noStrike" kern="1200" cap="none" spc="-5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RG?</a:t>
            </a:r>
            <a:endParaRPr kumimoji="0" lang="ko-KR" altLang="en-US" sz="1800" b="0" i="0" u="none" strike="noStrike" kern="1200" cap="none" spc="-50" normalizeH="0" baseline="0" noProof="0" dirty="0">
              <a:ln>
                <a:solidFill>
                  <a:srgbClr val="FF0000">
                    <a:alpha val="0"/>
                  </a:srgbClr>
                </a:solidFill>
              </a:ln>
              <a:solidFill>
                <a:srgbClr val="E08336"/>
              </a:solidFill>
              <a:effectLst/>
              <a:uLnTx/>
              <a:uFillTx/>
              <a:latin typeface="G마켓 산스 TTF Bold" panose="02000000000000000000" pitchFamily="2" charset="-127"/>
              <a:ea typeface="G마켓 산스 TTF Bold" panose="02000000000000000000" pitchFamily="2" charset="-127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87E5C91-96F7-F4DC-F8A4-E1ADD92DC913}"/>
              </a:ext>
            </a:extLst>
          </p:cNvPr>
          <p:cNvSpPr txBox="1"/>
          <p:nvPr/>
        </p:nvSpPr>
        <p:spPr>
          <a:xfrm>
            <a:off x="628650" y="274320"/>
            <a:ext cx="1331455" cy="276999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029D6D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02. </a:t>
            </a:r>
            <a:r>
              <a:rPr kumimoji="0" lang="ko-KR" altLang="en-US" sz="1200" b="0" i="0" u="none" strike="noStrike" kern="1200" cap="none" spc="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029D6D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속도 </a:t>
            </a: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029D6D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&amp; </a:t>
            </a:r>
            <a:r>
              <a:rPr kumimoji="0" lang="ko-KR" altLang="en-US" sz="1200" b="0" i="0" u="none" strike="noStrike" kern="1200" cap="none" spc="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029D6D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도식화</a:t>
            </a:r>
            <a:endParaRPr kumimoji="0" lang="ko-KR" altLang="en-US" sz="1200" b="0" i="0" u="none" strike="noStrike" kern="1200" cap="none" spc="0" normalizeH="0" baseline="0" noProof="0" dirty="0">
              <a:ln>
                <a:solidFill>
                  <a:srgbClr val="FF0000">
                    <a:alpha val="0"/>
                  </a:srgbClr>
                </a:solidFill>
              </a:ln>
              <a:solidFill>
                <a:srgbClr val="029D6D"/>
              </a:solidFill>
              <a:effectLst/>
              <a:uLnTx/>
              <a:uFillTx/>
              <a:latin typeface="G마켓 산스 TTF Medium" panose="02000000000000000000" pitchFamily="2" charset="-127"/>
              <a:ea typeface="G마켓 산스 TTF Medium" panose="02000000000000000000" pitchFamily="2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44746939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>
        <p159:morph option="byChar"/>
      </p:transition>
    </mc:Choice>
    <mc:Fallback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66BDC33-4806-5245-6328-757BACBF7394}"/>
              </a:ext>
            </a:extLst>
          </p:cNvPr>
          <p:cNvSpPr txBox="1"/>
          <p:nvPr/>
        </p:nvSpPr>
        <p:spPr>
          <a:xfrm>
            <a:off x="628650" y="274320"/>
            <a:ext cx="679032" cy="276999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>
            <a:defPPr>
              <a:defRPr lang="ko-KR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019D6D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019D6D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02. </a:t>
            </a:r>
            <a:r>
              <a:rPr kumimoji="0" lang="ko-KR" altLang="en-US" sz="1200" b="0" i="0" u="none" strike="noStrike" kern="1200" cap="none" spc="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019D6D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속도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861C02D0-E528-55DF-B2AD-1D3D059EF0A2}"/>
              </a:ext>
            </a:extLst>
          </p:cNvPr>
          <p:cNvCxnSpPr>
            <a:cxnSpLocks/>
          </p:cNvCxnSpPr>
          <p:nvPr/>
        </p:nvCxnSpPr>
        <p:spPr>
          <a:xfrm>
            <a:off x="628650" y="914400"/>
            <a:ext cx="10934700" cy="0"/>
          </a:xfrm>
          <a:prstGeom prst="line">
            <a:avLst/>
          </a:prstGeom>
          <a:ln w="19050">
            <a:solidFill>
              <a:srgbClr val="E0833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EC576FF9-50DD-149F-E285-DB7DE569815F}"/>
              </a:ext>
            </a:extLst>
          </p:cNvPr>
          <p:cNvSpPr txBox="1"/>
          <p:nvPr/>
        </p:nvSpPr>
        <p:spPr>
          <a:xfrm>
            <a:off x="628648" y="513219"/>
            <a:ext cx="6902451" cy="369332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-5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서식복사</a:t>
            </a:r>
            <a:r>
              <a:rPr kumimoji="0" lang="en-US" altLang="ko-KR" sz="1800" b="0" i="0" u="none" strike="noStrike" kern="1200" cap="none" spc="-5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, </a:t>
            </a:r>
            <a:r>
              <a:rPr kumimoji="0" lang="ko-KR" altLang="en-US" sz="1800" b="0" i="0" u="none" strike="noStrike" kern="1200" cap="none" spc="-5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FA6502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시간단축 최소 </a:t>
            </a:r>
            <a:r>
              <a:rPr kumimoji="0" lang="en-US" altLang="ko-KR" sz="1800" b="0" i="0" u="none" strike="noStrike" kern="1200" cap="none" spc="-5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FA6502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10</a:t>
            </a:r>
            <a:r>
              <a:rPr kumimoji="0" lang="ko-KR" altLang="en-US" sz="1800" b="0" i="0" u="none" strike="noStrike" kern="1200" cap="none" spc="-5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FA6502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배 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A515B71-2EAD-76CA-2151-8EE88EC90ABF}"/>
              </a:ext>
            </a:extLst>
          </p:cNvPr>
          <p:cNvSpPr/>
          <p:nvPr/>
        </p:nvSpPr>
        <p:spPr>
          <a:xfrm>
            <a:off x="628649" y="1035130"/>
            <a:ext cx="10934702" cy="31854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※ </a:t>
            </a:r>
            <a:r>
              <a:rPr kumimoji="0" lang="ko-KR" altLang="en-US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시간단축 </a:t>
            </a:r>
            <a:r>
              <a:rPr kumimoji="0" lang="ko-KR" altLang="en-US" sz="1200" b="0" i="0" u="none" strike="noStrike" kern="1200" cap="none" spc="0" normalizeH="0" baseline="0" noProof="0" err="1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끝판왕</a:t>
            </a:r>
            <a:r>
              <a:rPr kumimoji="0" lang="ko-KR" altLang="en-US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 서식복사 </a:t>
            </a: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(</a:t>
            </a:r>
            <a:r>
              <a:rPr kumimoji="0" lang="ko-KR" altLang="en-US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컨트롤</a:t>
            </a: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+</a:t>
            </a:r>
            <a:r>
              <a:rPr kumimoji="0" lang="ko-KR" altLang="en-US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쉬프트</a:t>
            </a: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+C), </a:t>
            </a:r>
            <a:r>
              <a:rPr kumimoji="0" lang="ko-KR" altLang="en-US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서식 붙여넣기 </a:t>
            </a: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(</a:t>
            </a:r>
            <a:r>
              <a:rPr kumimoji="0" lang="ko-KR" altLang="en-US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컨트롤</a:t>
            </a: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+</a:t>
            </a:r>
            <a:r>
              <a:rPr kumimoji="0" lang="ko-KR" altLang="en-US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쉬프트</a:t>
            </a: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+V)</a:t>
            </a:r>
            <a:endParaRPr kumimoji="0" lang="ko-KR" altLang="en-US" sz="1200" b="0" i="0" u="none" strike="noStrike" kern="1200" cap="none" spc="0" normalizeH="0" baseline="0" noProof="0">
              <a:ln>
                <a:solidFill>
                  <a:srgbClr val="4472C4">
                    <a:alpha val="0"/>
                  </a:srgbClr>
                </a:solidFill>
              </a:ln>
              <a:solidFill>
                <a:srgbClr val="E7E6E6">
                  <a:lumMod val="10000"/>
                </a:srgbClr>
              </a:solidFill>
              <a:effectLst/>
              <a:uLnTx/>
              <a:uFillTx/>
              <a:latin typeface="G마켓 산스 TTF Medium" panose="02000000000000000000" pitchFamily="2" charset="-127"/>
              <a:ea typeface="G마켓 산스 TTF Medium" panose="02000000000000000000" pitchFamily="2" charset="-127"/>
              <a:cs typeface="+mn-cs"/>
            </a:endParaRPr>
          </a:p>
        </p:txBody>
      </p:sp>
      <p:pic>
        <p:nvPicPr>
          <p:cNvPr id="8" name="그림 7" descr="클립아트, 만화 영화, 상징이(가) 표시된 사진&#10;&#10;자동 생성된 설명">
            <a:extLst>
              <a:ext uri="{FF2B5EF4-FFF2-40B4-BE49-F238E27FC236}">
                <a16:creationId xmlns:a16="http://schemas.microsoft.com/office/drawing/2014/main" id="{15D0D012-2892-90B5-28E5-EA4BCAC46231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09532" y="339853"/>
            <a:ext cx="453817" cy="453817"/>
          </a:xfrm>
          <a:prstGeom prst="rect">
            <a:avLst/>
          </a:prstGeom>
        </p:spPr>
      </p:pic>
      <p:sp>
        <p:nvSpPr>
          <p:cNvPr id="104" name="타원 103">
            <a:extLst>
              <a:ext uri="{FF2B5EF4-FFF2-40B4-BE49-F238E27FC236}">
                <a16:creationId xmlns:a16="http://schemas.microsoft.com/office/drawing/2014/main" id="{E2130B93-425E-0770-F209-9A05F786B7B8}"/>
              </a:ext>
            </a:extLst>
          </p:cNvPr>
          <p:cNvSpPr/>
          <p:nvPr/>
        </p:nvSpPr>
        <p:spPr>
          <a:xfrm>
            <a:off x="3354492" y="1959607"/>
            <a:ext cx="1619746" cy="1619746"/>
          </a:xfrm>
          <a:prstGeom prst="ellipse">
            <a:avLst/>
          </a:prstGeom>
          <a:gradFill>
            <a:gsLst>
              <a:gs pos="0">
                <a:srgbClr val="00A75A"/>
              </a:gs>
              <a:gs pos="100000">
                <a:srgbClr val="0A79BF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 err="1">
                <a:ln>
                  <a:solidFill>
                    <a:srgbClr val="E7E6E6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나이스하게</a:t>
            </a:r>
            <a:endParaRPr kumimoji="0" lang="en-US" altLang="ko-KR" sz="1600" b="0" i="0" u="none" strike="noStrike" kern="1200" cap="none" spc="0" normalizeH="0" baseline="0" noProof="0" dirty="0">
              <a:ln>
                <a:solidFill>
                  <a:srgbClr val="E7E6E6">
                    <a:alpha val="0"/>
                  </a:srgbClr>
                </a:solidFill>
              </a:ln>
              <a:solidFill>
                <a:prstClr val="white"/>
              </a:solidFill>
              <a:effectLst/>
              <a:uLnTx/>
              <a:uFillTx/>
              <a:latin typeface="G마켓 산스 TTF Bold" panose="02000000000000000000" pitchFamily="2" charset="-127"/>
              <a:ea typeface="G마켓 산스 TTF Bold" panose="02000000000000000000" pitchFamily="2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 err="1">
                <a:ln>
                  <a:solidFill>
                    <a:srgbClr val="E7E6E6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서식복사</a:t>
            </a:r>
            <a:endParaRPr kumimoji="0" lang="en-US" altLang="ko-KR" sz="1600" b="0" i="0" u="none" strike="noStrike" kern="1200" cap="none" spc="0" normalizeH="0" baseline="0" noProof="0" dirty="0">
              <a:ln>
                <a:solidFill>
                  <a:srgbClr val="E7E6E6">
                    <a:alpha val="0"/>
                  </a:srgbClr>
                </a:solidFill>
              </a:ln>
              <a:solidFill>
                <a:prstClr val="white"/>
              </a:solidFill>
              <a:effectLst/>
              <a:uLnTx/>
              <a:uFillTx/>
              <a:latin typeface="G마켓 산스 TTF Bold" panose="02000000000000000000" pitchFamily="2" charset="-127"/>
              <a:ea typeface="G마켓 산스 TTF Bold" panose="02000000000000000000" pitchFamily="2" charset="-127"/>
              <a:cs typeface="+mn-cs"/>
            </a:endParaRPr>
          </a:p>
        </p:txBody>
      </p:sp>
      <p:sp>
        <p:nvSpPr>
          <p:cNvPr id="105" name="타원 104">
            <a:extLst>
              <a:ext uri="{FF2B5EF4-FFF2-40B4-BE49-F238E27FC236}">
                <a16:creationId xmlns:a16="http://schemas.microsoft.com/office/drawing/2014/main" id="{DA8971F0-E36C-4E31-1FE8-2E3DA3E928F1}"/>
              </a:ext>
            </a:extLst>
          </p:cNvPr>
          <p:cNvSpPr/>
          <p:nvPr/>
        </p:nvSpPr>
        <p:spPr>
          <a:xfrm>
            <a:off x="6528678" y="2029168"/>
            <a:ext cx="1619746" cy="1619746"/>
          </a:xfrm>
          <a:prstGeom prst="ellips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1</a:t>
            </a:r>
            <a:r>
              <a: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초만에</a:t>
            </a:r>
            <a:endParaRPr kumimoji="0" lang="en-US" altLang="ko-K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바꿔버리쥬</a:t>
            </a:r>
            <a:r>
              <a:rPr kumimoji="0" lang="en-US" altLang="ko-K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?</a:t>
            </a: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0CD6620A-B7D5-0119-DBF8-DA59FF102356}"/>
              </a:ext>
            </a:extLst>
          </p:cNvPr>
          <p:cNvSpPr/>
          <p:nvPr/>
        </p:nvSpPr>
        <p:spPr>
          <a:xfrm>
            <a:off x="2921814" y="4185281"/>
            <a:ext cx="2485101" cy="379367"/>
          </a:xfrm>
          <a:prstGeom prst="roundRect">
            <a:avLst>
              <a:gd name="adj" fmla="val 26566"/>
            </a:avLst>
          </a:prstGeom>
          <a:gradFill>
            <a:gsLst>
              <a:gs pos="100000">
                <a:srgbClr val="E51D4C"/>
              </a:gs>
              <a:gs pos="0">
                <a:srgbClr val="AD193A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50" normalizeH="0" baseline="0" noProof="0" dirty="0">
                <a:ln>
                  <a:solidFill>
                    <a:srgbClr val="4472C4">
                      <a:shade val="15000"/>
                      <a:alpha val="0"/>
                    </a:srgbClr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기업</a:t>
            </a: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11E51CF2-260E-9CB9-A4CC-7466639AAB78}"/>
              </a:ext>
            </a:extLst>
          </p:cNvPr>
          <p:cNvSpPr/>
          <p:nvPr/>
        </p:nvSpPr>
        <p:spPr>
          <a:xfrm>
            <a:off x="6096000" y="4286292"/>
            <a:ext cx="2485101" cy="379367"/>
          </a:xfrm>
          <a:prstGeom prst="roundRect">
            <a:avLst>
              <a:gd name="adj" fmla="val 26566"/>
            </a:avLst>
          </a:prstGeom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기업</a:t>
            </a:r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C758CC8B-E95B-914B-4A8C-2EB0328DC4AF}"/>
              </a:ext>
            </a:extLst>
          </p:cNvPr>
          <p:cNvSpPr/>
          <p:nvPr/>
        </p:nvSpPr>
        <p:spPr>
          <a:xfrm>
            <a:off x="8879993" y="3476419"/>
            <a:ext cx="1619746" cy="1619746"/>
          </a:xfrm>
          <a:prstGeom prst="ellips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1</a:t>
            </a:r>
            <a:r>
              <a: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초만에</a:t>
            </a:r>
            <a:endParaRPr kumimoji="0" lang="en-US" altLang="ko-K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바꿔버리쥬</a:t>
            </a:r>
            <a:r>
              <a:rPr kumimoji="0" lang="en-US" altLang="ko-K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?</a:t>
            </a: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38125F68-3533-8078-C900-34ED77240CAE}"/>
              </a:ext>
            </a:extLst>
          </p:cNvPr>
          <p:cNvSpPr/>
          <p:nvPr/>
        </p:nvSpPr>
        <p:spPr>
          <a:xfrm>
            <a:off x="8778454" y="2147110"/>
            <a:ext cx="1526286" cy="1118717"/>
          </a:xfrm>
          <a:prstGeom prst="roundRect">
            <a:avLst>
              <a:gd name="adj" fmla="val 26566"/>
            </a:avLst>
          </a:prstGeom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기업</a:t>
            </a:r>
          </a:p>
        </p:txBody>
      </p:sp>
    </p:spTree>
    <p:extLst>
      <p:ext uri="{BB962C8B-B14F-4D97-AF65-F5344CB8AC3E}">
        <p14:creationId xmlns:p14="http://schemas.microsoft.com/office/powerpoint/2010/main" val="3007961841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>
        <p159:morph option="byChar"/>
      </p:transition>
    </mc:Choice>
    <mc:Fallback>
      <p:transition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A92E8D0-6D82-E76D-A2EF-4B4AC56B67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1DE2DA36-2EB9-D574-025C-ACFB733F82E0}"/>
              </a:ext>
            </a:extLst>
          </p:cNvPr>
          <p:cNvCxnSpPr>
            <a:cxnSpLocks/>
          </p:cNvCxnSpPr>
          <p:nvPr/>
        </p:nvCxnSpPr>
        <p:spPr>
          <a:xfrm>
            <a:off x="628650" y="914400"/>
            <a:ext cx="10934700" cy="0"/>
          </a:xfrm>
          <a:prstGeom prst="line">
            <a:avLst/>
          </a:prstGeom>
          <a:ln w="19050">
            <a:solidFill>
              <a:srgbClr val="E0833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5B9976D5-8C48-93BA-6DF1-7DD682519C66}"/>
              </a:ext>
            </a:extLst>
          </p:cNvPr>
          <p:cNvSpPr txBox="1"/>
          <p:nvPr/>
        </p:nvSpPr>
        <p:spPr>
          <a:xfrm>
            <a:off x="628649" y="513219"/>
            <a:ext cx="3838836" cy="369332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-5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서식복사</a:t>
            </a:r>
            <a:r>
              <a:rPr kumimoji="0" lang="en-US" altLang="ko-KR" sz="1800" b="0" i="0" u="none" strike="noStrike" kern="1200" cap="none" spc="-5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, </a:t>
            </a:r>
            <a:r>
              <a:rPr kumimoji="0" lang="ko-KR" altLang="en-US" sz="1800" b="0" i="0" u="none" strike="noStrike" kern="1200" cap="none" spc="-5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FA6502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시간단축 최소 </a:t>
            </a:r>
            <a:r>
              <a:rPr kumimoji="0" lang="en-US" altLang="ko-KR" sz="1800" b="0" i="0" u="none" strike="noStrike" kern="1200" cap="none" spc="-5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FA6502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10</a:t>
            </a:r>
            <a:r>
              <a:rPr kumimoji="0" lang="ko-KR" altLang="en-US" sz="1800" b="0" i="0" u="none" strike="noStrike" kern="1200" cap="none" spc="-5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FA6502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배 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DDEE7E8E-3543-1D1E-9186-3A7A2773FE41}"/>
              </a:ext>
            </a:extLst>
          </p:cNvPr>
          <p:cNvSpPr/>
          <p:nvPr/>
        </p:nvSpPr>
        <p:spPr>
          <a:xfrm>
            <a:off x="628649" y="1035130"/>
            <a:ext cx="10934702" cy="31854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※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시간단축 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끝판왕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 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서식복사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(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컨트롤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+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쉬프트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+C),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서식 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붙여넣기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(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컨트롤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+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쉬프트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+V)</a:t>
            </a:r>
            <a:endParaRPr kumimoji="0" lang="ko-KR" altLang="en-US" sz="1200" b="0" i="0" u="none" strike="noStrike" kern="1200" cap="none" spc="0" normalizeH="0" baseline="0" noProof="0" dirty="0">
              <a:ln>
                <a:solidFill>
                  <a:srgbClr val="4472C4">
                    <a:alpha val="0"/>
                  </a:srgbClr>
                </a:solidFill>
              </a:ln>
              <a:solidFill>
                <a:srgbClr val="E7E6E6">
                  <a:lumMod val="10000"/>
                </a:srgbClr>
              </a:solidFill>
              <a:effectLst/>
              <a:uLnTx/>
              <a:uFillTx/>
              <a:latin typeface="G마켓 산스 TTF Medium" panose="02000000000000000000" pitchFamily="2" charset="-127"/>
              <a:ea typeface="G마켓 산스 TTF Medium" panose="02000000000000000000" pitchFamily="2" charset="-127"/>
              <a:cs typeface="+mn-cs"/>
            </a:endParaRPr>
          </a:p>
        </p:txBody>
      </p:sp>
      <p:pic>
        <p:nvPicPr>
          <p:cNvPr id="8" name="그림 7" descr="클립아트, 만화 영화, 상징이(가) 표시된 사진&#10;&#10;자동 생성된 설명">
            <a:extLst>
              <a:ext uri="{FF2B5EF4-FFF2-40B4-BE49-F238E27FC236}">
                <a16:creationId xmlns:a16="http://schemas.microsoft.com/office/drawing/2014/main" id="{A0B7F038-4F55-0ABF-BB05-92152F1F3249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09532" y="339853"/>
            <a:ext cx="453817" cy="453817"/>
          </a:xfrm>
          <a:prstGeom prst="rect">
            <a:avLst/>
          </a:prstGeom>
        </p:spPr>
      </p:pic>
      <p:sp>
        <p:nvSpPr>
          <p:cNvPr id="33" name="직사각형 32">
            <a:extLst>
              <a:ext uri="{FF2B5EF4-FFF2-40B4-BE49-F238E27FC236}">
                <a16:creationId xmlns:a16="http://schemas.microsoft.com/office/drawing/2014/main" id="{2CED8FB3-7648-7F6E-FEDD-4A96144613A7}"/>
              </a:ext>
            </a:extLst>
          </p:cNvPr>
          <p:cNvSpPr/>
          <p:nvPr/>
        </p:nvSpPr>
        <p:spPr>
          <a:xfrm>
            <a:off x="9124407" y="529200"/>
            <a:ext cx="246184" cy="246184"/>
          </a:xfrm>
          <a:prstGeom prst="rect">
            <a:avLst/>
          </a:prstGeom>
          <a:solidFill>
            <a:srgbClr val="EA640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0" i="0" u="none" strike="noStrike" kern="1200" cap="none" spc="0" normalizeH="0" baseline="0" noProof="0">
              <a:ln>
                <a:solidFill>
                  <a:srgbClr val="E7E6E6">
                    <a:alpha val="0"/>
                  </a:srgbClr>
                </a:solidFill>
              </a:ln>
              <a:solidFill>
                <a:prstClr val="white"/>
              </a:solidFill>
              <a:effectLst/>
              <a:uLnTx/>
              <a:uFillTx/>
              <a:latin typeface="G마켓 산스 TTF Bold" panose="02000000000000000000" pitchFamily="2" charset="-127"/>
              <a:ea typeface="G마켓 산스 TTF Bold" panose="02000000000000000000" pitchFamily="2" charset="-127"/>
              <a:cs typeface="+mn-cs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2906C764-5D21-AD01-276F-18364D8493CC}"/>
              </a:ext>
            </a:extLst>
          </p:cNvPr>
          <p:cNvSpPr/>
          <p:nvPr/>
        </p:nvSpPr>
        <p:spPr>
          <a:xfrm>
            <a:off x="8802948" y="529200"/>
            <a:ext cx="246184" cy="246184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0" i="0" u="none" strike="noStrike" kern="1200" cap="none" spc="0" normalizeH="0" baseline="0" noProof="0">
              <a:ln>
                <a:solidFill>
                  <a:srgbClr val="E7E6E6">
                    <a:alpha val="0"/>
                  </a:srgbClr>
                </a:solidFill>
              </a:ln>
              <a:solidFill>
                <a:prstClr val="white"/>
              </a:solidFill>
              <a:effectLst/>
              <a:uLnTx/>
              <a:uFillTx/>
              <a:latin typeface="G마켓 산스 TTF Bold" panose="02000000000000000000" pitchFamily="2" charset="-127"/>
              <a:ea typeface="G마켓 산스 TTF Bold" panose="02000000000000000000" pitchFamily="2" charset="-127"/>
              <a:cs typeface="+mn-cs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88C5467F-1414-17F7-FEED-D3644295A692}"/>
              </a:ext>
            </a:extLst>
          </p:cNvPr>
          <p:cNvSpPr/>
          <p:nvPr/>
        </p:nvSpPr>
        <p:spPr>
          <a:xfrm>
            <a:off x="9464565" y="529200"/>
            <a:ext cx="1476704" cy="26446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본문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C411175-2226-8A24-A68D-017327E07190}"/>
              </a:ext>
            </a:extLst>
          </p:cNvPr>
          <p:cNvSpPr txBox="1"/>
          <p:nvPr/>
        </p:nvSpPr>
        <p:spPr>
          <a:xfrm>
            <a:off x="546100" y="274320"/>
            <a:ext cx="1425540" cy="276999"/>
          </a:xfrm>
          <a:prstGeom prst="rect">
            <a:avLst/>
          </a:prstGeom>
          <a:noFill/>
        </p:spPr>
        <p:txBody>
          <a:bodyPr wrap="none" lIns="90000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019D6D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02. </a:t>
            </a:r>
            <a:r>
              <a:rPr kumimoji="0" lang="ko-KR" altLang="en-US" sz="1200" b="0" i="0" u="none" strike="noStrike" kern="1200" cap="none" spc="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019D6D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속도 </a:t>
            </a: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019D6D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&amp; </a:t>
            </a:r>
            <a:r>
              <a:rPr kumimoji="0" lang="ko-KR" altLang="en-US" sz="1200" b="0" i="0" u="none" strike="noStrike" kern="1200" cap="none" spc="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019D6D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도식화</a:t>
            </a:r>
          </a:p>
        </p:txBody>
      </p:sp>
      <p:grpSp>
        <p:nvGrpSpPr>
          <p:cNvPr id="32" name="그룹 31"/>
          <p:cNvGrpSpPr/>
          <p:nvPr/>
        </p:nvGrpSpPr>
        <p:grpSpPr>
          <a:xfrm>
            <a:off x="628649" y="1673158"/>
            <a:ext cx="10934700" cy="4883285"/>
            <a:chOff x="628649" y="1673158"/>
            <a:chExt cx="10934700" cy="4883285"/>
          </a:xfrm>
        </p:grpSpPr>
        <p:sp>
          <p:nvSpPr>
            <p:cNvPr id="3" name="직사각형 2"/>
            <p:cNvSpPr/>
            <p:nvPr/>
          </p:nvSpPr>
          <p:spPr>
            <a:xfrm>
              <a:off x="628649" y="1673158"/>
              <a:ext cx="2484600" cy="817123"/>
            </a:xfrm>
            <a:prstGeom prst="rect">
              <a:avLst/>
            </a:prstGeom>
            <a:solidFill>
              <a:srgbClr val="EA640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14000"/>
                </a:lnSpc>
              </a:pPr>
              <a:r>
                <a:rPr lang="ko-KR" altLang="en-US" sz="1600" dirty="0" err="1">
                  <a:ln>
                    <a:solidFill>
                      <a:srgbClr val="E7E6E6">
                        <a:alpha val="0"/>
                      </a:srgbClr>
                    </a:solidFill>
                  </a:ln>
                  <a:solidFill>
                    <a:prstClr val="white"/>
                  </a:solidFill>
                  <a:latin typeface="G마켓 산스 TTF Bold" panose="02000000000000000000" pitchFamily="2" charset="-127"/>
                  <a:ea typeface="G마켓 산스 TTF Bold" panose="02000000000000000000" pitchFamily="2" charset="-127"/>
                </a:rPr>
                <a:t>ㄴㅇㄹㄴㅇㄴㅇㅎㄴㅇㅎㄴㅇㅎ</a:t>
              </a:r>
              <a:endParaRPr lang="en-US" altLang="ko-KR" sz="1600" dirty="0">
                <a:ln>
                  <a:solidFill>
                    <a:srgbClr val="E7E6E6">
                      <a:alpha val="0"/>
                    </a:srgbClr>
                  </a:solidFill>
                </a:ln>
                <a:solidFill>
                  <a:prstClr val="white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endParaRPr>
            </a:p>
          </p:txBody>
        </p:sp>
        <p:sp>
          <p:nvSpPr>
            <p:cNvPr id="21" name="직사각형 20"/>
            <p:cNvSpPr/>
            <p:nvPr/>
          </p:nvSpPr>
          <p:spPr>
            <a:xfrm>
              <a:off x="628649" y="2714017"/>
              <a:ext cx="2484600" cy="246109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ko-KR" dirty="0" smtClean="0"/>
            </a:p>
          </p:txBody>
        </p:sp>
        <p:sp>
          <p:nvSpPr>
            <p:cNvPr id="22" name="직사각형 21"/>
            <p:cNvSpPr/>
            <p:nvPr/>
          </p:nvSpPr>
          <p:spPr>
            <a:xfrm>
              <a:off x="628649" y="5398851"/>
              <a:ext cx="2484600" cy="1157592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14000"/>
                </a:lnSpc>
              </a:pPr>
              <a:r>
                <a:rPr lang="en-US" altLang="ko-KR" sz="1300" dirty="0" smtClean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srgbClr val="E7E6E6">
                      <a:lumMod val="10000"/>
                    </a:srgbClr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rPr>
                <a:t>2342352352523</a:t>
              </a:r>
              <a:endParaRPr lang="en-US" altLang="ko-KR" sz="130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23" name="직사각형 22"/>
            <p:cNvSpPr/>
            <p:nvPr/>
          </p:nvSpPr>
          <p:spPr>
            <a:xfrm>
              <a:off x="3445349" y="1673158"/>
              <a:ext cx="2484600" cy="817123"/>
            </a:xfrm>
            <a:prstGeom prst="rect">
              <a:avLst/>
            </a:prstGeom>
            <a:solidFill>
              <a:schemeClr val="bg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>
                <a:lnSpc>
                  <a:spcPct val="114000"/>
                </a:lnSpc>
              </a:pPr>
              <a:r>
                <a:rPr lang="ko-KR" altLang="en-US" sz="1600" dirty="0" err="1" smtClean="0">
                  <a:ln>
                    <a:solidFill>
                      <a:srgbClr val="E7E6E6">
                        <a:alpha val="0"/>
                      </a:srgbClr>
                    </a:solidFill>
                  </a:ln>
                  <a:solidFill>
                    <a:prstClr val="white"/>
                  </a:solidFill>
                  <a:latin typeface="G마켓 산스 TTF Bold" panose="02000000000000000000" pitchFamily="2" charset="-127"/>
                  <a:ea typeface="G마켓 산스 TTF Bold" panose="02000000000000000000" pitchFamily="2" charset="-127"/>
                </a:rPr>
                <a:t>ㄴㅇㄹㄴㅇㄴㅇ</a:t>
              </a:r>
              <a:endParaRPr lang="en-US" altLang="ko-KR" sz="1600" dirty="0" smtClean="0">
                <a:ln>
                  <a:solidFill>
                    <a:srgbClr val="E7E6E6">
                      <a:alpha val="0"/>
                    </a:srgbClr>
                  </a:solidFill>
                </a:ln>
                <a:solidFill>
                  <a:prstClr val="white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endParaRPr>
            </a:p>
            <a:p>
              <a:pPr algn="ctr">
                <a:lnSpc>
                  <a:spcPct val="114000"/>
                </a:lnSpc>
              </a:pPr>
              <a:r>
                <a:rPr lang="ko-KR" altLang="en-US" sz="1600" dirty="0" err="1" smtClean="0">
                  <a:ln>
                    <a:solidFill>
                      <a:srgbClr val="E7E6E6">
                        <a:alpha val="0"/>
                      </a:srgbClr>
                    </a:solidFill>
                  </a:ln>
                  <a:solidFill>
                    <a:prstClr val="white"/>
                  </a:solidFill>
                  <a:latin typeface="G마켓 산스 TTF Bold" panose="02000000000000000000" pitchFamily="2" charset="-127"/>
                  <a:ea typeface="G마켓 산스 TTF Bold" panose="02000000000000000000" pitchFamily="2" charset="-127"/>
                </a:rPr>
                <a:t>ㅎㄴㅇㅎㄴㅇㅎ</a:t>
              </a:r>
              <a:endParaRPr lang="en-US" altLang="ko-KR" sz="1600" dirty="0">
                <a:ln>
                  <a:solidFill>
                    <a:srgbClr val="E7E6E6">
                      <a:alpha val="0"/>
                    </a:srgbClr>
                  </a:solidFill>
                </a:ln>
                <a:solidFill>
                  <a:prstClr val="white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endParaRPr>
            </a:p>
          </p:txBody>
        </p:sp>
        <p:sp>
          <p:nvSpPr>
            <p:cNvPr id="24" name="직사각형 23"/>
            <p:cNvSpPr/>
            <p:nvPr/>
          </p:nvSpPr>
          <p:spPr>
            <a:xfrm>
              <a:off x="3445349" y="2714017"/>
              <a:ext cx="2484600" cy="246109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ko-KR" dirty="0" smtClean="0"/>
            </a:p>
          </p:txBody>
        </p:sp>
        <p:sp>
          <p:nvSpPr>
            <p:cNvPr id="25" name="직사각형 24"/>
            <p:cNvSpPr/>
            <p:nvPr/>
          </p:nvSpPr>
          <p:spPr>
            <a:xfrm>
              <a:off x="3445349" y="5398851"/>
              <a:ext cx="2484600" cy="1157592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14000"/>
                </a:lnSpc>
              </a:pPr>
              <a:r>
                <a:rPr lang="en-US" altLang="ko-KR" sz="1300" dirty="0" smtClean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srgbClr val="E7E6E6">
                      <a:lumMod val="10000"/>
                    </a:srgbClr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rPr>
                <a:t>1512521515151512</a:t>
              </a:r>
              <a:endParaRPr lang="en-US" altLang="ko-KR" sz="130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26" name="직사각형 25"/>
            <p:cNvSpPr/>
            <p:nvPr/>
          </p:nvSpPr>
          <p:spPr>
            <a:xfrm>
              <a:off x="6262049" y="1673158"/>
              <a:ext cx="2484600" cy="817123"/>
            </a:xfrm>
            <a:prstGeom prst="rect">
              <a:avLst/>
            </a:prstGeom>
            <a:solidFill>
              <a:srgbClr val="EA640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14000"/>
                </a:lnSpc>
              </a:pPr>
              <a:r>
                <a:rPr lang="ko-KR" altLang="en-US" sz="1600" dirty="0" err="1">
                  <a:ln>
                    <a:solidFill>
                      <a:srgbClr val="E7E6E6">
                        <a:alpha val="0"/>
                      </a:srgbClr>
                    </a:solidFill>
                  </a:ln>
                  <a:solidFill>
                    <a:prstClr val="white"/>
                  </a:solidFill>
                  <a:latin typeface="G마켓 산스 TTF Bold" panose="02000000000000000000" pitchFamily="2" charset="-127"/>
                  <a:ea typeface="G마켓 산스 TTF Bold" panose="02000000000000000000" pitchFamily="2" charset="-127"/>
                </a:rPr>
                <a:t>ㄴㅇㄹㄴㅇㄴㅇㅎㄴㅇㅎㄴㅇㅎ</a:t>
              </a:r>
              <a:endParaRPr lang="en-US" altLang="ko-KR" sz="1600" dirty="0">
                <a:ln>
                  <a:solidFill>
                    <a:srgbClr val="E7E6E6">
                      <a:alpha val="0"/>
                    </a:srgbClr>
                  </a:solidFill>
                </a:ln>
                <a:solidFill>
                  <a:prstClr val="white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endParaRPr>
            </a:p>
          </p:txBody>
        </p:sp>
        <p:sp>
          <p:nvSpPr>
            <p:cNvPr id="27" name="직사각형 26"/>
            <p:cNvSpPr/>
            <p:nvPr/>
          </p:nvSpPr>
          <p:spPr>
            <a:xfrm>
              <a:off x="6262049" y="2714017"/>
              <a:ext cx="2484600" cy="246109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ko-KR" dirty="0" smtClean="0"/>
            </a:p>
          </p:txBody>
        </p:sp>
        <p:sp>
          <p:nvSpPr>
            <p:cNvPr id="28" name="직사각형 27"/>
            <p:cNvSpPr/>
            <p:nvPr/>
          </p:nvSpPr>
          <p:spPr>
            <a:xfrm>
              <a:off x="6262049" y="5398851"/>
              <a:ext cx="2484600" cy="1157592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14000"/>
                </a:lnSpc>
              </a:pPr>
              <a:r>
                <a:rPr lang="en-US" altLang="ko-KR" sz="1300" dirty="0" smtClean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srgbClr val="E7E6E6">
                      <a:lumMod val="10000"/>
                    </a:srgbClr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rPr>
                <a:t>16161616</a:t>
              </a:r>
              <a:endParaRPr lang="en-US" altLang="ko-KR" sz="130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29" name="직사각형 28"/>
            <p:cNvSpPr/>
            <p:nvPr/>
          </p:nvSpPr>
          <p:spPr>
            <a:xfrm>
              <a:off x="9078749" y="1673158"/>
              <a:ext cx="2484600" cy="817123"/>
            </a:xfrm>
            <a:prstGeom prst="rect">
              <a:avLst/>
            </a:prstGeom>
            <a:solidFill>
              <a:schemeClr val="bg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>
                <a:lnSpc>
                  <a:spcPct val="114000"/>
                </a:lnSpc>
              </a:pPr>
              <a:r>
                <a:rPr lang="ko-KR" altLang="en-US" sz="1600" dirty="0" err="1" smtClean="0">
                  <a:ln>
                    <a:solidFill>
                      <a:srgbClr val="E7E6E6">
                        <a:alpha val="0"/>
                      </a:srgbClr>
                    </a:solidFill>
                  </a:ln>
                  <a:solidFill>
                    <a:prstClr val="white"/>
                  </a:solidFill>
                  <a:latin typeface="G마켓 산스 TTF Bold" panose="02000000000000000000" pitchFamily="2" charset="-127"/>
                  <a:ea typeface="G마켓 산스 TTF Bold" panose="02000000000000000000" pitchFamily="2" charset="-127"/>
                </a:rPr>
                <a:t>ㄴㅇㄹㄴㅇㄴㅇ</a:t>
              </a:r>
              <a:endParaRPr lang="en-US" altLang="ko-KR" sz="1600" dirty="0" smtClean="0">
                <a:ln>
                  <a:solidFill>
                    <a:srgbClr val="E7E6E6">
                      <a:alpha val="0"/>
                    </a:srgbClr>
                  </a:solidFill>
                </a:ln>
                <a:solidFill>
                  <a:prstClr val="white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endParaRPr>
            </a:p>
            <a:p>
              <a:pPr algn="ctr">
                <a:lnSpc>
                  <a:spcPct val="114000"/>
                </a:lnSpc>
              </a:pPr>
              <a:r>
                <a:rPr lang="ko-KR" altLang="en-US" sz="1600" dirty="0" err="1" smtClean="0">
                  <a:ln>
                    <a:solidFill>
                      <a:srgbClr val="E7E6E6">
                        <a:alpha val="0"/>
                      </a:srgbClr>
                    </a:solidFill>
                  </a:ln>
                  <a:solidFill>
                    <a:prstClr val="white"/>
                  </a:solidFill>
                  <a:latin typeface="G마켓 산스 TTF Bold" panose="02000000000000000000" pitchFamily="2" charset="-127"/>
                  <a:ea typeface="G마켓 산스 TTF Bold" panose="02000000000000000000" pitchFamily="2" charset="-127"/>
                </a:rPr>
                <a:t>ㅎㄴㅇㅎㄴㅇㅎ</a:t>
              </a:r>
              <a:endParaRPr lang="en-US" altLang="ko-KR" sz="1600" dirty="0">
                <a:ln>
                  <a:solidFill>
                    <a:srgbClr val="E7E6E6">
                      <a:alpha val="0"/>
                    </a:srgbClr>
                  </a:solidFill>
                </a:ln>
                <a:solidFill>
                  <a:prstClr val="white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endParaRPr>
            </a:p>
          </p:txBody>
        </p:sp>
        <p:sp>
          <p:nvSpPr>
            <p:cNvPr id="30" name="직사각형 29"/>
            <p:cNvSpPr/>
            <p:nvPr/>
          </p:nvSpPr>
          <p:spPr>
            <a:xfrm>
              <a:off x="9078749" y="2714017"/>
              <a:ext cx="2484600" cy="246109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ko-KR" dirty="0" smtClean="0"/>
            </a:p>
          </p:txBody>
        </p:sp>
        <p:sp>
          <p:nvSpPr>
            <p:cNvPr id="31" name="직사각형 30"/>
            <p:cNvSpPr/>
            <p:nvPr/>
          </p:nvSpPr>
          <p:spPr>
            <a:xfrm>
              <a:off x="9078749" y="5398851"/>
              <a:ext cx="2484600" cy="1157592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14000"/>
                </a:lnSpc>
              </a:pPr>
              <a:r>
                <a:rPr lang="ko-KR" altLang="en-US" sz="1300" dirty="0" err="1" smtClean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srgbClr val="E7E6E6">
                      <a:lumMod val="10000"/>
                    </a:srgbClr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rPr>
                <a:t>아뤼</a:t>
              </a:r>
              <a:r>
                <a:rPr lang="ko-KR" altLang="en-US" sz="1300" dirty="0" smtClean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srgbClr val="E7E6E6">
                      <a:lumMod val="10000"/>
                    </a:srgbClr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rPr>
                <a:t> </a:t>
              </a:r>
              <a:r>
                <a:rPr lang="ko-KR" altLang="en-US" sz="1300" dirty="0" err="1" smtClean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srgbClr val="E7E6E6">
                      <a:lumMod val="10000"/>
                    </a:srgbClr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rPr>
                <a:t>ㅓㅣㅏ러ㅣㅓㅏ모러ㅏㅣ모ㅓㅏ</a:t>
              </a:r>
              <a:endParaRPr lang="en-US" altLang="ko-KR" sz="130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14828312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>
        <p159:morph option="byChar"/>
      </p:transition>
    </mc:Choice>
    <mc:Fallback>
      <p:transition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79E084D-132A-E8AC-7E55-1E8415DB78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13618AD4-9780-542D-AF16-4CE739416CFD}"/>
              </a:ext>
            </a:extLst>
          </p:cNvPr>
          <p:cNvCxnSpPr>
            <a:cxnSpLocks/>
          </p:cNvCxnSpPr>
          <p:nvPr/>
        </p:nvCxnSpPr>
        <p:spPr>
          <a:xfrm>
            <a:off x="628650" y="914400"/>
            <a:ext cx="10934700" cy="0"/>
          </a:xfrm>
          <a:prstGeom prst="line">
            <a:avLst/>
          </a:prstGeom>
          <a:ln w="19050">
            <a:solidFill>
              <a:srgbClr val="E0833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8F122B7-771B-3436-00C5-E020E5CE26C2}"/>
              </a:ext>
            </a:extLst>
          </p:cNvPr>
          <p:cNvSpPr/>
          <p:nvPr/>
        </p:nvSpPr>
        <p:spPr>
          <a:xfrm>
            <a:off x="628649" y="1035130"/>
            <a:ext cx="10934702" cy="31854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※ </a:t>
            </a:r>
            <a:r>
              <a:rPr kumimoji="0" lang="ko-KR" altLang="en-US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포인트 색을 활용해 강조하는 방법</a:t>
            </a:r>
            <a:endParaRPr kumimoji="0" lang="ko-KR" altLang="en-US" sz="1200" b="0" i="0" u="none" strike="noStrike" kern="1200" cap="none" spc="0" normalizeH="0" baseline="0" noProof="0">
              <a:ln>
                <a:solidFill>
                  <a:srgbClr val="4472C4">
                    <a:alpha val="0"/>
                  </a:srgbClr>
                </a:solidFill>
              </a:ln>
              <a:solidFill>
                <a:srgbClr val="E7E6E6">
                  <a:lumMod val="10000"/>
                </a:srgbClr>
              </a:solidFill>
              <a:effectLst/>
              <a:uLnTx/>
              <a:uFillTx/>
              <a:latin typeface="G마켓 산스 TTF Bold" panose="02000000000000000000" pitchFamily="2" charset="-127"/>
              <a:ea typeface="G마켓 산스 TTF Bold" panose="02000000000000000000" pitchFamily="2" charset="-127"/>
              <a:cs typeface="+mn-cs"/>
            </a:endParaRPr>
          </a:p>
        </p:txBody>
      </p:sp>
      <p:pic>
        <p:nvPicPr>
          <p:cNvPr id="4" name="그림 3" descr="클립아트, 만화 영화, 상징이(가) 표시된 사진&#10;&#10;자동 생성된 설명">
            <a:extLst>
              <a:ext uri="{FF2B5EF4-FFF2-40B4-BE49-F238E27FC236}">
                <a16:creationId xmlns:a16="http://schemas.microsoft.com/office/drawing/2014/main" id="{65A907F1-19D0-D9BC-1E42-9DE0A9344FD6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09532" y="339853"/>
            <a:ext cx="453817" cy="453817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99881F61-DC5E-1F07-82D9-88DC623FBC59}"/>
              </a:ext>
            </a:extLst>
          </p:cNvPr>
          <p:cNvSpPr/>
          <p:nvPr/>
        </p:nvSpPr>
        <p:spPr>
          <a:xfrm>
            <a:off x="1802763" y="1701800"/>
            <a:ext cx="3495048" cy="416017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>
                <a:ln>
                  <a:solidFill>
                    <a:srgbClr val="E7E6E6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페이퍼로지 8 ExtraBold" pitchFamily="2" charset="-127"/>
                <a:ea typeface="페이퍼로지 8 ExtraBold" pitchFamily="2" charset="-127"/>
                <a:cs typeface="+mn-cs"/>
              </a:rPr>
              <a:t>약한거에 회색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0E752A18-2305-7FE0-281B-FCD591B9E7E2}"/>
              </a:ext>
            </a:extLst>
          </p:cNvPr>
          <p:cNvSpPr/>
          <p:nvPr/>
        </p:nvSpPr>
        <p:spPr>
          <a:xfrm>
            <a:off x="6894189" y="1701800"/>
            <a:ext cx="3495048" cy="416017"/>
          </a:xfrm>
          <a:prstGeom prst="rect">
            <a:avLst/>
          </a:prstGeom>
          <a:solidFill>
            <a:srgbClr val="FA6502"/>
          </a:solidFill>
          <a:ln>
            <a:solidFill>
              <a:srgbClr val="FA650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>
                <a:ln>
                  <a:solidFill>
                    <a:srgbClr val="E7E6E6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페이퍼로지 8 ExtraBold" pitchFamily="2" charset="-127"/>
                <a:ea typeface="페이퍼로지 8 ExtraBold" pitchFamily="2" charset="-127"/>
                <a:cs typeface="+mn-cs"/>
              </a:rPr>
              <a:t>쎈거에 찐한색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1D88FFC1-BE57-0795-1143-3D89E1D3FC7B}"/>
              </a:ext>
            </a:extLst>
          </p:cNvPr>
          <p:cNvSpPr/>
          <p:nvPr/>
        </p:nvSpPr>
        <p:spPr>
          <a:xfrm>
            <a:off x="1802763" y="2233666"/>
            <a:ext cx="3495048" cy="1620784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0" i="0" u="none" strike="noStrike" kern="1200" cap="none" spc="0" normalizeH="0" baseline="0" noProof="0">
              <a:ln>
                <a:solidFill>
                  <a:srgbClr val="E7E6E6">
                    <a:alpha val="0"/>
                  </a:srgbClr>
                </a:solidFill>
              </a:ln>
              <a:solidFill>
                <a:prstClr val="white"/>
              </a:solidFill>
              <a:effectLst/>
              <a:uLnTx/>
              <a:uFillTx/>
              <a:latin typeface="페이퍼로지 8 ExtraBold" pitchFamily="2" charset="-127"/>
              <a:ea typeface="페이퍼로지 8 ExtraBold" pitchFamily="2" charset="-127"/>
              <a:cs typeface="+mn-cs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F56667E6-0AF3-9DB3-CAB8-1AAFDC535D11}"/>
              </a:ext>
            </a:extLst>
          </p:cNvPr>
          <p:cNvSpPr/>
          <p:nvPr/>
        </p:nvSpPr>
        <p:spPr>
          <a:xfrm>
            <a:off x="6894189" y="2233666"/>
            <a:ext cx="3495048" cy="1620784"/>
          </a:xfrm>
          <a:prstGeom prst="rect">
            <a:avLst/>
          </a:prstGeom>
          <a:noFill/>
          <a:ln>
            <a:solidFill>
              <a:srgbClr val="FA650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0" i="0" u="none" strike="noStrike" kern="1200" cap="none" spc="0" normalizeH="0" baseline="0" noProof="0">
              <a:ln>
                <a:solidFill>
                  <a:srgbClr val="E7E6E6">
                    <a:alpha val="0"/>
                  </a:srgbClr>
                </a:solidFill>
              </a:ln>
              <a:solidFill>
                <a:prstClr val="white"/>
              </a:solidFill>
              <a:effectLst/>
              <a:uLnTx/>
              <a:uFillTx/>
              <a:latin typeface="페이퍼로지 8 ExtraBold" pitchFamily="2" charset="-127"/>
              <a:ea typeface="페이퍼로지 8 ExtraBold" pitchFamily="2" charset="-127"/>
              <a:cs typeface="+mn-cs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37731235-EEF1-5FCF-A9D8-A730DCCCD7E0}"/>
              </a:ext>
            </a:extLst>
          </p:cNvPr>
          <p:cNvSpPr/>
          <p:nvPr/>
        </p:nvSpPr>
        <p:spPr>
          <a:xfrm>
            <a:off x="1802763" y="4154031"/>
            <a:ext cx="3495048" cy="416017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>
                <a:ln>
                  <a:solidFill>
                    <a:srgbClr val="E7E6E6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페이퍼로지 8 ExtraBold" pitchFamily="2" charset="-127"/>
                <a:ea typeface="페이퍼로지 8 ExtraBold" pitchFamily="2" charset="-127"/>
                <a:cs typeface="+mn-cs"/>
              </a:rPr>
              <a:t>약한거에 회색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31804F41-0742-DB89-C193-85FCFEBDBC23}"/>
              </a:ext>
            </a:extLst>
          </p:cNvPr>
          <p:cNvSpPr/>
          <p:nvPr/>
        </p:nvSpPr>
        <p:spPr>
          <a:xfrm>
            <a:off x="6894189" y="4154031"/>
            <a:ext cx="3495048" cy="416017"/>
          </a:xfrm>
          <a:prstGeom prst="rect">
            <a:avLst/>
          </a:prstGeom>
          <a:solidFill>
            <a:srgbClr val="2F4858"/>
          </a:solidFill>
          <a:ln>
            <a:solidFill>
              <a:srgbClr val="2F485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>
                <a:ln>
                  <a:solidFill>
                    <a:srgbClr val="E7E6E6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페이퍼로지 8 ExtraBold" pitchFamily="2" charset="-127"/>
                <a:ea typeface="페이퍼로지 8 ExtraBold" pitchFamily="2" charset="-127"/>
                <a:cs typeface="+mn-cs"/>
              </a:rPr>
              <a:t>쎈거에 찐한색</a:t>
            </a:r>
          </a:p>
        </p:txBody>
      </p:sp>
      <p:sp>
        <p:nvSpPr>
          <p:cNvPr id="35" name="화살표: 오른쪽 34">
            <a:extLst>
              <a:ext uri="{FF2B5EF4-FFF2-40B4-BE49-F238E27FC236}">
                <a16:creationId xmlns:a16="http://schemas.microsoft.com/office/drawing/2014/main" id="{DD64A834-FE99-5FA6-EFC6-72EE19FFC76C}"/>
              </a:ext>
            </a:extLst>
          </p:cNvPr>
          <p:cNvSpPr/>
          <p:nvPr/>
        </p:nvSpPr>
        <p:spPr>
          <a:xfrm>
            <a:off x="5428969" y="2858184"/>
            <a:ext cx="1334062" cy="371749"/>
          </a:xfrm>
          <a:prstGeom prst="rightArrow">
            <a:avLst/>
          </a:prstGeom>
          <a:gradFill>
            <a:gsLst>
              <a:gs pos="100000">
                <a:schemeClr val="bg1"/>
              </a:gs>
              <a:gs pos="0">
                <a:srgbClr val="FA6502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6" name="화살표: 오른쪽 35">
            <a:extLst>
              <a:ext uri="{FF2B5EF4-FFF2-40B4-BE49-F238E27FC236}">
                <a16:creationId xmlns:a16="http://schemas.microsoft.com/office/drawing/2014/main" id="{D9F9E035-B2C0-0562-B54C-3891406E6F18}"/>
              </a:ext>
            </a:extLst>
          </p:cNvPr>
          <p:cNvSpPr/>
          <p:nvPr/>
        </p:nvSpPr>
        <p:spPr>
          <a:xfrm>
            <a:off x="5428969" y="5310414"/>
            <a:ext cx="1334062" cy="371749"/>
          </a:xfrm>
          <a:prstGeom prst="rightArrow">
            <a:avLst/>
          </a:prstGeom>
          <a:gradFill>
            <a:gsLst>
              <a:gs pos="100000">
                <a:schemeClr val="bg1"/>
              </a:gs>
              <a:gs pos="0">
                <a:srgbClr val="2F4858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9072DDC4-32B3-B3A5-E2FA-7F2B76A4269F}"/>
              </a:ext>
            </a:extLst>
          </p:cNvPr>
          <p:cNvSpPr/>
          <p:nvPr/>
        </p:nvSpPr>
        <p:spPr>
          <a:xfrm>
            <a:off x="1802763" y="4685897"/>
            <a:ext cx="3495048" cy="487845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0" i="0" u="none" strike="noStrike" kern="1200" cap="none" spc="0" normalizeH="0" baseline="0" noProof="0">
              <a:ln>
                <a:solidFill>
                  <a:srgbClr val="E7E6E6">
                    <a:alpha val="0"/>
                  </a:srgbClr>
                </a:solidFill>
              </a:ln>
              <a:solidFill>
                <a:prstClr val="white"/>
              </a:solidFill>
              <a:effectLst/>
              <a:uLnTx/>
              <a:uFillTx/>
              <a:latin typeface="페이퍼로지 8 ExtraBold" pitchFamily="2" charset="-127"/>
              <a:ea typeface="페이퍼로지 8 ExtraBold" pitchFamily="2" charset="-127"/>
              <a:cs typeface="+mn-cs"/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C8C667EE-4B43-A108-64FA-B44F9E93D33B}"/>
              </a:ext>
            </a:extLst>
          </p:cNvPr>
          <p:cNvSpPr/>
          <p:nvPr/>
        </p:nvSpPr>
        <p:spPr>
          <a:xfrm>
            <a:off x="1802763" y="5252366"/>
            <a:ext cx="3495048" cy="487845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0" i="0" u="none" strike="noStrike" kern="1200" cap="none" spc="0" normalizeH="0" baseline="0" noProof="0">
              <a:ln>
                <a:solidFill>
                  <a:srgbClr val="E7E6E6">
                    <a:alpha val="0"/>
                  </a:srgbClr>
                </a:solidFill>
              </a:ln>
              <a:solidFill>
                <a:prstClr val="white"/>
              </a:solidFill>
              <a:effectLst/>
              <a:uLnTx/>
              <a:uFillTx/>
              <a:latin typeface="페이퍼로지 8 ExtraBold" pitchFamily="2" charset="-127"/>
              <a:ea typeface="페이퍼로지 8 ExtraBold" pitchFamily="2" charset="-127"/>
              <a:cs typeface="+mn-cs"/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DEFDEAB6-8565-3748-A00C-2E9A056CC624}"/>
              </a:ext>
            </a:extLst>
          </p:cNvPr>
          <p:cNvSpPr/>
          <p:nvPr/>
        </p:nvSpPr>
        <p:spPr>
          <a:xfrm>
            <a:off x="1802763" y="5818836"/>
            <a:ext cx="3495048" cy="487845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0" i="0" u="none" strike="noStrike" kern="1200" cap="none" spc="0" normalizeH="0" baseline="0" noProof="0">
              <a:ln>
                <a:solidFill>
                  <a:srgbClr val="E7E6E6">
                    <a:alpha val="0"/>
                  </a:srgbClr>
                </a:solidFill>
              </a:ln>
              <a:solidFill>
                <a:prstClr val="white"/>
              </a:solidFill>
              <a:effectLst/>
              <a:uLnTx/>
              <a:uFillTx/>
              <a:latin typeface="페이퍼로지 8 ExtraBold" pitchFamily="2" charset="-127"/>
              <a:ea typeface="페이퍼로지 8 ExtraBold" pitchFamily="2" charset="-127"/>
              <a:cs typeface="+mn-cs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F98FC245-9385-9AEE-FBB7-72BD8B8D283D}"/>
              </a:ext>
            </a:extLst>
          </p:cNvPr>
          <p:cNvSpPr/>
          <p:nvPr/>
        </p:nvSpPr>
        <p:spPr>
          <a:xfrm>
            <a:off x="6894189" y="4685897"/>
            <a:ext cx="3495048" cy="762403"/>
          </a:xfrm>
          <a:prstGeom prst="rect">
            <a:avLst/>
          </a:prstGeom>
          <a:noFill/>
          <a:ln>
            <a:solidFill>
              <a:srgbClr val="2F485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0" i="0" u="none" strike="noStrike" kern="1200" cap="none" spc="0" normalizeH="0" baseline="0" noProof="0">
              <a:ln>
                <a:solidFill>
                  <a:srgbClr val="E7E6E6">
                    <a:alpha val="0"/>
                  </a:srgbClr>
                </a:solidFill>
              </a:ln>
              <a:solidFill>
                <a:prstClr val="white"/>
              </a:solidFill>
              <a:effectLst/>
              <a:uLnTx/>
              <a:uFillTx/>
              <a:latin typeface="페이퍼로지 8 ExtraBold" pitchFamily="2" charset="-127"/>
              <a:ea typeface="페이퍼로지 8 ExtraBold" pitchFamily="2" charset="-127"/>
              <a:cs typeface="+mn-cs"/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DEB3DC1E-EBD8-7E83-F1BD-E9D86EBFA740}"/>
              </a:ext>
            </a:extLst>
          </p:cNvPr>
          <p:cNvSpPr/>
          <p:nvPr/>
        </p:nvSpPr>
        <p:spPr>
          <a:xfrm>
            <a:off x="6894189" y="5544278"/>
            <a:ext cx="3495048" cy="762403"/>
          </a:xfrm>
          <a:prstGeom prst="rect">
            <a:avLst/>
          </a:prstGeom>
          <a:noFill/>
          <a:ln>
            <a:solidFill>
              <a:srgbClr val="2F485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0" i="0" u="none" strike="noStrike" kern="1200" cap="none" spc="0" normalizeH="0" baseline="0" noProof="0">
              <a:ln>
                <a:solidFill>
                  <a:srgbClr val="E7E6E6">
                    <a:alpha val="0"/>
                  </a:srgbClr>
                </a:solidFill>
              </a:ln>
              <a:solidFill>
                <a:prstClr val="white"/>
              </a:solidFill>
              <a:effectLst/>
              <a:uLnTx/>
              <a:uFillTx/>
              <a:latin typeface="페이퍼로지 8 ExtraBold" pitchFamily="2" charset="-127"/>
              <a:ea typeface="페이퍼로지 8 ExtraBold" pitchFamily="2" charset="-127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2208343-1BAD-B45B-F67C-F0E5E7E8732A}"/>
              </a:ext>
            </a:extLst>
          </p:cNvPr>
          <p:cNvSpPr txBox="1"/>
          <p:nvPr/>
        </p:nvSpPr>
        <p:spPr>
          <a:xfrm>
            <a:off x="546100" y="274320"/>
            <a:ext cx="1425540" cy="276999"/>
          </a:xfrm>
          <a:prstGeom prst="rect">
            <a:avLst/>
          </a:prstGeom>
          <a:noFill/>
        </p:spPr>
        <p:txBody>
          <a:bodyPr wrap="none" lIns="90000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019D6D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02. </a:t>
            </a:r>
            <a:r>
              <a:rPr kumimoji="0" lang="ko-KR" altLang="en-US" sz="1200" b="0" i="0" u="none" strike="noStrike" kern="1200" cap="none" spc="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019D6D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속도 </a:t>
            </a: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019D6D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&amp; </a:t>
            </a:r>
            <a:r>
              <a:rPr kumimoji="0" lang="ko-KR" altLang="en-US" sz="1200" b="0" i="0" u="none" strike="noStrike" kern="1200" cap="none" spc="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019D6D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도식화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521CF18-CF3B-DA0E-D4C2-400A8663A8AF}"/>
              </a:ext>
            </a:extLst>
          </p:cNvPr>
          <p:cNvSpPr/>
          <p:nvPr/>
        </p:nvSpPr>
        <p:spPr>
          <a:xfrm>
            <a:off x="10724948" y="513219"/>
            <a:ext cx="246184" cy="246184"/>
          </a:xfrm>
          <a:prstGeom prst="rect">
            <a:avLst/>
          </a:prstGeom>
          <a:solidFill>
            <a:srgbClr val="042B6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8DB36E6-63A3-2C12-90B8-58A3111925C5}"/>
              </a:ext>
            </a:extLst>
          </p:cNvPr>
          <p:cNvSpPr/>
          <p:nvPr/>
        </p:nvSpPr>
        <p:spPr>
          <a:xfrm>
            <a:off x="10403490" y="513219"/>
            <a:ext cx="246184" cy="246184"/>
          </a:xfrm>
          <a:prstGeom prst="rect">
            <a:avLst/>
          </a:prstGeom>
          <a:solidFill>
            <a:srgbClr val="F5335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2FFBDA0-B8A1-EDF0-B709-EDD2846EF09A}"/>
              </a:ext>
            </a:extLst>
          </p:cNvPr>
          <p:cNvSpPr/>
          <p:nvPr/>
        </p:nvSpPr>
        <p:spPr>
          <a:xfrm>
            <a:off x="10082031" y="513219"/>
            <a:ext cx="246184" cy="246184"/>
          </a:xfrm>
          <a:prstGeom prst="rect">
            <a:avLst/>
          </a:prstGeom>
          <a:solidFill>
            <a:srgbClr val="0960D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07759A47-2662-4439-34B4-E55E1CB31857}"/>
              </a:ext>
            </a:extLst>
          </p:cNvPr>
          <p:cNvSpPr/>
          <p:nvPr/>
        </p:nvSpPr>
        <p:spPr>
          <a:xfrm>
            <a:off x="9760572" y="513219"/>
            <a:ext cx="246184" cy="246184"/>
          </a:xfrm>
          <a:prstGeom prst="rect">
            <a:avLst/>
          </a:prstGeom>
          <a:solidFill>
            <a:srgbClr val="0C650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5B63622-D89F-3135-0F1B-6D8B3CD515CF}"/>
              </a:ext>
            </a:extLst>
          </p:cNvPr>
          <p:cNvSpPr/>
          <p:nvPr/>
        </p:nvSpPr>
        <p:spPr>
          <a:xfrm>
            <a:off x="9439113" y="513219"/>
            <a:ext cx="246184" cy="246184"/>
          </a:xfrm>
          <a:prstGeom prst="rect">
            <a:avLst/>
          </a:prstGeom>
          <a:solidFill>
            <a:srgbClr val="703BE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7E31C8D1-B5B8-3576-650B-FD328D6EC718}"/>
              </a:ext>
            </a:extLst>
          </p:cNvPr>
          <p:cNvSpPr/>
          <p:nvPr/>
        </p:nvSpPr>
        <p:spPr>
          <a:xfrm>
            <a:off x="9123730" y="513219"/>
            <a:ext cx="246184" cy="246184"/>
          </a:xfrm>
          <a:prstGeom prst="rect">
            <a:avLst/>
          </a:prstGeom>
          <a:solidFill>
            <a:srgbClr val="FA650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50AA8180-1206-39E6-D547-452CCAAD2F17}"/>
              </a:ext>
            </a:extLst>
          </p:cNvPr>
          <p:cNvSpPr/>
          <p:nvPr/>
        </p:nvSpPr>
        <p:spPr>
          <a:xfrm>
            <a:off x="8802271" y="513219"/>
            <a:ext cx="246184" cy="246184"/>
          </a:xfrm>
          <a:prstGeom prst="rect">
            <a:avLst/>
          </a:prstGeom>
          <a:solidFill>
            <a:srgbClr val="B2133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6267A65-4A58-49B9-90C3-E689B2AA0C6E}"/>
              </a:ext>
            </a:extLst>
          </p:cNvPr>
          <p:cNvSpPr txBox="1"/>
          <p:nvPr/>
        </p:nvSpPr>
        <p:spPr>
          <a:xfrm>
            <a:off x="628649" y="513219"/>
            <a:ext cx="5724526" cy="369332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-5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기본 도형으로 </a:t>
            </a:r>
            <a:r>
              <a:rPr kumimoji="0" lang="ko-KR" altLang="en-US" sz="1800" b="0" i="0" u="none" strike="noStrike" kern="1200" cap="none" spc="-5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FA6502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깔쌈한 구조화 만들어보자</a:t>
            </a:r>
          </a:p>
        </p:txBody>
      </p:sp>
    </p:spTree>
    <p:extLst>
      <p:ext uri="{BB962C8B-B14F-4D97-AF65-F5344CB8AC3E}">
        <p14:creationId xmlns:p14="http://schemas.microsoft.com/office/powerpoint/2010/main" val="43178736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>
        <p159:morph option="byChar"/>
      </p:transition>
    </mc:Choice>
    <mc:Fallback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BE60B6-A657-88EE-FA07-7B63EF6F6F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타원 14">
            <a:extLst>
              <a:ext uri="{FF2B5EF4-FFF2-40B4-BE49-F238E27FC236}">
                <a16:creationId xmlns:a16="http://schemas.microsoft.com/office/drawing/2014/main" id="{35CA1D9A-E17E-49E7-65B0-0C9F51E659A3}"/>
              </a:ext>
            </a:extLst>
          </p:cNvPr>
          <p:cNvSpPr/>
          <p:nvPr/>
        </p:nvSpPr>
        <p:spPr>
          <a:xfrm>
            <a:off x="2285997" y="4554994"/>
            <a:ext cx="1657350" cy="1657350"/>
          </a:xfrm>
          <a:prstGeom prst="ellipse">
            <a:avLst/>
          </a:prstGeom>
          <a:solidFill>
            <a:schemeClr val="bg2">
              <a:lumMod val="90000"/>
            </a:schemeClr>
          </a:solidFill>
          <a:ln w="1905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-5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잔바리</a:t>
            </a: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0C127D7A-D024-4C06-D5CF-2DD6499E877A}"/>
              </a:ext>
            </a:extLst>
          </p:cNvPr>
          <p:cNvCxnSpPr>
            <a:cxnSpLocks/>
          </p:cNvCxnSpPr>
          <p:nvPr/>
        </p:nvCxnSpPr>
        <p:spPr>
          <a:xfrm>
            <a:off x="628650" y="914400"/>
            <a:ext cx="10934700" cy="0"/>
          </a:xfrm>
          <a:prstGeom prst="line">
            <a:avLst/>
          </a:prstGeom>
          <a:ln w="19050">
            <a:solidFill>
              <a:srgbClr val="FA650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F02A5E9F-6E9D-9A4F-769A-A1CC11ED4BE9}"/>
              </a:ext>
            </a:extLst>
          </p:cNvPr>
          <p:cNvSpPr txBox="1"/>
          <p:nvPr/>
        </p:nvSpPr>
        <p:spPr>
          <a:xfrm>
            <a:off x="628649" y="513219"/>
            <a:ext cx="5724526" cy="369332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-5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기본 도형으로 </a:t>
            </a:r>
            <a:r>
              <a:rPr kumimoji="0" lang="ko-KR" altLang="en-US" sz="1800" b="0" i="0" u="none" strike="noStrike" kern="1200" cap="none" spc="-5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FA6502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깔쌈한 구조화 만들어보자</a:t>
            </a:r>
          </a:p>
        </p:txBody>
      </p:sp>
      <p:sp>
        <p:nvSpPr>
          <p:cNvPr id="46" name="타원 45">
            <a:extLst>
              <a:ext uri="{FF2B5EF4-FFF2-40B4-BE49-F238E27FC236}">
                <a16:creationId xmlns:a16="http://schemas.microsoft.com/office/drawing/2014/main" id="{E83D4272-1338-93AA-F897-EB11386D8B8E}"/>
              </a:ext>
            </a:extLst>
          </p:cNvPr>
          <p:cNvSpPr/>
          <p:nvPr/>
        </p:nvSpPr>
        <p:spPr>
          <a:xfrm>
            <a:off x="628649" y="1927251"/>
            <a:ext cx="1657350" cy="1657350"/>
          </a:xfrm>
          <a:prstGeom prst="ellipse">
            <a:avLst/>
          </a:prstGeom>
          <a:solidFill>
            <a:schemeClr val="bg2">
              <a:lumMod val="90000"/>
            </a:schemeClr>
          </a:solidFill>
          <a:ln w="1905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-5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잔바리</a:t>
            </a:r>
          </a:p>
        </p:txBody>
      </p:sp>
      <p:sp>
        <p:nvSpPr>
          <p:cNvPr id="47" name="타원 46">
            <a:extLst>
              <a:ext uri="{FF2B5EF4-FFF2-40B4-BE49-F238E27FC236}">
                <a16:creationId xmlns:a16="http://schemas.microsoft.com/office/drawing/2014/main" id="{D6754851-DDC9-25A6-A5A7-BBA2BA816E94}"/>
              </a:ext>
            </a:extLst>
          </p:cNvPr>
          <p:cNvSpPr/>
          <p:nvPr/>
        </p:nvSpPr>
        <p:spPr>
          <a:xfrm>
            <a:off x="3609973" y="1927251"/>
            <a:ext cx="1657350" cy="1657350"/>
          </a:xfrm>
          <a:prstGeom prst="ellipse">
            <a:avLst/>
          </a:prstGeom>
          <a:ln w="19050">
            <a:solidFill>
              <a:srgbClr val="19305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-5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정렬</a:t>
            </a:r>
          </a:p>
        </p:txBody>
      </p:sp>
      <p:sp>
        <p:nvSpPr>
          <p:cNvPr id="48" name="타원 47">
            <a:extLst>
              <a:ext uri="{FF2B5EF4-FFF2-40B4-BE49-F238E27FC236}">
                <a16:creationId xmlns:a16="http://schemas.microsoft.com/office/drawing/2014/main" id="{FFCA7B6A-ED1E-A9AD-C1AC-CD475DE62ABD}"/>
              </a:ext>
            </a:extLst>
          </p:cNvPr>
          <p:cNvSpPr/>
          <p:nvPr/>
        </p:nvSpPr>
        <p:spPr>
          <a:xfrm>
            <a:off x="5267323" y="1927251"/>
            <a:ext cx="1657350" cy="1657350"/>
          </a:xfrm>
          <a:prstGeom prst="ellipse">
            <a:avLst/>
          </a:prstGeom>
          <a:ln w="19050">
            <a:solidFill>
              <a:srgbClr val="19305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-5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그룹화</a:t>
            </a:r>
          </a:p>
        </p:txBody>
      </p:sp>
      <p:sp>
        <p:nvSpPr>
          <p:cNvPr id="49" name="타원 48">
            <a:extLst>
              <a:ext uri="{FF2B5EF4-FFF2-40B4-BE49-F238E27FC236}">
                <a16:creationId xmlns:a16="http://schemas.microsoft.com/office/drawing/2014/main" id="{896697B9-2F14-948D-FF95-9A813A107D69}"/>
              </a:ext>
            </a:extLst>
          </p:cNvPr>
          <p:cNvSpPr/>
          <p:nvPr/>
        </p:nvSpPr>
        <p:spPr>
          <a:xfrm>
            <a:off x="6924673" y="1927251"/>
            <a:ext cx="1657350" cy="1657350"/>
          </a:xfrm>
          <a:prstGeom prst="ellipse">
            <a:avLst/>
          </a:prstGeom>
          <a:ln w="19050">
            <a:solidFill>
              <a:srgbClr val="19305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-5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컨쉬</a:t>
            </a:r>
            <a:endParaRPr kumimoji="0" lang="en-US" altLang="ko-KR" sz="1800" b="0" i="0" u="none" strike="noStrike" kern="1200" cap="none" spc="-50" normalizeH="0" baseline="0" noProof="0">
              <a:ln>
                <a:solidFill>
                  <a:srgbClr val="FF0000">
                    <a:alpha val="0"/>
                  </a:srgb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G마켓 산스 TTF Bold" panose="02000000000000000000" pitchFamily="2" charset="-127"/>
              <a:ea typeface="G마켓 산스 TTF Bold" panose="02000000000000000000" pitchFamily="2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-5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드래그</a:t>
            </a:r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12E1C865-A108-E061-E5B7-9A9A4401959B}"/>
              </a:ext>
            </a:extLst>
          </p:cNvPr>
          <p:cNvSpPr/>
          <p:nvPr/>
        </p:nvSpPr>
        <p:spPr>
          <a:xfrm>
            <a:off x="9905999" y="1927251"/>
            <a:ext cx="1657350" cy="1657350"/>
          </a:xfrm>
          <a:prstGeom prst="ellipse">
            <a:avLst/>
          </a:prstGeom>
          <a:solidFill>
            <a:srgbClr val="19305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-5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깔끔한</a:t>
            </a:r>
            <a:endParaRPr kumimoji="0" lang="en-US" altLang="ko-KR" sz="1800" b="0" i="0" u="none" strike="noStrike" kern="1200" cap="none" spc="-50" normalizeH="0" baseline="0" noProof="0">
              <a:ln>
                <a:solidFill>
                  <a:srgbClr val="FF0000">
                    <a:alpha val="0"/>
                  </a:srgbClr>
                </a:solidFill>
              </a:ln>
              <a:solidFill>
                <a:srgbClr val="FFFFFF"/>
              </a:solidFill>
              <a:effectLst/>
              <a:uLnTx/>
              <a:uFillTx/>
              <a:latin typeface="G마켓 산스 TTF Bold" panose="02000000000000000000" pitchFamily="2" charset="-127"/>
              <a:ea typeface="G마켓 산스 TTF Bold" panose="02000000000000000000" pitchFamily="2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-5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구조화</a:t>
            </a:r>
          </a:p>
        </p:txBody>
      </p:sp>
      <p:cxnSp>
        <p:nvCxnSpPr>
          <p:cNvPr id="58" name="직선 화살표 연결선 57">
            <a:extLst>
              <a:ext uri="{FF2B5EF4-FFF2-40B4-BE49-F238E27FC236}">
                <a16:creationId xmlns:a16="http://schemas.microsoft.com/office/drawing/2014/main" id="{FE5933F5-7BE5-9DD4-8231-609641B3130A}"/>
              </a:ext>
            </a:extLst>
          </p:cNvPr>
          <p:cNvCxnSpPr>
            <a:cxnSpLocks/>
          </p:cNvCxnSpPr>
          <p:nvPr/>
        </p:nvCxnSpPr>
        <p:spPr>
          <a:xfrm>
            <a:off x="2516186" y="2755926"/>
            <a:ext cx="863600" cy="0"/>
          </a:xfrm>
          <a:prstGeom prst="straightConnector1">
            <a:avLst/>
          </a:prstGeom>
          <a:ln w="12700">
            <a:solidFill>
              <a:schemeClr val="bg2">
                <a:lumMod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직선 화살표 연결선 58">
            <a:extLst>
              <a:ext uri="{FF2B5EF4-FFF2-40B4-BE49-F238E27FC236}">
                <a16:creationId xmlns:a16="http://schemas.microsoft.com/office/drawing/2014/main" id="{73D305C5-4E18-D503-D3B1-10C5DB5CBA57}"/>
              </a:ext>
            </a:extLst>
          </p:cNvPr>
          <p:cNvCxnSpPr>
            <a:cxnSpLocks/>
          </p:cNvCxnSpPr>
          <p:nvPr/>
        </p:nvCxnSpPr>
        <p:spPr>
          <a:xfrm>
            <a:off x="8812211" y="2755926"/>
            <a:ext cx="863600" cy="0"/>
          </a:xfrm>
          <a:prstGeom prst="straightConnector1">
            <a:avLst/>
          </a:prstGeom>
          <a:ln w="12700">
            <a:solidFill>
              <a:schemeClr val="bg2">
                <a:lumMod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직사각형 2">
            <a:extLst>
              <a:ext uri="{FF2B5EF4-FFF2-40B4-BE49-F238E27FC236}">
                <a16:creationId xmlns:a16="http://schemas.microsoft.com/office/drawing/2014/main" id="{805371E8-DBEF-9038-6DEC-A31616965F92}"/>
              </a:ext>
            </a:extLst>
          </p:cNvPr>
          <p:cNvSpPr/>
          <p:nvPr/>
        </p:nvSpPr>
        <p:spPr>
          <a:xfrm>
            <a:off x="628649" y="1282780"/>
            <a:ext cx="10934702" cy="31854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※ </a:t>
            </a:r>
            <a:r>
              <a:rPr kumimoji="0" lang="ko-KR" altLang="en-US" sz="1200" b="0" i="0" u="none" strike="noStrike" kern="1200" cap="none" spc="0" normalizeH="0" baseline="0" noProof="0" err="1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깔삼하면서</a:t>
            </a:r>
            <a:r>
              <a:rPr kumimoji="0" lang="ko-KR" altLang="en-US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 </a:t>
            </a:r>
            <a:r>
              <a:rPr kumimoji="0" lang="ko-KR" altLang="en-US" sz="1200" b="0" i="0" u="none" strike="noStrike" kern="1200" cap="none" spc="0" normalizeH="0" baseline="0" noProof="0" err="1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나이스하면서</a:t>
            </a:r>
            <a:r>
              <a:rPr kumimoji="0" lang="ko-KR" altLang="en-US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 보는 사람이 좋아할만한 도식화 </a:t>
            </a:r>
            <a:r>
              <a:rPr kumimoji="0" lang="ko-KR" altLang="en-US" sz="1200" b="0" i="0" u="none" strike="noStrike" kern="1200" cap="none" spc="0" normalizeH="0" baseline="0" noProof="0" err="1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한사바리</a:t>
            </a:r>
            <a:endParaRPr kumimoji="0" lang="ko-KR" altLang="en-US" sz="1200" b="0" i="0" u="none" strike="noStrike" kern="1200" cap="none" spc="0" normalizeH="0" baseline="0" noProof="0">
              <a:ln>
                <a:solidFill>
                  <a:srgbClr val="4472C4">
                    <a:alpha val="0"/>
                  </a:srgbClr>
                </a:solidFill>
              </a:ln>
              <a:solidFill>
                <a:srgbClr val="E7E6E6">
                  <a:lumMod val="10000"/>
                </a:srgbClr>
              </a:solidFill>
              <a:effectLst/>
              <a:uLnTx/>
              <a:uFillTx/>
              <a:latin typeface="G마켓 산스 TTF Medium" panose="02000000000000000000" pitchFamily="2" charset="-127"/>
              <a:ea typeface="G마켓 산스 TTF Medium" panose="02000000000000000000" pitchFamily="2" charset="-127"/>
              <a:cs typeface="+mn-cs"/>
            </a:endParaRPr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A4D5E049-DC07-988F-6978-10008C2F5227}"/>
              </a:ext>
            </a:extLst>
          </p:cNvPr>
          <p:cNvSpPr/>
          <p:nvPr/>
        </p:nvSpPr>
        <p:spPr>
          <a:xfrm>
            <a:off x="628649" y="4554994"/>
            <a:ext cx="1657350" cy="1657350"/>
          </a:xfrm>
          <a:prstGeom prst="ellipse">
            <a:avLst/>
          </a:prstGeom>
          <a:solidFill>
            <a:schemeClr val="bg2">
              <a:lumMod val="90000"/>
            </a:schemeClr>
          </a:solidFill>
          <a:ln w="1905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-5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잔바리</a:t>
            </a:r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6469E30D-5D67-9AD4-EFB7-7F3622230405}"/>
              </a:ext>
            </a:extLst>
          </p:cNvPr>
          <p:cNvSpPr/>
          <p:nvPr/>
        </p:nvSpPr>
        <p:spPr>
          <a:xfrm>
            <a:off x="5267323" y="4554994"/>
            <a:ext cx="1657350" cy="1657350"/>
          </a:xfrm>
          <a:prstGeom prst="ellipse">
            <a:avLst/>
          </a:prstGeom>
          <a:ln w="19050">
            <a:solidFill>
              <a:srgbClr val="006AA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-50" normalizeH="0" baseline="0" noProof="0">
              <a:ln>
                <a:solidFill>
                  <a:srgbClr val="FF0000">
                    <a:alpha val="0"/>
                  </a:srgbClr>
                </a:solidFill>
              </a:ln>
              <a:solidFill>
                <a:srgbClr val="E7E6E6">
                  <a:lumMod val="25000"/>
                </a:srgbClr>
              </a:solidFill>
              <a:effectLst/>
              <a:uLnTx/>
              <a:uFillTx/>
              <a:latin typeface="G마켓 산스 TTF Bold" panose="02000000000000000000" pitchFamily="2" charset="-127"/>
              <a:ea typeface="G마켓 산스 TTF Bold" panose="02000000000000000000" pitchFamily="2" charset="-127"/>
              <a:cs typeface="+mn-cs"/>
            </a:endParaRP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11A726B2-F352-D7EB-4042-D7E47CC940D3}"/>
              </a:ext>
            </a:extLst>
          </p:cNvPr>
          <p:cNvSpPr/>
          <p:nvPr/>
        </p:nvSpPr>
        <p:spPr>
          <a:xfrm>
            <a:off x="6924673" y="4554994"/>
            <a:ext cx="1657350" cy="1657350"/>
          </a:xfrm>
          <a:prstGeom prst="ellipse">
            <a:avLst/>
          </a:prstGeom>
          <a:ln w="19050">
            <a:solidFill>
              <a:srgbClr val="006AA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-50" normalizeH="0" baseline="0" noProof="0">
              <a:ln>
                <a:solidFill>
                  <a:srgbClr val="FF0000">
                    <a:alpha val="0"/>
                  </a:srgbClr>
                </a:solidFill>
              </a:ln>
              <a:solidFill>
                <a:srgbClr val="E7E6E6">
                  <a:lumMod val="25000"/>
                </a:srgbClr>
              </a:solidFill>
              <a:effectLst/>
              <a:uLnTx/>
              <a:uFillTx/>
              <a:latin typeface="G마켓 산스 TTF Bold" panose="02000000000000000000" pitchFamily="2" charset="-127"/>
              <a:ea typeface="G마켓 산스 TTF Bold" panose="02000000000000000000" pitchFamily="2" charset="-127"/>
              <a:cs typeface="+mn-cs"/>
            </a:endParaRPr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72CA7AF4-F7D3-D640-64F5-DF7C16B8D9E7}"/>
              </a:ext>
            </a:extLst>
          </p:cNvPr>
          <p:cNvSpPr/>
          <p:nvPr/>
        </p:nvSpPr>
        <p:spPr>
          <a:xfrm>
            <a:off x="9905999" y="4554994"/>
            <a:ext cx="1657350" cy="1657350"/>
          </a:xfrm>
          <a:prstGeom prst="ellipse">
            <a:avLst/>
          </a:prstGeom>
          <a:solidFill>
            <a:srgbClr val="006AA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-5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깔끔한</a:t>
            </a:r>
            <a:endParaRPr kumimoji="0" lang="en-US" altLang="ko-KR" sz="1800" b="0" i="0" u="none" strike="noStrike" kern="1200" cap="none" spc="-50" normalizeH="0" baseline="0" noProof="0">
              <a:ln>
                <a:solidFill>
                  <a:srgbClr val="FF0000">
                    <a:alpha val="0"/>
                  </a:srgbClr>
                </a:solidFill>
              </a:ln>
              <a:solidFill>
                <a:srgbClr val="FFFFFF"/>
              </a:solidFill>
              <a:effectLst/>
              <a:uLnTx/>
              <a:uFillTx/>
              <a:latin typeface="G마켓 산스 TTF Bold" panose="02000000000000000000" pitchFamily="2" charset="-127"/>
              <a:ea typeface="G마켓 산스 TTF Bold" panose="02000000000000000000" pitchFamily="2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-5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구조화</a:t>
            </a:r>
          </a:p>
        </p:txBody>
      </p: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FFC8F8E5-652D-96E8-E05F-C50AE3A264AF}"/>
              </a:ext>
            </a:extLst>
          </p:cNvPr>
          <p:cNvCxnSpPr>
            <a:cxnSpLocks/>
          </p:cNvCxnSpPr>
          <p:nvPr/>
        </p:nvCxnSpPr>
        <p:spPr>
          <a:xfrm>
            <a:off x="4173535" y="5383669"/>
            <a:ext cx="863600" cy="0"/>
          </a:xfrm>
          <a:prstGeom prst="straightConnector1">
            <a:avLst/>
          </a:prstGeom>
          <a:ln w="12700">
            <a:solidFill>
              <a:schemeClr val="bg2">
                <a:lumMod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07E4FA95-F70F-FD40-7DF7-C4153C34AD4E}"/>
              </a:ext>
            </a:extLst>
          </p:cNvPr>
          <p:cNvCxnSpPr>
            <a:cxnSpLocks/>
          </p:cNvCxnSpPr>
          <p:nvPr/>
        </p:nvCxnSpPr>
        <p:spPr>
          <a:xfrm>
            <a:off x="8812211" y="5383669"/>
            <a:ext cx="863600" cy="0"/>
          </a:xfrm>
          <a:prstGeom prst="straightConnector1">
            <a:avLst/>
          </a:prstGeom>
          <a:ln w="12700">
            <a:solidFill>
              <a:schemeClr val="bg2">
                <a:lumMod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AA80A1AF-B479-E009-104F-69B8D59D5BF4}"/>
              </a:ext>
            </a:extLst>
          </p:cNvPr>
          <p:cNvSpPr/>
          <p:nvPr/>
        </p:nvSpPr>
        <p:spPr>
          <a:xfrm>
            <a:off x="628649" y="3910523"/>
            <a:ext cx="10934702" cy="31854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※ </a:t>
            </a:r>
            <a:r>
              <a:rPr kumimoji="0" lang="ko-KR" altLang="en-US" sz="1200" b="0" i="0" u="none" strike="noStrike" kern="1200" cap="none" spc="0" normalizeH="0" baseline="0" noProof="0" err="1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깔삼하면서</a:t>
            </a:r>
            <a:r>
              <a:rPr kumimoji="0" lang="ko-KR" altLang="en-US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 </a:t>
            </a:r>
            <a:r>
              <a:rPr kumimoji="0" lang="ko-KR" altLang="en-US" sz="1200" b="0" i="0" u="none" strike="noStrike" kern="1200" cap="none" spc="0" normalizeH="0" baseline="0" noProof="0" err="1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나이스하면서</a:t>
            </a:r>
            <a:r>
              <a:rPr kumimoji="0" lang="ko-KR" altLang="en-US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 보는 사람이 좋아할만한 도식화 </a:t>
            </a:r>
            <a:r>
              <a:rPr kumimoji="0" lang="ko-KR" altLang="en-US" sz="1200" b="0" i="0" u="none" strike="noStrike" kern="1200" cap="none" spc="0" normalizeH="0" baseline="0" noProof="0" err="1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한사바리</a:t>
            </a:r>
            <a:endParaRPr kumimoji="0" lang="ko-KR" altLang="en-US" sz="1200" b="0" i="0" u="none" strike="noStrike" kern="1200" cap="none" spc="0" normalizeH="0" baseline="0" noProof="0">
              <a:ln>
                <a:solidFill>
                  <a:srgbClr val="4472C4">
                    <a:alpha val="0"/>
                  </a:srgbClr>
                </a:solidFill>
              </a:ln>
              <a:solidFill>
                <a:srgbClr val="E7E6E6">
                  <a:lumMod val="10000"/>
                </a:srgbClr>
              </a:solidFill>
              <a:effectLst/>
              <a:uLnTx/>
              <a:uFillTx/>
              <a:latin typeface="G마켓 산스 TTF Medium" panose="02000000000000000000" pitchFamily="2" charset="-127"/>
              <a:ea typeface="G마켓 산스 TTF Medium" panose="02000000000000000000" pitchFamily="2" charset="-127"/>
              <a:cs typeface="+mn-c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D6E3217-6E6B-01CA-F33F-A5CD5734CCF6}"/>
              </a:ext>
            </a:extLst>
          </p:cNvPr>
          <p:cNvSpPr txBox="1"/>
          <p:nvPr/>
        </p:nvSpPr>
        <p:spPr>
          <a:xfrm>
            <a:off x="2547802" y="2460119"/>
            <a:ext cx="800369" cy="246221"/>
          </a:xfrm>
          <a:prstGeom prst="rect">
            <a:avLst/>
          </a:prstGeom>
          <a:noFill/>
        </p:spPr>
        <p:txBody>
          <a:bodyPr wrap="none" lIns="90000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 err="1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3B3838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깔쌈하구나</a:t>
            </a:r>
            <a:endParaRPr kumimoji="0" lang="ko-KR" altLang="en-US" sz="1000" b="0" i="0" u="none" strike="noStrike" kern="1200" cap="none" spc="0" normalizeH="0" baseline="0" noProof="0">
              <a:ln>
                <a:solidFill>
                  <a:srgbClr val="FF0000">
                    <a:alpha val="0"/>
                  </a:srgbClr>
                </a:solidFill>
              </a:ln>
              <a:solidFill>
                <a:srgbClr val="3B3838"/>
              </a:solidFill>
              <a:effectLst/>
              <a:uLnTx/>
              <a:uFillTx/>
              <a:latin typeface="G마켓 산스 TTF Medium" panose="02000000000000000000" pitchFamily="2" charset="-127"/>
              <a:ea typeface="G마켓 산스 TTF Medium" panose="02000000000000000000" pitchFamily="2" charset="-127"/>
              <a:cs typeface="+mn-cs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DF7B8D2-926C-8AB8-8403-205D4DBF0832}"/>
              </a:ext>
            </a:extLst>
          </p:cNvPr>
          <p:cNvSpPr txBox="1"/>
          <p:nvPr/>
        </p:nvSpPr>
        <p:spPr>
          <a:xfrm>
            <a:off x="8843826" y="2460119"/>
            <a:ext cx="800369" cy="246221"/>
          </a:xfrm>
          <a:prstGeom prst="rect">
            <a:avLst/>
          </a:prstGeom>
          <a:noFill/>
        </p:spPr>
        <p:txBody>
          <a:bodyPr wrap="none" lIns="90000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 err="1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3B3838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깔쌈하구나</a:t>
            </a:r>
            <a:endParaRPr kumimoji="0" lang="ko-KR" altLang="en-US" sz="1000" b="0" i="0" u="none" strike="noStrike" kern="1200" cap="none" spc="0" normalizeH="0" baseline="0" noProof="0">
              <a:ln>
                <a:solidFill>
                  <a:srgbClr val="FF0000">
                    <a:alpha val="0"/>
                  </a:srgbClr>
                </a:solidFill>
              </a:ln>
              <a:solidFill>
                <a:srgbClr val="3B3838"/>
              </a:solidFill>
              <a:effectLst/>
              <a:uLnTx/>
              <a:uFillTx/>
              <a:latin typeface="G마켓 산스 TTF Medium" panose="02000000000000000000" pitchFamily="2" charset="-127"/>
              <a:ea typeface="G마켓 산스 TTF Medium" panose="02000000000000000000" pitchFamily="2" charset="-127"/>
              <a:cs typeface="+mn-cs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2001675-E0B6-A597-3BF4-C7B8E1E4565B}"/>
              </a:ext>
            </a:extLst>
          </p:cNvPr>
          <p:cNvSpPr txBox="1"/>
          <p:nvPr/>
        </p:nvSpPr>
        <p:spPr>
          <a:xfrm>
            <a:off x="4205151" y="5069969"/>
            <a:ext cx="800369" cy="246221"/>
          </a:xfrm>
          <a:prstGeom prst="rect">
            <a:avLst/>
          </a:prstGeom>
          <a:noFill/>
        </p:spPr>
        <p:txBody>
          <a:bodyPr wrap="none" lIns="90000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 err="1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3B3838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깔쌈하구나</a:t>
            </a:r>
            <a:endParaRPr kumimoji="0" lang="ko-KR" altLang="en-US" sz="1000" b="0" i="0" u="none" strike="noStrike" kern="1200" cap="none" spc="0" normalizeH="0" baseline="0" noProof="0">
              <a:ln>
                <a:solidFill>
                  <a:srgbClr val="FF0000">
                    <a:alpha val="0"/>
                  </a:srgbClr>
                </a:solidFill>
              </a:ln>
              <a:solidFill>
                <a:srgbClr val="3B3838"/>
              </a:solidFill>
              <a:effectLst/>
              <a:uLnTx/>
              <a:uFillTx/>
              <a:latin typeface="G마켓 산스 TTF Medium" panose="02000000000000000000" pitchFamily="2" charset="-127"/>
              <a:ea typeface="G마켓 산스 TTF Medium" panose="02000000000000000000" pitchFamily="2" charset="-127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DCE5141-4F47-8907-B122-DAFB43F39238}"/>
              </a:ext>
            </a:extLst>
          </p:cNvPr>
          <p:cNvSpPr txBox="1"/>
          <p:nvPr/>
        </p:nvSpPr>
        <p:spPr>
          <a:xfrm>
            <a:off x="8843827" y="5069969"/>
            <a:ext cx="800369" cy="246221"/>
          </a:xfrm>
          <a:prstGeom prst="rect">
            <a:avLst/>
          </a:prstGeom>
          <a:noFill/>
        </p:spPr>
        <p:txBody>
          <a:bodyPr wrap="none" lIns="90000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 err="1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3B3838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깔쌈하구나</a:t>
            </a:r>
            <a:endParaRPr kumimoji="0" lang="ko-KR" altLang="en-US" sz="1000" b="0" i="0" u="none" strike="noStrike" kern="1200" cap="none" spc="0" normalizeH="0" baseline="0" noProof="0">
              <a:ln>
                <a:solidFill>
                  <a:srgbClr val="FF0000">
                    <a:alpha val="0"/>
                  </a:srgbClr>
                </a:solidFill>
              </a:ln>
              <a:solidFill>
                <a:srgbClr val="3B3838"/>
              </a:solidFill>
              <a:effectLst/>
              <a:uLnTx/>
              <a:uFillTx/>
              <a:latin typeface="G마켓 산스 TTF Medium" panose="02000000000000000000" pitchFamily="2" charset="-127"/>
              <a:ea typeface="G마켓 산스 TTF Medium" panose="02000000000000000000" pitchFamily="2" charset="-127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EFBD50E-571F-09D2-F293-2F559BCE13E0}"/>
              </a:ext>
            </a:extLst>
          </p:cNvPr>
          <p:cNvSpPr txBox="1"/>
          <p:nvPr/>
        </p:nvSpPr>
        <p:spPr>
          <a:xfrm>
            <a:off x="546100" y="274320"/>
            <a:ext cx="1425540" cy="276999"/>
          </a:xfrm>
          <a:prstGeom prst="rect">
            <a:avLst/>
          </a:prstGeom>
          <a:noFill/>
        </p:spPr>
        <p:txBody>
          <a:bodyPr wrap="none" lIns="90000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019D6D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02. </a:t>
            </a:r>
            <a:r>
              <a:rPr kumimoji="0" lang="ko-KR" altLang="en-US" sz="1200" b="0" i="0" u="none" strike="noStrike" kern="1200" cap="none" spc="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019D6D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속도 </a:t>
            </a: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019D6D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&amp; </a:t>
            </a:r>
            <a:r>
              <a:rPr kumimoji="0" lang="ko-KR" altLang="en-US" sz="1200" b="0" i="0" u="none" strike="noStrike" kern="1200" cap="none" spc="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019D6D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도식화</a:t>
            </a:r>
          </a:p>
        </p:txBody>
      </p: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A8F38992-8E11-7801-4BBD-85B16A13794E}"/>
              </a:ext>
            </a:extLst>
          </p:cNvPr>
          <p:cNvGrpSpPr/>
          <p:nvPr/>
        </p:nvGrpSpPr>
        <p:grpSpPr>
          <a:xfrm>
            <a:off x="5372097" y="5005488"/>
            <a:ext cx="1447802" cy="786185"/>
            <a:chOff x="5372098" y="5023802"/>
            <a:chExt cx="1447802" cy="786185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CFB6536-80AF-A8B1-7A24-F1489753908A}"/>
                </a:ext>
              </a:extLst>
            </p:cNvPr>
            <p:cNvSpPr txBox="1"/>
            <p:nvPr/>
          </p:nvSpPr>
          <p:spPr>
            <a:xfrm>
              <a:off x="5622151" y="5023802"/>
              <a:ext cx="94769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600" b="0" i="0" u="none" strike="noStrike" kern="1200" cap="none" spc="-50" normalizeH="0" baseline="0" noProof="0">
                  <a:ln>
                    <a:solidFill>
                      <a:srgbClr val="FF0000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G마켓 산스 TTF Bold" panose="02000000000000000000" pitchFamily="2" charset="-127"/>
                  <a:ea typeface="G마켓 산스 TTF Bold" panose="02000000000000000000" pitchFamily="2" charset="-127"/>
                  <a:cs typeface="+mn-cs"/>
                </a:rPr>
                <a:t>제목공격</a:t>
              </a:r>
              <a:endParaRPr kumimoji="0" lang="ko-KR" altLang="en-US" sz="1600" b="0" i="0" u="none" strike="noStrike" kern="1200" cap="none" spc="-50" normalizeH="0" baseline="0" noProof="0" dirty="0" err="1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4BA6006D-AD26-282F-8530-7F49ECE67D56}"/>
                </a:ext>
              </a:extLst>
            </p:cNvPr>
            <p:cNvSpPr txBox="1"/>
            <p:nvPr/>
          </p:nvSpPr>
          <p:spPr>
            <a:xfrm>
              <a:off x="5372098" y="5329086"/>
              <a:ext cx="1447802" cy="480901"/>
            </a:xfrm>
            <a:prstGeom prst="rect">
              <a:avLst/>
            </a:prstGeom>
            <a:noFill/>
          </p:spPr>
          <p:txBody>
            <a:bodyPr wrap="square" lIns="90000" rtlCol="0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0" i="0" u="none" strike="noStrike" kern="1200" cap="none" spc="0" normalizeH="0" baseline="0" noProof="0">
                  <a:ln>
                    <a:solidFill>
                      <a:srgbClr val="FF0000">
                        <a:alpha val="0"/>
                      </a:srgbClr>
                    </a:solidFill>
                  </a:ln>
                  <a:solidFill>
                    <a:srgbClr val="E7E6E6">
                      <a:lumMod val="25000"/>
                    </a:srgbClr>
                  </a:solidFill>
                  <a:effectLst/>
                  <a:uLnTx/>
                  <a:uFillTx/>
                  <a:latin typeface="G마켓 산스 TTF Medium" panose="02000000000000000000" pitchFamily="2" charset="-127"/>
                  <a:ea typeface="G마켓 산스 TTF Medium" panose="02000000000000000000" pitchFamily="2" charset="-127"/>
                  <a:cs typeface="+mn-cs"/>
                </a:rPr>
                <a:t>보조메시지를 깔쌈하게</a:t>
              </a:r>
              <a:endParaRPr kumimoji="0" lang="en-US" altLang="ko-KR" sz="1000" b="0" i="0" u="none" strike="noStrike" kern="1200" cap="none" spc="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endParaRPr>
            </a:p>
            <a:p>
              <a:pPr marL="0" marR="0" lvl="0" indent="0" algn="ctr" defTabSz="914400" rtl="0" eaLnBrk="1" fontAlgn="auto" latinLnBrk="1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0" i="0" u="none" strike="noStrike" kern="1200" cap="none" spc="0" normalizeH="0" baseline="0" noProof="0">
                  <a:ln>
                    <a:solidFill>
                      <a:srgbClr val="FF0000">
                        <a:alpha val="0"/>
                      </a:srgbClr>
                    </a:solidFill>
                  </a:ln>
                  <a:solidFill>
                    <a:srgbClr val="E7E6E6">
                      <a:lumMod val="25000"/>
                    </a:srgbClr>
                  </a:solidFill>
                  <a:effectLst/>
                  <a:uLnTx/>
                  <a:uFillTx/>
                  <a:latin typeface="G마켓 산스 TTF Medium" panose="02000000000000000000" pitchFamily="2" charset="-127"/>
                  <a:ea typeface="G마켓 산스 TTF Medium" panose="02000000000000000000" pitchFamily="2" charset="-127"/>
                  <a:cs typeface="+mn-cs"/>
                </a:rPr>
                <a:t>넣어줘도 되는 부분</a:t>
              </a:r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C78A588E-A82C-3E9E-75F0-A5BFDA1D5406}"/>
              </a:ext>
            </a:extLst>
          </p:cNvPr>
          <p:cNvSpPr txBox="1"/>
          <p:nvPr/>
        </p:nvSpPr>
        <p:spPr>
          <a:xfrm>
            <a:off x="7279500" y="5005488"/>
            <a:ext cx="94769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-5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제목공격</a:t>
            </a:r>
            <a:endParaRPr kumimoji="0" lang="ko-KR" altLang="en-US" sz="1600" b="0" i="0" u="none" strike="noStrike" kern="1200" cap="none" spc="-50" normalizeH="0" baseline="0" noProof="0" dirty="0" err="1">
              <a:ln>
                <a:solidFill>
                  <a:srgbClr val="FF0000">
                    <a:alpha val="0"/>
                  </a:srgb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G마켓 산스 TTF Bold" panose="02000000000000000000" pitchFamily="2" charset="-127"/>
              <a:ea typeface="G마켓 산스 TTF Bold" panose="02000000000000000000" pitchFamily="2" charset="-127"/>
              <a:cs typeface="+mn-cs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7FBF299-3321-49DE-E10D-A8C121BBD78F}"/>
              </a:ext>
            </a:extLst>
          </p:cNvPr>
          <p:cNvSpPr txBox="1"/>
          <p:nvPr/>
        </p:nvSpPr>
        <p:spPr>
          <a:xfrm>
            <a:off x="7029447" y="5310772"/>
            <a:ext cx="1447802" cy="480901"/>
          </a:xfrm>
          <a:prstGeom prst="rect">
            <a:avLst/>
          </a:prstGeom>
          <a:noFill/>
        </p:spPr>
        <p:txBody>
          <a:bodyPr wrap="square" lIns="90000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보조메시지를 깔쌈하게</a:t>
            </a:r>
            <a:endParaRPr kumimoji="0" lang="en-US" altLang="ko-KR" sz="1000" b="0" i="0" u="none" strike="noStrike" kern="1200" cap="none" spc="0" normalizeH="0" baseline="0" noProof="0">
              <a:ln>
                <a:solidFill>
                  <a:srgbClr val="FF0000">
                    <a:alpha val="0"/>
                  </a:srgbClr>
                </a:solidFill>
              </a:ln>
              <a:solidFill>
                <a:srgbClr val="E7E6E6">
                  <a:lumMod val="25000"/>
                </a:srgbClr>
              </a:solidFill>
              <a:effectLst/>
              <a:uLnTx/>
              <a:uFillTx/>
              <a:latin typeface="G마켓 산스 TTF Medium" panose="02000000000000000000" pitchFamily="2" charset="-127"/>
              <a:ea typeface="G마켓 산스 TTF Medium" panose="02000000000000000000" pitchFamily="2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넣어줘도 되는 부분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3B0E72FF-FE4D-A1FA-B965-B8278AEEA6CC}"/>
              </a:ext>
            </a:extLst>
          </p:cNvPr>
          <p:cNvSpPr/>
          <p:nvPr/>
        </p:nvSpPr>
        <p:spPr>
          <a:xfrm>
            <a:off x="6026726" y="4875703"/>
            <a:ext cx="138545" cy="41563"/>
          </a:xfrm>
          <a:prstGeom prst="rect">
            <a:avLst/>
          </a:prstGeom>
          <a:solidFill>
            <a:srgbClr val="006AA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6E98E8F7-6F1C-362D-4933-8F8B7337B058}"/>
              </a:ext>
            </a:extLst>
          </p:cNvPr>
          <p:cNvSpPr/>
          <p:nvPr/>
        </p:nvSpPr>
        <p:spPr>
          <a:xfrm>
            <a:off x="7680266" y="4875703"/>
            <a:ext cx="138545" cy="41563"/>
          </a:xfrm>
          <a:prstGeom prst="rect">
            <a:avLst/>
          </a:prstGeom>
          <a:solidFill>
            <a:srgbClr val="006AA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2" name="그림 1" descr="클립아트, 만화 영화, 상징이(가) 표시된 사진&#10;&#10;자동 생성된 설명">
            <a:extLst>
              <a:ext uri="{FF2B5EF4-FFF2-40B4-BE49-F238E27FC236}">
                <a16:creationId xmlns:a16="http://schemas.microsoft.com/office/drawing/2014/main" id="{30C8F818-AC8F-ACE2-F485-21481C0E88AA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09532" y="339853"/>
            <a:ext cx="453817" cy="453817"/>
          </a:xfrm>
          <a:prstGeom prst="rect">
            <a:avLst/>
          </a:prstGeom>
        </p:spPr>
      </p:pic>
      <p:sp>
        <p:nvSpPr>
          <p:cNvPr id="7" name="타원 6">
            <a:extLst>
              <a:ext uri="{FF2B5EF4-FFF2-40B4-BE49-F238E27FC236}">
                <a16:creationId xmlns:a16="http://schemas.microsoft.com/office/drawing/2014/main" id="{A82F4412-73DB-39D3-601D-7001BFAED5DE}"/>
              </a:ext>
            </a:extLst>
          </p:cNvPr>
          <p:cNvSpPr/>
          <p:nvPr/>
        </p:nvSpPr>
        <p:spPr>
          <a:xfrm>
            <a:off x="9923901" y="490495"/>
            <a:ext cx="276999" cy="276999"/>
          </a:xfrm>
          <a:prstGeom prst="ellipse">
            <a:avLst/>
          </a:prstGeom>
          <a:solidFill>
            <a:srgbClr val="29AAE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0" i="0" u="none" strike="noStrike" kern="1200" cap="none" spc="0" normalizeH="0" baseline="0" noProof="0">
              <a:ln>
                <a:solidFill>
                  <a:srgbClr val="E7E6E6">
                    <a:alpha val="0"/>
                  </a:srgbClr>
                </a:solidFill>
              </a:ln>
              <a:solidFill>
                <a:prstClr val="white"/>
              </a:solidFill>
              <a:effectLst/>
              <a:uLnTx/>
              <a:uFillTx/>
              <a:latin typeface="페이퍼로지 8 ExtraBold" pitchFamily="2" charset="-127"/>
              <a:ea typeface="페이퍼로지 8 ExtraBold" pitchFamily="2" charset="-127"/>
              <a:cs typeface="+mn-cs"/>
            </a:endParaRPr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EB900479-079F-3F0A-4842-C4B51B1A4878}"/>
              </a:ext>
            </a:extLst>
          </p:cNvPr>
          <p:cNvSpPr/>
          <p:nvPr/>
        </p:nvSpPr>
        <p:spPr>
          <a:xfrm>
            <a:off x="10271485" y="490495"/>
            <a:ext cx="276999" cy="276999"/>
          </a:xfrm>
          <a:prstGeom prst="ellipse">
            <a:avLst/>
          </a:prstGeom>
          <a:solidFill>
            <a:srgbClr val="006AA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-50" normalizeH="0" baseline="0" noProof="0">
              <a:ln>
                <a:solidFill>
                  <a:srgbClr val="FF0000">
                    <a:alpha val="0"/>
                  </a:srgbClr>
                </a:solidFill>
              </a:ln>
              <a:solidFill>
                <a:srgbClr val="FFFFFF"/>
              </a:solidFill>
              <a:effectLst/>
              <a:uLnTx/>
              <a:uFillTx/>
              <a:latin typeface="G마켓 산스 TTF Bold" panose="02000000000000000000" pitchFamily="2" charset="-127"/>
              <a:ea typeface="G마켓 산스 TTF Bold" panose="02000000000000000000" pitchFamily="2" charset="-127"/>
              <a:cs typeface="+mn-cs"/>
            </a:endParaRPr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F8D8EF24-FC2A-A3C8-6718-97D1CB203ABD}"/>
              </a:ext>
            </a:extLst>
          </p:cNvPr>
          <p:cNvSpPr/>
          <p:nvPr/>
        </p:nvSpPr>
        <p:spPr>
          <a:xfrm>
            <a:off x="10619069" y="490495"/>
            <a:ext cx="276999" cy="276999"/>
          </a:xfrm>
          <a:prstGeom prst="ellipse">
            <a:avLst/>
          </a:prstGeom>
          <a:solidFill>
            <a:srgbClr val="19305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-50" normalizeH="0" baseline="0" noProof="0">
              <a:ln>
                <a:solidFill>
                  <a:srgbClr val="FF0000">
                    <a:alpha val="0"/>
                  </a:srgbClr>
                </a:solidFill>
              </a:ln>
              <a:solidFill>
                <a:srgbClr val="FFFFFF"/>
              </a:solidFill>
              <a:effectLst/>
              <a:uLnTx/>
              <a:uFillTx/>
              <a:latin typeface="G마켓 산스 TTF Bold" panose="02000000000000000000" pitchFamily="2" charset="-127"/>
              <a:ea typeface="G마켓 산스 TTF Bold" panose="02000000000000000000" pitchFamily="2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11126134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>
        <p159:morph option="byChar"/>
      </p:transition>
    </mc:Choice>
    <mc:Fallback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BE60B6-A657-88EE-FA07-7B63EF6F6F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0C127D7A-D024-4C06-D5CF-2DD6499E877A}"/>
              </a:ext>
            </a:extLst>
          </p:cNvPr>
          <p:cNvCxnSpPr>
            <a:cxnSpLocks/>
          </p:cNvCxnSpPr>
          <p:nvPr/>
        </p:nvCxnSpPr>
        <p:spPr>
          <a:xfrm>
            <a:off x="628650" y="914400"/>
            <a:ext cx="10934700" cy="0"/>
          </a:xfrm>
          <a:prstGeom prst="line">
            <a:avLst/>
          </a:prstGeom>
          <a:ln w="19050">
            <a:solidFill>
              <a:srgbClr val="FA650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F02A5E9F-6E9D-9A4F-769A-A1CC11ED4BE9}"/>
              </a:ext>
            </a:extLst>
          </p:cNvPr>
          <p:cNvSpPr txBox="1"/>
          <p:nvPr/>
        </p:nvSpPr>
        <p:spPr>
          <a:xfrm>
            <a:off x="628649" y="513219"/>
            <a:ext cx="5724526" cy="369332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-5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기본 도형으로 </a:t>
            </a:r>
            <a:r>
              <a:rPr kumimoji="0" lang="ko-KR" altLang="en-US" sz="1800" b="0" i="0" u="none" strike="noStrike" kern="1200" cap="none" spc="-5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FA6502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깔쌈한 구조화 만들어보자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05371E8-DBEF-9038-6DEC-A31616965F92}"/>
              </a:ext>
            </a:extLst>
          </p:cNvPr>
          <p:cNvSpPr/>
          <p:nvPr/>
        </p:nvSpPr>
        <p:spPr>
          <a:xfrm>
            <a:off x="628649" y="1282780"/>
            <a:ext cx="10934702" cy="31854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※ </a:t>
            </a:r>
            <a:r>
              <a:rPr kumimoji="0" lang="ko-KR" altLang="en-US" sz="1200" b="0" i="0" u="none" strike="noStrike" kern="1200" cap="none" spc="0" normalizeH="0" baseline="0" noProof="0" err="1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깔삼하면서</a:t>
            </a:r>
            <a:r>
              <a:rPr kumimoji="0" lang="ko-KR" altLang="en-US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 </a:t>
            </a:r>
            <a:r>
              <a:rPr kumimoji="0" lang="ko-KR" altLang="en-US" sz="1200" b="0" i="0" u="none" strike="noStrike" kern="1200" cap="none" spc="0" normalizeH="0" baseline="0" noProof="0" err="1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나이스하면서</a:t>
            </a:r>
            <a:r>
              <a:rPr kumimoji="0" lang="ko-KR" altLang="en-US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 보는 사람이 좋아할만한 도식화 </a:t>
            </a:r>
            <a:r>
              <a:rPr kumimoji="0" lang="ko-KR" altLang="en-US" sz="1200" b="0" i="0" u="none" strike="noStrike" kern="1200" cap="none" spc="0" normalizeH="0" baseline="0" noProof="0" err="1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한사바리</a:t>
            </a:r>
            <a:endParaRPr kumimoji="0" lang="ko-KR" altLang="en-US" sz="1200" b="0" i="0" u="none" strike="noStrike" kern="1200" cap="none" spc="0" normalizeH="0" baseline="0" noProof="0">
              <a:ln>
                <a:solidFill>
                  <a:srgbClr val="4472C4">
                    <a:alpha val="0"/>
                  </a:srgbClr>
                </a:solidFill>
              </a:ln>
              <a:solidFill>
                <a:srgbClr val="E7E6E6">
                  <a:lumMod val="10000"/>
                </a:srgbClr>
              </a:solidFill>
              <a:effectLst/>
              <a:uLnTx/>
              <a:uFillTx/>
              <a:latin typeface="G마켓 산스 TTF Medium" panose="02000000000000000000" pitchFamily="2" charset="-127"/>
              <a:ea typeface="G마켓 산스 TTF Medium" panose="02000000000000000000" pitchFamily="2" charset="-127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EFBD50E-571F-09D2-F293-2F559BCE13E0}"/>
              </a:ext>
            </a:extLst>
          </p:cNvPr>
          <p:cNvSpPr txBox="1"/>
          <p:nvPr/>
        </p:nvSpPr>
        <p:spPr>
          <a:xfrm>
            <a:off x="546100" y="274320"/>
            <a:ext cx="1425540" cy="276999"/>
          </a:xfrm>
          <a:prstGeom prst="rect">
            <a:avLst/>
          </a:prstGeom>
          <a:noFill/>
        </p:spPr>
        <p:txBody>
          <a:bodyPr wrap="none" lIns="90000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019D6D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02. </a:t>
            </a:r>
            <a:r>
              <a:rPr kumimoji="0" lang="ko-KR" altLang="en-US" sz="1200" b="0" i="0" u="none" strike="noStrike" kern="1200" cap="none" spc="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019D6D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속도 </a:t>
            </a: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019D6D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&amp; </a:t>
            </a:r>
            <a:r>
              <a:rPr kumimoji="0" lang="ko-KR" altLang="en-US" sz="1200" b="0" i="0" u="none" strike="noStrike" kern="1200" cap="none" spc="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019D6D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도식화</a:t>
            </a:r>
          </a:p>
        </p:txBody>
      </p:sp>
      <p:pic>
        <p:nvPicPr>
          <p:cNvPr id="2" name="그림 1" descr="클립아트, 만화 영화, 상징이(가) 표시된 사진&#10;&#10;자동 생성된 설명">
            <a:extLst>
              <a:ext uri="{FF2B5EF4-FFF2-40B4-BE49-F238E27FC236}">
                <a16:creationId xmlns:a16="http://schemas.microsoft.com/office/drawing/2014/main" id="{30C8F818-AC8F-ACE2-F485-21481C0E88AA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09532" y="339853"/>
            <a:ext cx="453817" cy="453817"/>
          </a:xfrm>
          <a:prstGeom prst="rect">
            <a:avLst/>
          </a:prstGeom>
        </p:spPr>
      </p:pic>
      <p:sp>
        <p:nvSpPr>
          <p:cNvPr id="7" name="타원 6">
            <a:extLst>
              <a:ext uri="{FF2B5EF4-FFF2-40B4-BE49-F238E27FC236}">
                <a16:creationId xmlns:a16="http://schemas.microsoft.com/office/drawing/2014/main" id="{A82F4412-73DB-39D3-601D-7001BFAED5DE}"/>
              </a:ext>
            </a:extLst>
          </p:cNvPr>
          <p:cNvSpPr/>
          <p:nvPr/>
        </p:nvSpPr>
        <p:spPr>
          <a:xfrm>
            <a:off x="9923901" y="490495"/>
            <a:ext cx="276999" cy="276999"/>
          </a:xfrm>
          <a:prstGeom prst="ellipse">
            <a:avLst/>
          </a:prstGeom>
          <a:solidFill>
            <a:srgbClr val="29AAE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0" i="0" u="none" strike="noStrike" kern="1200" cap="none" spc="0" normalizeH="0" baseline="0" noProof="0">
              <a:ln>
                <a:solidFill>
                  <a:srgbClr val="E7E6E6">
                    <a:alpha val="0"/>
                  </a:srgbClr>
                </a:solidFill>
              </a:ln>
              <a:solidFill>
                <a:prstClr val="white"/>
              </a:solidFill>
              <a:effectLst/>
              <a:uLnTx/>
              <a:uFillTx/>
              <a:latin typeface="페이퍼로지 8 ExtraBold" pitchFamily="2" charset="-127"/>
              <a:ea typeface="페이퍼로지 8 ExtraBold" pitchFamily="2" charset="-127"/>
              <a:cs typeface="+mn-cs"/>
            </a:endParaRPr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EB900479-079F-3F0A-4842-C4B51B1A4878}"/>
              </a:ext>
            </a:extLst>
          </p:cNvPr>
          <p:cNvSpPr/>
          <p:nvPr/>
        </p:nvSpPr>
        <p:spPr>
          <a:xfrm>
            <a:off x="10271485" y="490495"/>
            <a:ext cx="276999" cy="276999"/>
          </a:xfrm>
          <a:prstGeom prst="ellipse">
            <a:avLst/>
          </a:prstGeom>
          <a:solidFill>
            <a:srgbClr val="006AA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-50" normalizeH="0" baseline="0" noProof="0">
              <a:ln>
                <a:solidFill>
                  <a:srgbClr val="FF0000">
                    <a:alpha val="0"/>
                  </a:srgbClr>
                </a:solidFill>
              </a:ln>
              <a:solidFill>
                <a:srgbClr val="FFFFFF"/>
              </a:solidFill>
              <a:effectLst/>
              <a:uLnTx/>
              <a:uFillTx/>
              <a:latin typeface="G마켓 산스 TTF Bold" panose="02000000000000000000" pitchFamily="2" charset="-127"/>
              <a:ea typeface="G마켓 산스 TTF Bold" panose="02000000000000000000" pitchFamily="2" charset="-127"/>
              <a:cs typeface="+mn-cs"/>
            </a:endParaRPr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F8D8EF24-FC2A-A3C8-6718-97D1CB203ABD}"/>
              </a:ext>
            </a:extLst>
          </p:cNvPr>
          <p:cNvSpPr/>
          <p:nvPr/>
        </p:nvSpPr>
        <p:spPr>
          <a:xfrm>
            <a:off x="10619069" y="490495"/>
            <a:ext cx="276999" cy="276999"/>
          </a:xfrm>
          <a:prstGeom prst="ellipse">
            <a:avLst/>
          </a:prstGeom>
          <a:solidFill>
            <a:srgbClr val="19305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-50" normalizeH="0" baseline="0" noProof="0">
              <a:ln>
                <a:solidFill>
                  <a:srgbClr val="FF0000">
                    <a:alpha val="0"/>
                  </a:srgbClr>
                </a:solidFill>
              </a:ln>
              <a:solidFill>
                <a:srgbClr val="FFFFFF"/>
              </a:solidFill>
              <a:effectLst/>
              <a:uLnTx/>
              <a:uFillTx/>
              <a:latin typeface="G마켓 산스 TTF Bold" panose="02000000000000000000" pitchFamily="2" charset="-127"/>
              <a:ea typeface="G마켓 산스 TTF Bold" panose="02000000000000000000" pitchFamily="2" charset="-127"/>
              <a:cs typeface="+mn-cs"/>
            </a:endParaRPr>
          </a:p>
        </p:txBody>
      </p:sp>
      <p:sp>
        <p:nvSpPr>
          <p:cNvPr id="22" name="타원 21"/>
          <p:cNvSpPr/>
          <p:nvPr/>
        </p:nvSpPr>
        <p:spPr>
          <a:xfrm>
            <a:off x="628649" y="2082934"/>
            <a:ext cx="1667079" cy="1667079"/>
          </a:xfrm>
          <a:prstGeom prst="ellipse">
            <a:avLst/>
          </a:prstGeom>
          <a:solidFill>
            <a:schemeClr val="bg2">
              <a:lumMod val="90000"/>
            </a:schemeClr>
          </a:solidFill>
          <a:ln w="1905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>
              <a:lnSpc>
                <a:spcPct val="114000"/>
              </a:lnSpc>
            </a:pPr>
            <a:r>
              <a:rPr lang="ko-KR" altLang="en-US" sz="1600" spc="-50" dirty="0" err="1" smtClean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잔바리</a:t>
            </a:r>
            <a:endParaRPr lang="ko-KR" altLang="en-US" sz="1600" spc="-50" dirty="0">
              <a:ln>
                <a:solidFill>
                  <a:srgbClr val="FF0000">
                    <a:alpha val="0"/>
                  </a:srgbClr>
                </a:solidFill>
              </a:ln>
              <a:solidFill>
                <a:srgbClr val="E7E6E6">
                  <a:lumMod val="25000"/>
                </a:srgbClr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41" name="타원 40"/>
          <p:cNvSpPr/>
          <p:nvPr/>
        </p:nvSpPr>
        <p:spPr>
          <a:xfrm>
            <a:off x="3595382" y="2082934"/>
            <a:ext cx="1667079" cy="1667079"/>
          </a:xfrm>
          <a:prstGeom prst="ellipse">
            <a:avLst/>
          </a:prstGeom>
          <a:ln w="19050">
            <a:solidFill>
              <a:srgbClr val="FA650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ko-KR" altLang="en-US" spc="-50" dirty="0" smtClean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정렬</a:t>
            </a:r>
            <a:endParaRPr lang="ko-KR" altLang="en-US" spc="-50" dirty="0">
              <a:ln>
                <a:solidFill>
                  <a:srgbClr val="FF0000">
                    <a:alpha val="0"/>
                  </a:srgb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sp>
        <p:nvSpPr>
          <p:cNvPr id="42" name="타원 41"/>
          <p:cNvSpPr/>
          <p:nvPr/>
        </p:nvSpPr>
        <p:spPr>
          <a:xfrm>
            <a:off x="5262461" y="2082934"/>
            <a:ext cx="1667079" cy="1667079"/>
          </a:xfrm>
          <a:prstGeom prst="ellipse">
            <a:avLst/>
          </a:prstGeom>
          <a:ln w="19050">
            <a:solidFill>
              <a:srgbClr val="FA650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ko-KR" altLang="en-US" spc="-50" dirty="0" smtClean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그룹화</a:t>
            </a:r>
            <a:endParaRPr lang="ko-KR" altLang="en-US" spc="-50" dirty="0">
              <a:ln>
                <a:solidFill>
                  <a:srgbClr val="FF0000">
                    <a:alpha val="0"/>
                  </a:srgb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sp>
        <p:nvSpPr>
          <p:cNvPr id="43" name="타원 42"/>
          <p:cNvSpPr/>
          <p:nvPr/>
        </p:nvSpPr>
        <p:spPr>
          <a:xfrm>
            <a:off x="6929540" y="2082934"/>
            <a:ext cx="1667079" cy="1667079"/>
          </a:xfrm>
          <a:prstGeom prst="ellipse">
            <a:avLst/>
          </a:prstGeom>
          <a:ln w="19050">
            <a:solidFill>
              <a:srgbClr val="FA650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ko-KR" altLang="en-US" spc="-50" dirty="0" err="1" smtClean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컨쉬</a:t>
            </a:r>
            <a:r>
              <a:rPr lang="en-US" altLang="ko-KR" spc="-50" dirty="0" smtClean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/>
            </a:r>
            <a:br>
              <a:rPr lang="en-US" altLang="ko-KR" spc="-50" dirty="0" smtClean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</a:br>
            <a:r>
              <a:rPr lang="ko-KR" altLang="en-US" spc="-50" dirty="0" smtClean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드래그</a:t>
            </a:r>
            <a:endParaRPr lang="ko-KR" altLang="en-US" spc="-50" dirty="0">
              <a:ln>
                <a:solidFill>
                  <a:srgbClr val="FF0000">
                    <a:alpha val="0"/>
                  </a:srgb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sp>
        <p:nvSpPr>
          <p:cNvPr id="44" name="타원 43"/>
          <p:cNvSpPr/>
          <p:nvPr/>
        </p:nvSpPr>
        <p:spPr>
          <a:xfrm>
            <a:off x="9896272" y="2082934"/>
            <a:ext cx="1667079" cy="1667079"/>
          </a:xfrm>
          <a:prstGeom prst="ellipse">
            <a:avLst/>
          </a:prstGeom>
          <a:solidFill>
            <a:srgbClr val="FA65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pc="-50" dirty="0" err="1" smtClean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FFFFFF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ㅁㄴㅇㅁㄴㄻㄴ</a:t>
            </a:r>
            <a:endParaRPr lang="ko-KR" altLang="en-US" spc="-50" dirty="0">
              <a:ln>
                <a:solidFill>
                  <a:srgbClr val="FF0000">
                    <a:alpha val="0"/>
                  </a:srgbClr>
                </a:solidFill>
              </a:ln>
              <a:solidFill>
                <a:srgbClr val="FFFFFF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cxnSp>
        <p:nvCxnSpPr>
          <p:cNvPr id="32" name="직선 화살표 연결선 31"/>
          <p:cNvCxnSpPr/>
          <p:nvPr/>
        </p:nvCxnSpPr>
        <p:spPr>
          <a:xfrm>
            <a:off x="2434853" y="2916473"/>
            <a:ext cx="102140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직선 화살표 연결선 50"/>
          <p:cNvCxnSpPr/>
          <p:nvPr/>
        </p:nvCxnSpPr>
        <p:spPr>
          <a:xfrm>
            <a:off x="8735744" y="2916473"/>
            <a:ext cx="102140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4" name="그룹 33"/>
          <p:cNvGrpSpPr/>
          <p:nvPr/>
        </p:nvGrpSpPr>
        <p:grpSpPr>
          <a:xfrm>
            <a:off x="628649" y="4471465"/>
            <a:ext cx="3334158" cy="1667079"/>
            <a:chOff x="628649" y="4231618"/>
            <a:chExt cx="3334158" cy="1667079"/>
          </a:xfrm>
        </p:grpSpPr>
        <p:sp>
          <p:nvSpPr>
            <p:cNvPr id="52" name="타원 51"/>
            <p:cNvSpPr/>
            <p:nvPr/>
          </p:nvSpPr>
          <p:spPr>
            <a:xfrm>
              <a:off x="628649" y="4231618"/>
              <a:ext cx="1667079" cy="1667079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 w="19050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>
                <a:lnSpc>
                  <a:spcPct val="114000"/>
                </a:lnSpc>
              </a:pPr>
              <a:endParaRPr lang="ko-KR" altLang="en-US" sz="1600" spc="-5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54" name="타원 53"/>
            <p:cNvSpPr/>
            <p:nvPr/>
          </p:nvSpPr>
          <p:spPr>
            <a:xfrm>
              <a:off x="2295728" y="4231618"/>
              <a:ext cx="1667079" cy="1667079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 w="19050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>
                <a:lnSpc>
                  <a:spcPct val="114000"/>
                </a:lnSpc>
              </a:pPr>
              <a:endParaRPr lang="ko-KR" altLang="en-US" sz="1600" spc="-5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</p:grpSp>
      <p:grpSp>
        <p:nvGrpSpPr>
          <p:cNvPr id="35" name="그룹 34"/>
          <p:cNvGrpSpPr/>
          <p:nvPr/>
        </p:nvGrpSpPr>
        <p:grpSpPr>
          <a:xfrm>
            <a:off x="5262461" y="4471465"/>
            <a:ext cx="3334158" cy="1667079"/>
            <a:chOff x="5262461" y="4231618"/>
            <a:chExt cx="3334158" cy="1667079"/>
          </a:xfrm>
        </p:grpSpPr>
        <p:sp>
          <p:nvSpPr>
            <p:cNvPr id="55" name="타원 54"/>
            <p:cNvSpPr/>
            <p:nvPr/>
          </p:nvSpPr>
          <p:spPr>
            <a:xfrm>
              <a:off x="5262461" y="4231618"/>
              <a:ext cx="1667079" cy="1667079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 w="19050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>
                <a:lnSpc>
                  <a:spcPct val="114000"/>
                </a:lnSpc>
              </a:pPr>
              <a:endParaRPr lang="ko-KR" altLang="en-US" sz="1600" spc="-5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56" name="타원 55"/>
            <p:cNvSpPr/>
            <p:nvPr/>
          </p:nvSpPr>
          <p:spPr>
            <a:xfrm>
              <a:off x="6929540" y="4231618"/>
              <a:ext cx="1667079" cy="1667079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 w="19050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>
                <a:lnSpc>
                  <a:spcPct val="114000"/>
                </a:lnSpc>
              </a:pPr>
              <a:endParaRPr lang="ko-KR" altLang="en-US" sz="1600" spc="-5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</p:grpSp>
      <p:sp>
        <p:nvSpPr>
          <p:cNvPr id="57" name="타원 56"/>
          <p:cNvSpPr/>
          <p:nvPr/>
        </p:nvSpPr>
        <p:spPr>
          <a:xfrm>
            <a:off x="9896272" y="4471465"/>
            <a:ext cx="1667079" cy="1667079"/>
          </a:xfrm>
          <a:prstGeom prst="ellipse">
            <a:avLst/>
          </a:prstGeom>
          <a:solidFill>
            <a:schemeClr val="bg2">
              <a:lumMod val="90000"/>
            </a:schemeClr>
          </a:solidFill>
          <a:ln w="1905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>
              <a:lnSpc>
                <a:spcPct val="114000"/>
              </a:lnSpc>
            </a:pPr>
            <a:endParaRPr lang="ko-KR" altLang="en-US" sz="1600" spc="-50">
              <a:ln>
                <a:solidFill>
                  <a:srgbClr val="FF0000">
                    <a:alpha val="0"/>
                  </a:srgbClr>
                </a:solidFill>
              </a:ln>
              <a:solidFill>
                <a:srgbClr val="E7E6E6">
                  <a:lumMod val="25000"/>
                </a:srgbClr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cxnSp>
        <p:nvCxnSpPr>
          <p:cNvPr id="60" name="직선 화살표 연결선 59"/>
          <p:cNvCxnSpPr/>
          <p:nvPr/>
        </p:nvCxnSpPr>
        <p:spPr>
          <a:xfrm>
            <a:off x="4101932" y="5305004"/>
            <a:ext cx="102140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화살표 연결선 60"/>
          <p:cNvCxnSpPr/>
          <p:nvPr/>
        </p:nvCxnSpPr>
        <p:spPr>
          <a:xfrm>
            <a:off x="8735744" y="5305004"/>
            <a:ext cx="102140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8544413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>
        <p159:morph option="byChar"/>
      </p:transition>
    </mc:Choice>
    <mc:Fallback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7DB6BC-D591-9880-2A7C-BEE6F9E31A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5628EFE0-7FD4-D0FE-EED3-9032BFF5595C}"/>
              </a:ext>
            </a:extLst>
          </p:cNvPr>
          <p:cNvCxnSpPr>
            <a:cxnSpLocks/>
          </p:cNvCxnSpPr>
          <p:nvPr/>
        </p:nvCxnSpPr>
        <p:spPr>
          <a:xfrm>
            <a:off x="628650" y="914400"/>
            <a:ext cx="10934700" cy="0"/>
          </a:xfrm>
          <a:prstGeom prst="line">
            <a:avLst/>
          </a:prstGeom>
          <a:ln w="19050">
            <a:solidFill>
              <a:srgbClr val="3A5D5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01FEC01B-6A18-4F41-7877-47075DD46F8C}"/>
              </a:ext>
            </a:extLst>
          </p:cNvPr>
          <p:cNvSpPr txBox="1"/>
          <p:nvPr/>
        </p:nvSpPr>
        <p:spPr>
          <a:xfrm>
            <a:off x="628649" y="513219"/>
            <a:ext cx="5724526" cy="369332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-5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기본 도형으로 </a:t>
            </a:r>
            <a:r>
              <a:rPr kumimoji="0" lang="ko-KR" altLang="en-US" sz="1800" b="0" i="0" u="none" strike="noStrike" kern="1200" cap="none" spc="-5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3A5D51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깔쌈한 구조화 만들어보자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3538362B-BA3F-E122-15AB-3BDDE1855ED6}"/>
              </a:ext>
            </a:extLst>
          </p:cNvPr>
          <p:cNvSpPr/>
          <p:nvPr/>
        </p:nvSpPr>
        <p:spPr>
          <a:xfrm>
            <a:off x="628649" y="1035130"/>
            <a:ext cx="10934702" cy="31854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※ </a:t>
            </a:r>
            <a:r>
              <a:rPr kumimoji="0" lang="ko-KR" altLang="en-US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도형 </a:t>
            </a: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- </a:t>
            </a:r>
            <a:r>
              <a:rPr kumimoji="0" lang="ko-KR" altLang="en-US" sz="1200" b="0" i="0" u="none" strike="noStrike" kern="1200" cap="none" spc="0" normalizeH="0" baseline="0" noProof="0" err="1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블록화살표</a:t>
            </a:r>
            <a:r>
              <a:rPr kumimoji="0" lang="ko-KR" altLang="en-US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 </a:t>
            </a: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- </a:t>
            </a:r>
            <a:r>
              <a:rPr kumimoji="0" lang="ko-KR" altLang="en-US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갈매기형 수장 </a:t>
            </a: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/ </a:t>
            </a:r>
            <a:r>
              <a:rPr kumimoji="0" lang="ko-KR" altLang="en-US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말머리 활용 </a:t>
            </a: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/ </a:t>
            </a:r>
            <a:r>
              <a:rPr kumimoji="0" lang="ko-KR" altLang="en-US" sz="1200" b="0" i="0" u="none" strike="noStrike" kern="1200" cap="none" spc="0" normalizeH="0" baseline="0" noProof="0" err="1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컨</a:t>
            </a: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+</a:t>
            </a:r>
            <a:r>
              <a:rPr kumimoji="0" lang="ko-KR" altLang="en-US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쉬</a:t>
            </a: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+</a:t>
            </a:r>
            <a:r>
              <a:rPr kumimoji="0" lang="ko-KR" altLang="en-US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드래그 </a:t>
            </a: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+ F4</a:t>
            </a:r>
            <a:r>
              <a:rPr kumimoji="0" lang="ko-KR" altLang="en-US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 </a:t>
            </a: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/ </a:t>
            </a:r>
            <a:r>
              <a:rPr kumimoji="0" lang="ko-KR" altLang="en-US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도형서식 </a:t>
            </a: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- </a:t>
            </a:r>
            <a:r>
              <a:rPr kumimoji="0" lang="ko-KR" altLang="en-US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도형편집 </a:t>
            </a: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- </a:t>
            </a:r>
            <a:r>
              <a:rPr kumimoji="0" lang="ko-KR" altLang="en-US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도형모양변경 </a:t>
            </a: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- </a:t>
            </a:r>
            <a:r>
              <a:rPr kumimoji="0" lang="ko-KR" altLang="en-US" sz="1200" b="0" i="0" u="none" strike="noStrike" kern="1200" cap="none" spc="0" normalizeH="0" baseline="0" noProof="0" err="1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블록화살표</a:t>
            </a:r>
            <a:r>
              <a:rPr kumimoji="0" lang="ko-KR" altLang="en-US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 </a:t>
            </a: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- </a:t>
            </a:r>
            <a:r>
              <a:rPr kumimoji="0" lang="ko-KR" altLang="en-US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화살표 </a:t>
            </a: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- </a:t>
            </a:r>
            <a:r>
              <a:rPr kumimoji="0" lang="ko-KR" altLang="en-US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오각형 </a:t>
            </a: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 </a:t>
            </a:r>
            <a:endParaRPr kumimoji="0" lang="ko-KR" altLang="en-US" sz="1200" b="0" i="0" u="none" strike="noStrike" kern="1200" cap="none" spc="0" normalizeH="0" baseline="0" noProof="0">
              <a:ln>
                <a:solidFill>
                  <a:srgbClr val="4472C4">
                    <a:alpha val="0"/>
                  </a:srgbClr>
                </a:solidFill>
              </a:ln>
              <a:solidFill>
                <a:srgbClr val="E7E6E6">
                  <a:lumMod val="10000"/>
                </a:srgbClr>
              </a:solidFill>
              <a:effectLst/>
              <a:uLnTx/>
              <a:uFillTx/>
              <a:latin typeface="G마켓 산스 TTF Medium" panose="02000000000000000000" pitchFamily="2" charset="-127"/>
              <a:ea typeface="G마켓 산스 TTF Medium" panose="02000000000000000000" pitchFamily="2" charset="-127"/>
              <a:cs typeface="+mn-cs"/>
            </a:endParaRPr>
          </a:p>
        </p:txBody>
      </p:sp>
      <p:pic>
        <p:nvPicPr>
          <p:cNvPr id="16" name="그림 15" descr="클립아트, 만화 영화, 상징이(가) 표시된 사진&#10;&#10;자동 생성된 설명">
            <a:extLst>
              <a:ext uri="{FF2B5EF4-FFF2-40B4-BE49-F238E27FC236}">
                <a16:creationId xmlns:a16="http://schemas.microsoft.com/office/drawing/2014/main" id="{D587795D-0F14-1FCF-EE9A-0D3A2B48A391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09532" y="339853"/>
            <a:ext cx="453817" cy="453817"/>
          </a:xfrm>
          <a:prstGeom prst="rect">
            <a:avLst/>
          </a:prstGeom>
        </p:spPr>
      </p:pic>
      <p:sp>
        <p:nvSpPr>
          <p:cNvPr id="8" name="타원 7">
            <a:extLst>
              <a:ext uri="{FF2B5EF4-FFF2-40B4-BE49-F238E27FC236}">
                <a16:creationId xmlns:a16="http://schemas.microsoft.com/office/drawing/2014/main" id="{745D4C24-535F-D9CC-3778-C56AB555FC38}"/>
              </a:ext>
            </a:extLst>
          </p:cNvPr>
          <p:cNvSpPr/>
          <p:nvPr/>
        </p:nvSpPr>
        <p:spPr>
          <a:xfrm>
            <a:off x="10619069" y="490495"/>
            <a:ext cx="276999" cy="276999"/>
          </a:xfrm>
          <a:prstGeom prst="ellipse">
            <a:avLst/>
          </a:prstGeom>
          <a:solidFill>
            <a:srgbClr val="3A5D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0" i="0" u="none" strike="noStrike" kern="1200" cap="none" spc="0" normalizeH="0" baseline="0" noProof="0">
              <a:ln>
                <a:solidFill>
                  <a:srgbClr val="E7E6E6">
                    <a:alpha val="0"/>
                  </a:srgbClr>
                </a:solidFill>
              </a:ln>
              <a:solidFill>
                <a:prstClr val="white"/>
              </a:solidFill>
              <a:effectLst/>
              <a:uLnTx/>
              <a:uFillTx/>
              <a:latin typeface="페이퍼로지 8 ExtraBold" pitchFamily="2" charset="-127"/>
              <a:ea typeface="페이퍼로지 8 ExtraBold" pitchFamily="2" charset="-127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786B440-769E-AFA3-56DC-572D01B263DA}"/>
              </a:ext>
            </a:extLst>
          </p:cNvPr>
          <p:cNvSpPr txBox="1"/>
          <p:nvPr/>
        </p:nvSpPr>
        <p:spPr>
          <a:xfrm>
            <a:off x="546100" y="274320"/>
            <a:ext cx="1425540" cy="276999"/>
          </a:xfrm>
          <a:prstGeom prst="rect">
            <a:avLst/>
          </a:prstGeom>
          <a:noFill/>
        </p:spPr>
        <p:txBody>
          <a:bodyPr wrap="none" lIns="90000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019D6D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02. </a:t>
            </a:r>
            <a:r>
              <a:rPr kumimoji="0" lang="ko-KR" altLang="en-US" sz="1200" b="0" i="0" u="none" strike="noStrike" kern="1200" cap="none" spc="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019D6D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속도 </a:t>
            </a: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019D6D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&amp; </a:t>
            </a:r>
            <a:r>
              <a:rPr kumimoji="0" lang="ko-KR" altLang="en-US" sz="1200" b="0" i="0" u="none" strike="noStrike" kern="1200" cap="none" spc="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019D6D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도식화</a:t>
            </a:r>
          </a:p>
        </p:txBody>
      </p:sp>
      <p:sp>
        <p:nvSpPr>
          <p:cNvPr id="3" name="화살표: 오각형 2">
            <a:extLst>
              <a:ext uri="{FF2B5EF4-FFF2-40B4-BE49-F238E27FC236}">
                <a16:creationId xmlns:a16="http://schemas.microsoft.com/office/drawing/2014/main" id="{B7CC25C8-2A5E-9243-5C43-340C989CAB90}"/>
              </a:ext>
            </a:extLst>
          </p:cNvPr>
          <p:cNvSpPr/>
          <p:nvPr/>
        </p:nvSpPr>
        <p:spPr>
          <a:xfrm>
            <a:off x="628649" y="4212141"/>
            <a:ext cx="2807894" cy="424206"/>
          </a:xfrm>
          <a:prstGeom prst="homePlate">
            <a:avLst/>
          </a:prstGeom>
          <a:solidFill>
            <a:srgbClr val="3A5D51">
              <a:alpha val="5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1</a:t>
            </a:r>
            <a:r>
              <a:rPr kumimoji="0" lang="ko-KR" altLang="en-US" sz="14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단계</a:t>
            </a:r>
          </a:p>
        </p:txBody>
      </p:sp>
      <p:sp>
        <p:nvSpPr>
          <p:cNvPr id="4" name="화살표: 갈매기형 수장 3">
            <a:extLst>
              <a:ext uri="{FF2B5EF4-FFF2-40B4-BE49-F238E27FC236}">
                <a16:creationId xmlns:a16="http://schemas.microsoft.com/office/drawing/2014/main" id="{F8A37934-6A36-5157-310C-0AA801827775}"/>
              </a:ext>
            </a:extLst>
          </p:cNvPr>
          <p:cNvSpPr/>
          <p:nvPr/>
        </p:nvSpPr>
        <p:spPr>
          <a:xfrm>
            <a:off x="3337584" y="4212141"/>
            <a:ext cx="2807894" cy="424206"/>
          </a:xfrm>
          <a:prstGeom prst="chevron">
            <a:avLst/>
          </a:prstGeom>
          <a:solidFill>
            <a:srgbClr val="3A5D51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2</a:t>
            </a:r>
            <a:r>
              <a:rPr kumimoji="0" lang="ko-KR" altLang="en-US" sz="14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단계</a:t>
            </a:r>
          </a:p>
        </p:txBody>
      </p:sp>
      <p:sp>
        <p:nvSpPr>
          <p:cNvPr id="5" name="화살표: 갈매기형 수장 4">
            <a:extLst>
              <a:ext uri="{FF2B5EF4-FFF2-40B4-BE49-F238E27FC236}">
                <a16:creationId xmlns:a16="http://schemas.microsoft.com/office/drawing/2014/main" id="{14494502-A542-FDAF-922D-8C0C8887B7F1}"/>
              </a:ext>
            </a:extLst>
          </p:cNvPr>
          <p:cNvSpPr/>
          <p:nvPr/>
        </p:nvSpPr>
        <p:spPr>
          <a:xfrm>
            <a:off x="6046520" y="4212141"/>
            <a:ext cx="2807894" cy="424206"/>
          </a:xfrm>
          <a:prstGeom prst="chevron">
            <a:avLst/>
          </a:prstGeom>
          <a:solidFill>
            <a:srgbClr val="3A5D51">
              <a:alpha val="8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3</a:t>
            </a:r>
            <a:r>
              <a:rPr kumimoji="0" lang="ko-KR" altLang="en-US" sz="14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단계</a:t>
            </a:r>
          </a:p>
        </p:txBody>
      </p:sp>
      <p:sp>
        <p:nvSpPr>
          <p:cNvPr id="9" name="화살표: 갈매기형 수장 8">
            <a:extLst>
              <a:ext uri="{FF2B5EF4-FFF2-40B4-BE49-F238E27FC236}">
                <a16:creationId xmlns:a16="http://schemas.microsoft.com/office/drawing/2014/main" id="{901B69D4-F26B-CD88-181D-E91D858489B4}"/>
              </a:ext>
            </a:extLst>
          </p:cNvPr>
          <p:cNvSpPr/>
          <p:nvPr/>
        </p:nvSpPr>
        <p:spPr>
          <a:xfrm>
            <a:off x="8755455" y="4212141"/>
            <a:ext cx="2807894" cy="424206"/>
          </a:xfrm>
          <a:prstGeom prst="chevron">
            <a:avLst/>
          </a:prstGeom>
          <a:solidFill>
            <a:srgbClr val="3A5D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4</a:t>
            </a:r>
            <a:r>
              <a:rPr kumimoji="0" lang="ko-KR" altLang="en-US" sz="14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단계</a:t>
            </a:r>
          </a:p>
        </p:txBody>
      </p:sp>
      <p:sp>
        <p:nvSpPr>
          <p:cNvPr id="10" name="화살표: 오각형 9">
            <a:extLst>
              <a:ext uri="{FF2B5EF4-FFF2-40B4-BE49-F238E27FC236}">
                <a16:creationId xmlns:a16="http://schemas.microsoft.com/office/drawing/2014/main" id="{B1CBEE06-DEA4-7D86-F35F-E461C72AEE65}"/>
              </a:ext>
            </a:extLst>
          </p:cNvPr>
          <p:cNvSpPr/>
          <p:nvPr/>
        </p:nvSpPr>
        <p:spPr>
          <a:xfrm>
            <a:off x="628648" y="1757444"/>
            <a:ext cx="2331080" cy="1379456"/>
          </a:xfrm>
          <a:prstGeom prst="homePlate">
            <a:avLst>
              <a:gd name="adj" fmla="val 19618"/>
            </a:avLst>
          </a:prstGeom>
          <a:solidFill>
            <a:srgbClr val="3A5D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나이스한 내용</a:t>
            </a:r>
            <a:endParaRPr kumimoji="0" lang="en-US" altLang="ko-KR" sz="1400" b="0" i="0" u="none" strike="noStrike" kern="1200" cap="none" spc="0" normalizeH="0" baseline="0" noProof="0">
              <a:ln>
                <a:solidFill>
                  <a:srgbClr val="4472C4">
                    <a:alpha val="0"/>
                  </a:srgbClr>
                </a:solidFill>
              </a:ln>
              <a:solidFill>
                <a:prstClr val="white"/>
              </a:solidFill>
              <a:effectLst/>
              <a:uLnTx/>
              <a:uFillTx/>
              <a:latin typeface="G마켓 산스 TTF Bold" panose="02000000000000000000" pitchFamily="2" charset="-127"/>
              <a:ea typeface="G마켓 산스 TTF Bold" panose="02000000000000000000" pitchFamily="2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나이스하게 입력</a:t>
            </a:r>
          </a:p>
        </p:txBody>
      </p:sp>
      <p:sp>
        <p:nvSpPr>
          <p:cNvPr id="11" name="화살표: 갈매기형 수장 10">
            <a:extLst>
              <a:ext uri="{FF2B5EF4-FFF2-40B4-BE49-F238E27FC236}">
                <a16:creationId xmlns:a16="http://schemas.microsoft.com/office/drawing/2014/main" id="{84DF9AEF-9A2A-4396-98C5-822DAF6FA3A3}"/>
              </a:ext>
            </a:extLst>
          </p:cNvPr>
          <p:cNvSpPr/>
          <p:nvPr/>
        </p:nvSpPr>
        <p:spPr>
          <a:xfrm>
            <a:off x="2779553" y="1757444"/>
            <a:ext cx="2331080" cy="1379456"/>
          </a:xfrm>
          <a:prstGeom prst="chevron">
            <a:avLst>
              <a:gd name="adj" fmla="val 17777"/>
            </a:avLst>
          </a:prstGeom>
          <a:solidFill>
            <a:srgbClr val="50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나이스한 내용</a:t>
            </a:r>
            <a:endParaRPr kumimoji="0" lang="en-US" altLang="ko-KR" sz="1400" b="0" i="0" u="none" strike="noStrike" kern="1200" cap="none" spc="0" normalizeH="0" baseline="0" noProof="0">
              <a:ln>
                <a:solidFill>
                  <a:srgbClr val="4472C4">
                    <a:alpha val="0"/>
                  </a:srgbClr>
                </a:solidFill>
              </a:ln>
              <a:solidFill>
                <a:prstClr val="white"/>
              </a:solidFill>
              <a:effectLst/>
              <a:uLnTx/>
              <a:uFillTx/>
              <a:latin typeface="G마켓 산스 TTF Bold" panose="02000000000000000000" pitchFamily="2" charset="-127"/>
              <a:ea typeface="G마켓 산스 TTF Bold" panose="02000000000000000000" pitchFamily="2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나이스하게 입력</a:t>
            </a:r>
          </a:p>
        </p:txBody>
      </p:sp>
      <p:sp>
        <p:nvSpPr>
          <p:cNvPr id="14" name="화살표: 갈매기형 수장 13">
            <a:extLst>
              <a:ext uri="{FF2B5EF4-FFF2-40B4-BE49-F238E27FC236}">
                <a16:creationId xmlns:a16="http://schemas.microsoft.com/office/drawing/2014/main" id="{54D33FDF-C613-9AB8-0E02-CCCFDEE569EA}"/>
              </a:ext>
            </a:extLst>
          </p:cNvPr>
          <p:cNvSpPr/>
          <p:nvPr/>
        </p:nvSpPr>
        <p:spPr>
          <a:xfrm>
            <a:off x="4930458" y="1757444"/>
            <a:ext cx="2331080" cy="1379456"/>
          </a:xfrm>
          <a:prstGeom prst="chevron">
            <a:avLst>
              <a:gd name="adj" fmla="val 17777"/>
            </a:avLst>
          </a:prstGeom>
          <a:solidFill>
            <a:srgbClr val="3A5D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나이스한 내용</a:t>
            </a:r>
            <a:endParaRPr kumimoji="0" lang="en-US" altLang="ko-KR" sz="1400" b="0" i="0" u="none" strike="noStrike" kern="1200" cap="none" spc="0" normalizeH="0" baseline="0" noProof="0">
              <a:ln>
                <a:solidFill>
                  <a:srgbClr val="4472C4">
                    <a:alpha val="0"/>
                  </a:srgbClr>
                </a:solidFill>
              </a:ln>
              <a:solidFill>
                <a:prstClr val="white"/>
              </a:solidFill>
              <a:effectLst/>
              <a:uLnTx/>
              <a:uFillTx/>
              <a:latin typeface="G마켓 산스 TTF Bold" panose="02000000000000000000" pitchFamily="2" charset="-127"/>
              <a:ea typeface="G마켓 산스 TTF Bold" panose="02000000000000000000" pitchFamily="2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나이스하게 입력</a:t>
            </a:r>
          </a:p>
        </p:txBody>
      </p:sp>
      <p:sp>
        <p:nvSpPr>
          <p:cNvPr id="24" name="화살표: 갈매기형 수장 23">
            <a:extLst>
              <a:ext uri="{FF2B5EF4-FFF2-40B4-BE49-F238E27FC236}">
                <a16:creationId xmlns:a16="http://schemas.microsoft.com/office/drawing/2014/main" id="{6DE6F304-75D0-1138-2B96-18BE6A099FD1}"/>
              </a:ext>
            </a:extLst>
          </p:cNvPr>
          <p:cNvSpPr/>
          <p:nvPr/>
        </p:nvSpPr>
        <p:spPr>
          <a:xfrm>
            <a:off x="7081362" y="1757444"/>
            <a:ext cx="2331080" cy="1379456"/>
          </a:xfrm>
          <a:prstGeom prst="chevron">
            <a:avLst>
              <a:gd name="adj" fmla="val 17777"/>
            </a:avLst>
          </a:prstGeom>
          <a:solidFill>
            <a:srgbClr val="50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나이스한 내용</a:t>
            </a:r>
            <a:endParaRPr kumimoji="0" lang="en-US" altLang="ko-KR" sz="1400" b="0" i="0" u="none" strike="noStrike" kern="1200" cap="none" spc="0" normalizeH="0" baseline="0" noProof="0">
              <a:ln>
                <a:solidFill>
                  <a:srgbClr val="4472C4">
                    <a:alpha val="0"/>
                  </a:srgbClr>
                </a:solidFill>
              </a:ln>
              <a:solidFill>
                <a:prstClr val="white"/>
              </a:solidFill>
              <a:effectLst/>
              <a:uLnTx/>
              <a:uFillTx/>
              <a:latin typeface="G마켓 산스 TTF Bold" panose="02000000000000000000" pitchFamily="2" charset="-127"/>
              <a:ea typeface="G마켓 산스 TTF Bold" panose="02000000000000000000" pitchFamily="2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나이스하게 입력</a:t>
            </a:r>
          </a:p>
        </p:txBody>
      </p:sp>
      <p:sp>
        <p:nvSpPr>
          <p:cNvPr id="25" name="화살표: 갈매기형 수장 24">
            <a:extLst>
              <a:ext uri="{FF2B5EF4-FFF2-40B4-BE49-F238E27FC236}">
                <a16:creationId xmlns:a16="http://schemas.microsoft.com/office/drawing/2014/main" id="{01CF1B28-4005-6742-ADB5-CF5E3C0B6CBA}"/>
              </a:ext>
            </a:extLst>
          </p:cNvPr>
          <p:cNvSpPr/>
          <p:nvPr/>
        </p:nvSpPr>
        <p:spPr>
          <a:xfrm>
            <a:off x="9232267" y="1757444"/>
            <a:ext cx="2331080" cy="1379456"/>
          </a:xfrm>
          <a:prstGeom prst="chevron">
            <a:avLst>
              <a:gd name="adj" fmla="val 17777"/>
            </a:avLst>
          </a:prstGeom>
          <a:solidFill>
            <a:srgbClr val="3A5D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나이스한 내용</a:t>
            </a:r>
            <a:endParaRPr kumimoji="0" lang="en-US" altLang="ko-KR" sz="1400" b="0" i="0" u="none" strike="noStrike" kern="1200" cap="none" spc="0" normalizeH="0" baseline="0" noProof="0">
              <a:ln>
                <a:solidFill>
                  <a:srgbClr val="4472C4">
                    <a:alpha val="0"/>
                  </a:srgbClr>
                </a:solidFill>
              </a:ln>
              <a:solidFill>
                <a:prstClr val="white"/>
              </a:solidFill>
              <a:effectLst/>
              <a:uLnTx/>
              <a:uFillTx/>
              <a:latin typeface="G마켓 산스 TTF Bold" panose="02000000000000000000" pitchFamily="2" charset="-127"/>
              <a:ea typeface="G마켓 산스 TTF Bold" panose="02000000000000000000" pitchFamily="2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나이스하게 입력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C6A9A31-B7F3-236C-91B6-ED2994E38A36}"/>
              </a:ext>
            </a:extLst>
          </p:cNvPr>
          <p:cNvSpPr txBox="1"/>
          <p:nvPr/>
        </p:nvSpPr>
        <p:spPr>
          <a:xfrm>
            <a:off x="628649" y="4668708"/>
            <a:ext cx="2708935" cy="1154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9388" marR="0" lvl="0" indent="-179388" algn="l" defTabSz="914400" rtl="0" eaLnBrk="1" fontAlgn="auto" latinLnBrk="1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200" b="0" i="0" u="none" strike="noStrike" kern="1200" cap="none" spc="0" normalizeH="0" baseline="0" noProof="0" err="1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나이스한</a:t>
            </a:r>
            <a:r>
              <a:rPr kumimoji="0" lang="ko-KR" altLang="en-US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 내용을 입력</a:t>
            </a:r>
            <a:endParaRPr kumimoji="0" lang="en-US" altLang="ko-KR" sz="1200" b="0" i="0" u="none" strike="noStrike" kern="1200" cap="none" spc="0" normalizeH="0" baseline="0" noProof="0">
              <a:ln>
                <a:solidFill>
                  <a:srgbClr val="4472C4">
                    <a:alpha val="0"/>
                  </a:srgbClr>
                </a:solidFill>
              </a:ln>
              <a:solidFill>
                <a:srgbClr val="E7E6E6">
                  <a:lumMod val="25000"/>
                </a:srgbClr>
              </a:solidFill>
              <a:effectLst/>
              <a:uLnTx/>
              <a:uFillTx/>
              <a:latin typeface="G마켓 산스 TTF Medium" panose="02000000000000000000" pitchFamily="2" charset="-127"/>
              <a:ea typeface="G마켓 산스 TTF Medium" panose="02000000000000000000" pitchFamily="2" charset="-127"/>
              <a:cs typeface="+mn-cs"/>
            </a:endParaRPr>
          </a:p>
          <a:p>
            <a:pPr marL="179388" marR="0" lvl="0" indent="-179388" algn="l" defTabSz="914400" rtl="0" eaLnBrk="1" fontAlgn="auto" latinLnBrk="1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200" b="0" i="0" u="none" strike="noStrike" kern="1200" cap="none" spc="0" normalizeH="0" baseline="0" noProof="0" err="1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나이스한</a:t>
            </a:r>
            <a:r>
              <a:rPr kumimoji="0" lang="ko-KR" altLang="en-US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 내용을 입력</a:t>
            </a:r>
          </a:p>
          <a:p>
            <a:pPr marL="179388" marR="0" lvl="0" indent="-179388" algn="l" defTabSz="914400" rtl="0" eaLnBrk="1" fontAlgn="auto" latinLnBrk="1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200" b="0" i="0" u="none" strike="noStrike" kern="1200" cap="none" spc="0" normalizeH="0" baseline="0" noProof="0" err="1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나이스한</a:t>
            </a:r>
            <a:r>
              <a:rPr kumimoji="0" lang="ko-KR" altLang="en-US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 내용을 입력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BC99F8A-A8C9-0821-AD34-DB2103A7082D}"/>
              </a:ext>
            </a:extLst>
          </p:cNvPr>
          <p:cNvSpPr txBox="1"/>
          <p:nvPr/>
        </p:nvSpPr>
        <p:spPr>
          <a:xfrm>
            <a:off x="3337584" y="4668708"/>
            <a:ext cx="2708935" cy="1154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9388" marR="0" lvl="0" indent="-179388" algn="l" defTabSz="914400" rtl="0" eaLnBrk="1" fontAlgn="auto" latinLnBrk="1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나이스한 내용을 입력</a:t>
            </a:r>
            <a:endParaRPr kumimoji="0" lang="en-US" altLang="ko-KR" sz="1200" b="0" i="0" u="none" strike="noStrike" kern="1200" cap="none" spc="0" normalizeH="0" baseline="0" noProof="0">
              <a:ln>
                <a:solidFill>
                  <a:srgbClr val="4472C4">
                    <a:alpha val="0"/>
                  </a:srgbClr>
                </a:solidFill>
              </a:ln>
              <a:solidFill>
                <a:srgbClr val="E7E6E6">
                  <a:lumMod val="25000"/>
                </a:srgbClr>
              </a:solidFill>
              <a:effectLst/>
              <a:uLnTx/>
              <a:uFillTx/>
              <a:latin typeface="G마켓 산스 TTF Medium" panose="02000000000000000000" pitchFamily="2" charset="-127"/>
              <a:ea typeface="G마켓 산스 TTF Medium" panose="02000000000000000000" pitchFamily="2" charset="-127"/>
              <a:cs typeface="+mn-cs"/>
            </a:endParaRPr>
          </a:p>
          <a:p>
            <a:pPr marL="179388" marR="0" lvl="0" indent="-179388" algn="l" defTabSz="914400" rtl="0" eaLnBrk="1" fontAlgn="auto" latinLnBrk="1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나이스한 내용을 입력</a:t>
            </a:r>
          </a:p>
          <a:p>
            <a:pPr marL="179388" marR="0" lvl="0" indent="-179388" algn="l" defTabSz="914400" rtl="0" eaLnBrk="1" fontAlgn="auto" latinLnBrk="1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나이스한 내용을 입력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4341DC9-759C-EB29-8191-11227BE9B170}"/>
              </a:ext>
            </a:extLst>
          </p:cNvPr>
          <p:cNvSpPr txBox="1"/>
          <p:nvPr/>
        </p:nvSpPr>
        <p:spPr>
          <a:xfrm>
            <a:off x="6046520" y="4668708"/>
            <a:ext cx="2708935" cy="1154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9388" marR="0" lvl="0" indent="-179388" algn="l" defTabSz="914400" rtl="0" eaLnBrk="1" fontAlgn="auto" latinLnBrk="1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나이스한 내용을 입력</a:t>
            </a:r>
            <a:endParaRPr kumimoji="0" lang="en-US" altLang="ko-KR" sz="1200" b="0" i="0" u="none" strike="noStrike" kern="1200" cap="none" spc="0" normalizeH="0" baseline="0" noProof="0">
              <a:ln>
                <a:solidFill>
                  <a:srgbClr val="4472C4">
                    <a:alpha val="0"/>
                  </a:srgbClr>
                </a:solidFill>
              </a:ln>
              <a:solidFill>
                <a:srgbClr val="E7E6E6">
                  <a:lumMod val="25000"/>
                </a:srgbClr>
              </a:solidFill>
              <a:effectLst/>
              <a:uLnTx/>
              <a:uFillTx/>
              <a:latin typeface="G마켓 산스 TTF Medium" panose="02000000000000000000" pitchFamily="2" charset="-127"/>
              <a:ea typeface="G마켓 산스 TTF Medium" panose="02000000000000000000" pitchFamily="2" charset="-127"/>
              <a:cs typeface="+mn-cs"/>
            </a:endParaRPr>
          </a:p>
          <a:p>
            <a:pPr marL="179388" marR="0" lvl="0" indent="-179388" algn="l" defTabSz="914400" rtl="0" eaLnBrk="1" fontAlgn="auto" latinLnBrk="1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나이스한 내용을 입력</a:t>
            </a:r>
          </a:p>
          <a:p>
            <a:pPr marL="179388" marR="0" lvl="0" indent="-179388" algn="l" defTabSz="914400" rtl="0" eaLnBrk="1" fontAlgn="auto" latinLnBrk="1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나이스한 내용을 입력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0ECF4CC-C9C7-AA39-A556-9720D46F6BFE}"/>
              </a:ext>
            </a:extLst>
          </p:cNvPr>
          <p:cNvSpPr txBox="1"/>
          <p:nvPr/>
        </p:nvSpPr>
        <p:spPr>
          <a:xfrm>
            <a:off x="8755455" y="4668708"/>
            <a:ext cx="2708935" cy="1154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9388" marR="0" lvl="0" indent="-179388" algn="l" defTabSz="914400" rtl="0" eaLnBrk="1" fontAlgn="auto" latinLnBrk="1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나이스한 내용을 입력</a:t>
            </a:r>
            <a:endParaRPr kumimoji="0" lang="en-US" altLang="ko-KR" sz="1200" b="0" i="0" u="none" strike="noStrike" kern="1200" cap="none" spc="0" normalizeH="0" baseline="0" noProof="0">
              <a:ln>
                <a:solidFill>
                  <a:srgbClr val="4472C4">
                    <a:alpha val="0"/>
                  </a:srgbClr>
                </a:solidFill>
              </a:ln>
              <a:solidFill>
                <a:srgbClr val="E7E6E6">
                  <a:lumMod val="25000"/>
                </a:srgbClr>
              </a:solidFill>
              <a:effectLst/>
              <a:uLnTx/>
              <a:uFillTx/>
              <a:latin typeface="G마켓 산스 TTF Medium" panose="02000000000000000000" pitchFamily="2" charset="-127"/>
              <a:ea typeface="G마켓 산스 TTF Medium" panose="02000000000000000000" pitchFamily="2" charset="-127"/>
              <a:cs typeface="+mn-cs"/>
            </a:endParaRPr>
          </a:p>
          <a:p>
            <a:pPr marL="179388" marR="0" lvl="0" indent="-179388" algn="l" defTabSz="914400" rtl="0" eaLnBrk="1" fontAlgn="auto" latinLnBrk="1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나이스한 내용을 입력</a:t>
            </a:r>
          </a:p>
          <a:p>
            <a:pPr marL="179388" marR="0" lvl="0" indent="-179388" algn="l" defTabSz="914400" rtl="0" eaLnBrk="1" fontAlgn="auto" latinLnBrk="1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나이스한 내용을 입력</a:t>
            </a:r>
          </a:p>
        </p:txBody>
      </p:sp>
    </p:spTree>
    <p:extLst>
      <p:ext uri="{BB962C8B-B14F-4D97-AF65-F5344CB8AC3E}">
        <p14:creationId xmlns:p14="http://schemas.microsoft.com/office/powerpoint/2010/main" val="1999139545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>
        <p159:morph option="byChar"/>
      </p:transition>
    </mc:Choice>
    <mc:Fallback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CD48467-0274-5B0D-7E3D-ED8EF92445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A5758254-50AF-CA28-EA33-22123171539D}"/>
              </a:ext>
            </a:extLst>
          </p:cNvPr>
          <p:cNvCxnSpPr>
            <a:cxnSpLocks/>
          </p:cNvCxnSpPr>
          <p:nvPr/>
        </p:nvCxnSpPr>
        <p:spPr>
          <a:xfrm>
            <a:off x="628650" y="914400"/>
            <a:ext cx="10934700" cy="0"/>
          </a:xfrm>
          <a:prstGeom prst="line">
            <a:avLst/>
          </a:prstGeom>
          <a:ln w="19050">
            <a:solidFill>
              <a:srgbClr val="E0833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9933DCC8-7323-1DCC-517C-C38452170CFB}"/>
              </a:ext>
            </a:extLst>
          </p:cNvPr>
          <p:cNvSpPr txBox="1"/>
          <p:nvPr/>
        </p:nvSpPr>
        <p:spPr>
          <a:xfrm>
            <a:off x="628649" y="513219"/>
            <a:ext cx="3556002" cy="369332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-5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도식화 </a:t>
            </a:r>
            <a:r>
              <a:rPr kumimoji="0" lang="ko-KR" altLang="en-US" sz="1800" b="0" i="0" u="none" strike="noStrike" kern="1200" cap="none" spc="-5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FA6502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뽀인트색으로 강조하기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DA9A7982-71E4-0827-6A71-B659D258C14D}"/>
              </a:ext>
            </a:extLst>
          </p:cNvPr>
          <p:cNvSpPr/>
          <p:nvPr/>
        </p:nvSpPr>
        <p:spPr>
          <a:xfrm>
            <a:off x="628649" y="1035130"/>
            <a:ext cx="10934702" cy="31854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※ </a:t>
            </a:r>
            <a:r>
              <a:rPr kumimoji="0" lang="ko-KR" altLang="en-US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포인트 색을 활용해 강조하는 방법</a:t>
            </a:r>
            <a:endParaRPr kumimoji="0" lang="ko-KR" altLang="en-US" sz="1200" b="0" i="0" u="none" strike="noStrike" kern="1200" cap="none" spc="0" normalizeH="0" baseline="0" noProof="0">
              <a:ln>
                <a:solidFill>
                  <a:srgbClr val="4472C4">
                    <a:alpha val="0"/>
                  </a:srgbClr>
                </a:solidFill>
              </a:ln>
              <a:solidFill>
                <a:srgbClr val="E7E6E6">
                  <a:lumMod val="10000"/>
                </a:srgbClr>
              </a:solidFill>
              <a:effectLst/>
              <a:uLnTx/>
              <a:uFillTx/>
              <a:latin typeface="G마켓 산스 TTF Bold" panose="02000000000000000000" pitchFamily="2" charset="-127"/>
              <a:ea typeface="G마켓 산스 TTF Bold" panose="02000000000000000000" pitchFamily="2" charset="-127"/>
              <a:cs typeface="+mn-cs"/>
            </a:endParaRPr>
          </a:p>
        </p:txBody>
      </p:sp>
      <p:pic>
        <p:nvPicPr>
          <p:cNvPr id="4" name="그림 3" descr="클립아트, 만화 영화, 상징이(가) 표시된 사진&#10;&#10;자동 생성된 설명">
            <a:extLst>
              <a:ext uri="{FF2B5EF4-FFF2-40B4-BE49-F238E27FC236}">
                <a16:creationId xmlns:a16="http://schemas.microsoft.com/office/drawing/2014/main" id="{DD73800F-7689-0F53-4535-EFDBEE639CEE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09532" y="339853"/>
            <a:ext cx="453817" cy="453817"/>
          </a:xfrm>
          <a:prstGeom prst="rect">
            <a:avLst/>
          </a:prstGeom>
        </p:spPr>
      </p:pic>
      <p:sp>
        <p:nvSpPr>
          <p:cNvPr id="2" name="타원 1">
            <a:extLst>
              <a:ext uri="{FF2B5EF4-FFF2-40B4-BE49-F238E27FC236}">
                <a16:creationId xmlns:a16="http://schemas.microsoft.com/office/drawing/2014/main" id="{B4B11AA0-AA72-9A27-FD55-3B9489724510}"/>
              </a:ext>
            </a:extLst>
          </p:cNvPr>
          <p:cNvSpPr/>
          <p:nvPr/>
        </p:nvSpPr>
        <p:spPr>
          <a:xfrm>
            <a:off x="2869407" y="2555901"/>
            <a:ext cx="1657350" cy="1657350"/>
          </a:xfrm>
          <a:prstGeom prst="ellipse">
            <a:avLst/>
          </a:prstGeom>
          <a:solidFill>
            <a:schemeClr val="bg2">
              <a:lumMod val="90000"/>
            </a:schemeClr>
          </a:solidFill>
          <a:ln w="1905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-5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회색</a:t>
            </a:r>
            <a:endParaRPr kumimoji="0" lang="en-US" altLang="ko-KR" sz="1600" b="0" i="0" u="none" strike="noStrike" kern="1200" cap="none" spc="-50" normalizeH="0" baseline="0" noProof="0">
              <a:ln>
                <a:solidFill>
                  <a:srgbClr val="FF0000">
                    <a:alpha val="0"/>
                  </a:srgbClr>
                </a:solidFill>
              </a:ln>
              <a:solidFill>
                <a:srgbClr val="E7E6E6">
                  <a:lumMod val="25000"/>
                </a:srgbClr>
              </a:solidFill>
              <a:effectLst/>
              <a:uLnTx/>
              <a:uFillTx/>
              <a:latin typeface="G마켓 산스 TTF Medium" panose="02000000000000000000" pitchFamily="2" charset="-127"/>
              <a:ea typeface="G마켓 산스 TTF Medium" panose="02000000000000000000" pitchFamily="2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-5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색채우기</a:t>
            </a:r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E8BE8A93-D919-B309-2868-3D359BCE642E}"/>
              </a:ext>
            </a:extLst>
          </p:cNvPr>
          <p:cNvSpPr/>
          <p:nvPr/>
        </p:nvSpPr>
        <p:spPr>
          <a:xfrm>
            <a:off x="5267324" y="2555901"/>
            <a:ext cx="1657350" cy="1657350"/>
          </a:xfrm>
          <a:prstGeom prst="ellipse">
            <a:avLst/>
          </a:prstGeom>
          <a:ln w="19050">
            <a:solidFill>
              <a:srgbClr val="FA650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-5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윤곽선</a:t>
            </a:r>
            <a:endParaRPr kumimoji="0" lang="en-US" altLang="ko-KR" sz="1600" b="0" i="0" u="none" strike="noStrike" kern="1200" cap="none" spc="-50" normalizeH="0" baseline="0" noProof="0">
              <a:ln>
                <a:solidFill>
                  <a:srgbClr val="FF0000">
                    <a:alpha val="0"/>
                  </a:srgbClr>
                </a:solidFill>
              </a:ln>
              <a:solidFill>
                <a:srgbClr val="E7E6E6">
                  <a:lumMod val="25000"/>
                </a:srgbClr>
              </a:solidFill>
              <a:effectLst/>
              <a:uLnTx/>
              <a:uFillTx/>
              <a:latin typeface="G마켓 산스 TTF Medium" panose="02000000000000000000" pitchFamily="2" charset="-127"/>
              <a:ea typeface="G마켓 산스 TTF Medium" panose="02000000000000000000" pitchFamily="2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-5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+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-5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검정글씨</a:t>
            </a:r>
            <a:endParaRPr kumimoji="0" lang="en-US" altLang="ko-KR" sz="1600" b="0" i="0" u="none" strike="noStrike" kern="1200" cap="none" spc="-50" normalizeH="0" baseline="0" noProof="0">
              <a:ln>
                <a:solidFill>
                  <a:srgbClr val="FF0000">
                    <a:alpha val="0"/>
                  </a:srgbClr>
                </a:solidFill>
              </a:ln>
              <a:solidFill>
                <a:srgbClr val="E7E6E6">
                  <a:lumMod val="25000"/>
                </a:srgbClr>
              </a:solidFill>
              <a:effectLst/>
              <a:uLnTx/>
              <a:uFillTx/>
              <a:latin typeface="G마켓 산스 TTF Medium" panose="02000000000000000000" pitchFamily="2" charset="-127"/>
              <a:ea typeface="G마켓 산스 TTF Medium" panose="02000000000000000000" pitchFamily="2" charset="-127"/>
              <a:cs typeface="+mn-cs"/>
            </a:endParaRPr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20CC37CA-6017-9980-0227-7D1473619DCB}"/>
              </a:ext>
            </a:extLst>
          </p:cNvPr>
          <p:cNvSpPr/>
          <p:nvPr/>
        </p:nvSpPr>
        <p:spPr>
          <a:xfrm>
            <a:off x="7665242" y="2555901"/>
            <a:ext cx="1657350" cy="1657350"/>
          </a:xfrm>
          <a:prstGeom prst="ellipse">
            <a:avLst/>
          </a:prstGeom>
          <a:solidFill>
            <a:srgbClr val="FA65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-5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색채우기</a:t>
            </a:r>
            <a:endParaRPr kumimoji="0" lang="en-US" altLang="ko-KR" sz="1600" b="0" i="0" u="none" strike="noStrike" kern="1200" cap="none" spc="-50" normalizeH="0" baseline="0" noProof="0">
              <a:ln>
                <a:solidFill>
                  <a:srgbClr val="FF0000">
                    <a:alpha val="0"/>
                  </a:srgbClr>
                </a:solidFill>
              </a:ln>
              <a:solidFill>
                <a:srgbClr val="FFFFFF"/>
              </a:solidFill>
              <a:effectLst/>
              <a:uLnTx/>
              <a:uFillTx/>
              <a:latin typeface="G마켓 산스 TTF Medium" panose="02000000000000000000" pitchFamily="2" charset="-127"/>
              <a:ea typeface="G마켓 산스 TTF Medium" panose="02000000000000000000" pitchFamily="2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-5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+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-5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흰색글씨</a:t>
            </a:r>
            <a:endParaRPr kumimoji="0" lang="en-US" altLang="ko-KR" sz="1600" b="0" i="0" u="none" strike="noStrike" kern="1200" cap="none" spc="-50" normalizeH="0" baseline="0" noProof="0">
              <a:ln>
                <a:solidFill>
                  <a:srgbClr val="FF0000">
                    <a:alpha val="0"/>
                  </a:srgbClr>
                </a:solidFill>
              </a:ln>
              <a:solidFill>
                <a:srgbClr val="FFFFFF"/>
              </a:solidFill>
              <a:effectLst/>
              <a:uLnTx/>
              <a:uFillTx/>
              <a:latin typeface="G마켓 산스 TTF Medium" panose="02000000000000000000" pitchFamily="2" charset="-127"/>
              <a:ea typeface="G마켓 산스 TTF Medium" panose="02000000000000000000" pitchFamily="2" charset="-127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0112CB6-6396-13EA-0A29-CC6AA42D14DD}"/>
              </a:ext>
            </a:extLst>
          </p:cNvPr>
          <p:cNvSpPr txBox="1"/>
          <p:nvPr/>
        </p:nvSpPr>
        <p:spPr>
          <a:xfrm>
            <a:off x="546100" y="274320"/>
            <a:ext cx="1425540" cy="276999"/>
          </a:xfrm>
          <a:prstGeom prst="rect">
            <a:avLst/>
          </a:prstGeom>
          <a:noFill/>
        </p:spPr>
        <p:txBody>
          <a:bodyPr wrap="none" lIns="90000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019D6D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02. </a:t>
            </a:r>
            <a:r>
              <a:rPr kumimoji="0" lang="ko-KR" altLang="en-US" sz="1200" b="0" i="0" u="none" strike="noStrike" kern="1200" cap="none" spc="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019D6D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속도 </a:t>
            </a: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019D6D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&amp; </a:t>
            </a:r>
            <a:r>
              <a:rPr kumimoji="0" lang="ko-KR" altLang="en-US" sz="1200" b="0" i="0" u="none" strike="noStrike" kern="1200" cap="none" spc="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019D6D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도식화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65723D8-6E57-4906-1302-0F22C0171EA4}"/>
              </a:ext>
            </a:extLst>
          </p:cNvPr>
          <p:cNvSpPr/>
          <p:nvPr/>
        </p:nvSpPr>
        <p:spPr>
          <a:xfrm>
            <a:off x="10649884" y="529200"/>
            <a:ext cx="246184" cy="246184"/>
          </a:xfrm>
          <a:prstGeom prst="rect">
            <a:avLst/>
          </a:prstGeom>
          <a:solidFill>
            <a:srgbClr val="FA65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0" i="0" u="none" strike="noStrike" kern="1200" cap="none" spc="0" normalizeH="0" baseline="0" noProof="0">
              <a:ln>
                <a:solidFill>
                  <a:srgbClr val="E7E6E6">
                    <a:alpha val="0"/>
                  </a:srgbClr>
                </a:solidFill>
              </a:ln>
              <a:solidFill>
                <a:prstClr val="white"/>
              </a:solidFill>
              <a:effectLst/>
              <a:uLnTx/>
              <a:uFillTx/>
              <a:latin typeface="페이퍼로지 8 ExtraBold" pitchFamily="2" charset="-127"/>
              <a:ea typeface="페이퍼로지 8 ExtraBold" pitchFamily="2" charset="-127"/>
              <a:cs typeface="+mn-cs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129A7B02-60B2-4F85-9877-6B5021F4B8E3}"/>
              </a:ext>
            </a:extLst>
          </p:cNvPr>
          <p:cNvSpPr/>
          <p:nvPr/>
        </p:nvSpPr>
        <p:spPr>
          <a:xfrm>
            <a:off x="10319569" y="529200"/>
            <a:ext cx="246184" cy="246184"/>
          </a:xfrm>
          <a:prstGeom prst="rect">
            <a:avLst/>
          </a:prstGeom>
          <a:solidFill>
            <a:srgbClr val="2F485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0" i="0" u="none" strike="noStrike" kern="1200" cap="none" spc="0" normalizeH="0" baseline="0" noProof="0">
              <a:ln>
                <a:solidFill>
                  <a:srgbClr val="E7E6E6">
                    <a:alpha val="0"/>
                  </a:srgbClr>
                </a:solidFill>
              </a:ln>
              <a:solidFill>
                <a:prstClr val="white"/>
              </a:solidFill>
              <a:effectLst/>
              <a:uLnTx/>
              <a:uFillTx/>
              <a:latin typeface="페이퍼로지 8 ExtraBold" pitchFamily="2" charset="-127"/>
              <a:ea typeface="페이퍼로지 8 ExtraBold" pitchFamily="2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94433967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>
        <p159:morph option="byChar"/>
      </p:transition>
    </mc:Choice>
    <mc:Fallback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B8A57A-4FB9-B8CA-A6A0-4C1FC567CB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8FF517C0-3315-6F88-37FA-0E6633088E1E}"/>
              </a:ext>
            </a:extLst>
          </p:cNvPr>
          <p:cNvCxnSpPr>
            <a:cxnSpLocks/>
          </p:cNvCxnSpPr>
          <p:nvPr/>
        </p:nvCxnSpPr>
        <p:spPr>
          <a:xfrm>
            <a:off x="628650" y="914400"/>
            <a:ext cx="10934700" cy="0"/>
          </a:xfrm>
          <a:prstGeom prst="line">
            <a:avLst/>
          </a:prstGeom>
          <a:ln w="19050">
            <a:solidFill>
              <a:srgbClr val="E0833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12BA013-E40F-5C06-6B5C-E9CFD02140EC}"/>
              </a:ext>
            </a:extLst>
          </p:cNvPr>
          <p:cNvSpPr/>
          <p:nvPr/>
        </p:nvSpPr>
        <p:spPr>
          <a:xfrm>
            <a:off x="628649" y="1035130"/>
            <a:ext cx="10934702" cy="31854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※ </a:t>
            </a:r>
            <a:r>
              <a:rPr kumimoji="0" lang="ko-KR" altLang="en-US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포인트 색을 활용해 강조하는 방법</a:t>
            </a:r>
            <a:endParaRPr kumimoji="0" lang="ko-KR" altLang="en-US" sz="1200" b="0" i="0" u="none" strike="noStrike" kern="1200" cap="none" spc="0" normalizeH="0" baseline="0" noProof="0">
              <a:ln>
                <a:solidFill>
                  <a:srgbClr val="4472C4">
                    <a:alpha val="0"/>
                  </a:srgbClr>
                </a:solidFill>
              </a:ln>
              <a:solidFill>
                <a:srgbClr val="E7E6E6">
                  <a:lumMod val="10000"/>
                </a:srgbClr>
              </a:solidFill>
              <a:effectLst/>
              <a:uLnTx/>
              <a:uFillTx/>
              <a:latin typeface="G마켓 산스 TTF Bold" panose="02000000000000000000" pitchFamily="2" charset="-127"/>
              <a:ea typeface="G마켓 산스 TTF Bold" panose="02000000000000000000" pitchFamily="2" charset="-127"/>
              <a:cs typeface="+mn-cs"/>
            </a:endParaRPr>
          </a:p>
        </p:txBody>
      </p:sp>
      <p:pic>
        <p:nvPicPr>
          <p:cNvPr id="4" name="그림 3" descr="클립아트, 만화 영화, 상징이(가) 표시된 사진&#10;&#10;자동 생성된 설명">
            <a:extLst>
              <a:ext uri="{FF2B5EF4-FFF2-40B4-BE49-F238E27FC236}">
                <a16:creationId xmlns:a16="http://schemas.microsoft.com/office/drawing/2014/main" id="{DD0A015A-835A-881F-9FEA-EAE97CA33820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09532" y="339853"/>
            <a:ext cx="453817" cy="453817"/>
          </a:xfrm>
          <a:prstGeom prst="rect">
            <a:avLst/>
          </a:prstGeom>
        </p:spPr>
      </p:pic>
      <p:sp>
        <p:nvSpPr>
          <p:cNvPr id="2" name="타원 1">
            <a:extLst>
              <a:ext uri="{FF2B5EF4-FFF2-40B4-BE49-F238E27FC236}">
                <a16:creationId xmlns:a16="http://schemas.microsoft.com/office/drawing/2014/main" id="{FF67CD85-170A-D85E-5869-D5FDBD32E598}"/>
              </a:ext>
            </a:extLst>
          </p:cNvPr>
          <p:cNvSpPr/>
          <p:nvPr/>
        </p:nvSpPr>
        <p:spPr>
          <a:xfrm>
            <a:off x="2422925" y="1861487"/>
            <a:ext cx="1657350" cy="1657350"/>
          </a:xfrm>
          <a:prstGeom prst="ellipse">
            <a:avLst/>
          </a:prstGeom>
          <a:solidFill>
            <a:schemeClr val="bg2">
              <a:lumMod val="90000"/>
            </a:schemeClr>
          </a:solidFill>
          <a:ln w="1905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-5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회색</a:t>
            </a:r>
            <a:endParaRPr kumimoji="0" lang="en-US" altLang="ko-KR" sz="1600" b="0" i="0" u="none" strike="noStrike" kern="1200" cap="none" spc="-50" normalizeH="0" baseline="0" noProof="0">
              <a:ln>
                <a:solidFill>
                  <a:srgbClr val="FF0000">
                    <a:alpha val="0"/>
                  </a:srgbClr>
                </a:solidFill>
              </a:ln>
              <a:solidFill>
                <a:srgbClr val="E7E6E6">
                  <a:lumMod val="25000"/>
                </a:srgbClr>
              </a:solidFill>
              <a:effectLst/>
              <a:uLnTx/>
              <a:uFillTx/>
              <a:latin typeface="G마켓 산스 TTF Medium" panose="02000000000000000000" pitchFamily="2" charset="-127"/>
              <a:ea typeface="G마켓 산스 TTF Medium" panose="02000000000000000000" pitchFamily="2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-5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색채우기</a:t>
            </a: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648995FD-7C23-25EC-3690-D498222E6064}"/>
              </a:ext>
            </a:extLst>
          </p:cNvPr>
          <p:cNvSpPr/>
          <p:nvPr/>
        </p:nvSpPr>
        <p:spPr>
          <a:xfrm>
            <a:off x="4319192" y="1861487"/>
            <a:ext cx="1657350" cy="1657350"/>
          </a:xfrm>
          <a:prstGeom prst="ellipse">
            <a:avLst/>
          </a:prstGeom>
          <a:solidFill>
            <a:schemeClr val="bg2">
              <a:lumMod val="90000"/>
            </a:schemeClr>
          </a:solidFill>
          <a:ln w="1905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-5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회색</a:t>
            </a:r>
            <a:endParaRPr kumimoji="0" lang="en-US" altLang="ko-KR" sz="1600" b="0" i="0" u="none" strike="noStrike" kern="1200" cap="none" spc="-50" normalizeH="0" baseline="0" noProof="0">
              <a:ln>
                <a:solidFill>
                  <a:srgbClr val="FF0000">
                    <a:alpha val="0"/>
                  </a:srgbClr>
                </a:solidFill>
              </a:ln>
              <a:solidFill>
                <a:srgbClr val="E7E6E6">
                  <a:lumMod val="25000"/>
                </a:srgbClr>
              </a:solidFill>
              <a:effectLst/>
              <a:uLnTx/>
              <a:uFillTx/>
              <a:latin typeface="G마켓 산스 TTF Medium" panose="02000000000000000000" pitchFamily="2" charset="-127"/>
              <a:ea typeface="G마켓 산스 TTF Medium" panose="02000000000000000000" pitchFamily="2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-5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색채우기</a:t>
            </a: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6CBFAD07-EAD0-8719-16C8-C972C633A389}"/>
              </a:ext>
            </a:extLst>
          </p:cNvPr>
          <p:cNvSpPr/>
          <p:nvPr/>
        </p:nvSpPr>
        <p:spPr>
          <a:xfrm>
            <a:off x="6215459" y="1861487"/>
            <a:ext cx="1657350" cy="1657350"/>
          </a:xfrm>
          <a:prstGeom prst="ellipse">
            <a:avLst/>
          </a:prstGeom>
          <a:solidFill>
            <a:schemeClr val="bg2">
              <a:lumMod val="90000"/>
            </a:schemeClr>
          </a:solidFill>
          <a:ln w="1905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-5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회색</a:t>
            </a:r>
            <a:endParaRPr kumimoji="0" lang="en-US" altLang="ko-KR" sz="1600" b="0" i="0" u="none" strike="noStrike" kern="1200" cap="none" spc="-50" normalizeH="0" baseline="0" noProof="0">
              <a:ln>
                <a:solidFill>
                  <a:srgbClr val="FF0000">
                    <a:alpha val="0"/>
                  </a:srgbClr>
                </a:solidFill>
              </a:ln>
              <a:solidFill>
                <a:srgbClr val="E7E6E6">
                  <a:lumMod val="25000"/>
                </a:srgbClr>
              </a:solidFill>
              <a:effectLst/>
              <a:uLnTx/>
              <a:uFillTx/>
              <a:latin typeface="G마켓 산스 TTF Medium" panose="02000000000000000000" pitchFamily="2" charset="-127"/>
              <a:ea typeface="G마켓 산스 TTF Medium" panose="02000000000000000000" pitchFamily="2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-5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색채우기</a:t>
            </a:r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2330E0FD-38F6-701A-2CDE-72BC097E666F}"/>
              </a:ext>
            </a:extLst>
          </p:cNvPr>
          <p:cNvSpPr/>
          <p:nvPr/>
        </p:nvSpPr>
        <p:spPr>
          <a:xfrm>
            <a:off x="8111726" y="1861487"/>
            <a:ext cx="1657350" cy="1657350"/>
          </a:xfrm>
          <a:prstGeom prst="ellipse">
            <a:avLst/>
          </a:prstGeom>
          <a:solidFill>
            <a:srgbClr val="FA6502"/>
          </a:solidFill>
          <a:ln w="1905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-5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색채우기</a:t>
            </a:r>
            <a:endParaRPr kumimoji="0" lang="en-US" altLang="ko-KR" sz="1600" b="0" i="0" u="none" strike="noStrike" kern="1200" cap="none" spc="-50" normalizeH="0" baseline="0" noProof="0">
              <a:ln>
                <a:solidFill>
                  <a:srgbClr val="FF0000">
                    <a:alpha val="0"/>
                  </a:srgbClr>
                </a:solidFill>
              </a:ln>
              <a:solidFill>
                <a:srgbClr val="FFFFFF"/>
              </a:solidFill>
              <a:effectLst/>
              <a:uLnTx/>
              <a:uFillTx/>
              <a:latin typeface="G마켓 산스 TTF Bold" panose="02000000000000000000" pitchFamily="2" charset="-127"/>
              <a:ea typeface="G마켓 산스 TTF Bold" panose="02000000000000000000" pitchFamily="2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-5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+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-5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흰색글씨</a:t>
            </a:r>
            <a:endParaRPr kumimoji="0" lang="ko-KR" altLang="en-US" sz="1600" b="0" i="0" u="none" strike="noStrike" kern="1200" cap="none" spc="-50" normalizeH="0" baseline="0" noProof="0">
              <a:ln>
                <a:solidFill>
                  <a:srgbClr val="FF0000">
                    <a:alpha val="0"/>
                  </a:srgbClr>
                </a:solidFill>
              </a:ln>
              <a:solidFill>
                <a:srgbClr val="E7E6E6">
                  <a:lumMod val="25000"/>
                </a:srgbClr>
              </a:solidFill>
              <a:effectLst/>
              <a:uLnTx/>
              <a:uFillTx/>
              <a:latin typeface="G마켓 산스 TTF Bold" panose="02000000000000000000" pitchFamily="2" charset="-127"/>
              <a:ea typeface="G마켓 산스 TTF Bold" panose="02000000000000000000" pitchFamily="2" charset="-127"/>
              <a:cs typeface="+mn-cs"/>
            </a:endParaRP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FA891554-1DFF-56B5-559E-EC1CC92A53B6}"/>
              </a:ext>
            </a:extLst>
          </p:cNvPr>
          <p:cNvSpPr/>
          <p:nvPr/>
        </p:nvSpPr>
        <p:spPr>
          <a:xfrm>
            <a:off x="2422925" y="3810937"/>
            <a:ext cx="1657350" cy="1657350"/>
          </a:xfrm>
          <a:prstGeom prst="ellipse">
            <a:avLst/>
          </a:prstGeom>
          <a:solidFill>
            <a:schemeClr val="bg2">
              <a:lumMod val="90000"/>
            </a:schemeClr>
          </a:solidFill>
          <a:ln w="1905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-5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회색</a:t>
            </a:r>
            <a:endParaRPr kumimoji="0" lang="en-US" altLang="ko-KR" sz="1600" b="0" i="0" u="none" strike="noStrike" kern="1200" cap="none" spc="-50" normalizeH="0" baseline="0" noProof="0">
              <a:ln>
                <a:solidFill>
                  <a:srgbClr val="FF0000">
                    <a:alpha val="0"/>
                  </a:srgbClr>
                </a:solidFill>
              </a:ln>
              <a:solidFill>
                <a:srgbClr val="E7E6E6">
                  <a:lumMod val="25000"/>
                </a:srgbClr>
              </a:solidFill>
              <a:effectLst/>
              <a:uLnTx/>
              <a:uFillTx/>
              <a:latin typeface="G마켓 산스 TTF Medium" panose="02000000000000000000" pitchFamily="2" charset="-127"/>
              <a:ea typeface="G마켓 산스 TTF Medium" panose="02000000000000000000" pitchFamily="2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-5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색채우기</a:t>
            </a:r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B111ED06-5671-1956-5873-58B86BDDBF60}"/>
              </a:ext>
            </a:extLst>
          </p:cNvPr>
          <p:cNvSpPr/>
          <p:nvPr/>
        </p:nvSpPr>
        <p:spPr>
          <a:xfrm>
            <a:off x="4319192" y="3810937"/>
            <a:ext cx="1657350" cy="1657350"/>
          </a:xfrm>
          <a:prstGeom prst="ellipse">
            <a:avLst/>
          </a:prstGeom>
          <a:solidFill>
            <a:schemeClr val="bg2">
              <a:lumMod val="90000"/>
            </a:schemeClr>
          </a:solidFill>
          <a:ln w="1905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-5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회색</a:t>
            </a:r>
            <a:endParaRPr kumimoji="0" lang="en-US" altLang="ko-KR" sz="1600" b="0" i="0" u="none" strike="noStrike" kern="1200" cap="none" spc="-50" normalizeH="0" baseline="0" noProof="0">
              <a:ln>
                <a:solidFill>
                  <a:srgbClr val="FF0000">
                    <a:alpha val="0"/>
                  </a:srgbClr>
                </a:solidFill>
              </a:ln>
              <a:solidFill>
                <a:srgbClr val="E7E6E6">
                  <a:lumMod val="25000"/>
                </a:srgbClr>
              </a:solidFill>
              <a:effectLst/>
              <a:uLnTx/>
              <a:uFillTx/>
              <a:latin typeface="G마켓 산스 TTF Medium" panose="02000000000000000000" pitchFamily="2" charset="-127"/>
              <a:ea typeface="G마켓 산스 TTF Medium" panose="02000000000000000000" pitchFamily="2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-5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색채우기</a:t>
            </a:r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66E46AB8-D490-D652-335C-038E36FE0643}"/>
              </a:ext>
            </a:extLst>
          </p:cNvPr>
          <p:cNvSpPr/>
          <p:nvPr/>
        </p:nvSpPr>
        <p:spPr>
          <a:xfrm>
            <a:off x="6215459" y="3810937"/>
            <a:ext cx="1657350" cy="1657350"/>
          </a:xfrm>
          <a:prstGeom prst="ellipse">
            <a:avLst/>
          </a:prstGeom>
          <a:solidFill>
            <a:schemeClr val="bg2">
              <a:lumMod val="90000"/>
            </a:schemeClr>
          </a:solidFill>
          <a:ln w="1905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-5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회색</a:t>
            </a:r>
            <a:endParaRPr kumimoji="0" lang="en-US" altLang="ko-KR" sz="1600" b="0" i="0" u="none" strike="noStrike" kern="1200" cap="none" spc="-50" normalizeH="0" baseline="0" noProof="0">
              <a:ln>
                <a:solidFill>
                  <a:srgbClr val="FF0000">
                    <a:alpha val="0"/>
                  </a:srgbClr>
                </a:solidFill>
              </a:ln>
              <a:solidFill>
                <a:srgbClr val="E7E6E6">
                  <a:lumMod val="25000"/>
                </a:srgbClr>
              </a:solidFill>
              <a:effectLst/>
              <a:uLnTx/>
              <a:uFillTx/>
              <a:latin typeface="G마켓 산스 TTF Medium" panose="02000000000000000000" pitchFamily="2" charset="-127"/>
              <a:ea typeface="G마켓 산스 TTF Medium" panose="02000000000000000000" pitchFamily="2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-5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색채우기</a:t>
            </a:r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C6045C35-16A5-A2F4-DDC5-CDA6A306EBF5}"/>
              </a:ext>
            </a:extLst>
          </p:cNvPr>
          <p:cNvSpPr/>
          <p:nvPr/>
        </p:nvSpPr>
        <p:spPr>
          <a:xfrm>
            <a:off x="8111726" y="3810937"/>
            <a:ext cx="1657350" cy="1657350"/>
          </a:xfrm>
          <a:prstGeom prst="ellipse">
            <a:avLst/>
          </a:prstGeom>
          <a:ln w="19050">
            <a:solidFill>
              <a:srgbClr val="FA650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-5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윤곽선</a:t>
            </a:r>
            <a:endParaRPr kumimoji="0" lang="en-US" altLang="ko-KR" sz="1600" b="0" i="0" u="none" strike="noStrike" kern="1200" cap="none" spc="-50" normalizeH="0" baseline="0" noProof="0">
              <a:ln>
                <a:solidFill>
                  <a:srgbClr val="FF0000">
                    <a:alpha val="0"/>
                  </a:srgbClr>
                </a:solidFill>
              </a:ln>
              <a:solidFill>
                <a:prstClr val="black"/>
              </a:solidFill>
              <a:effectLst/>
              <a:uLnTx/>
              <a:uFillTx/>
              <a:latin typeface="G마켓 산스 TTF Bold" panose="02000000000000000000" pitchFamily="2" charset="-127"/>
              <a:ea typeface="G마켓 산스 TTF Bold" panose="02000000000000000000" pitchFamily="2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-5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+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-5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검정글씨</a:t>
            </a:r>
            <a:endParaRPr kumimoji="0" lang="en-US" altLang="ko-KR" sz="1600" b="0" i="0" u="none" strike="noStrike" kern="1200" cap="none" spc="-50" normalizeH="0" baseline="0" noProof="0">
              <a:ln>
                <a:solidFill>
                  <a:srgbClr val="FF0000">
                    <a:alpha val="0"/>
                  </a:srgbClr>
                </a:solidFill>
              </a:ln>
              <a:solidFill>
                <a:prstClr val="black"/>
              </a:solidFill>
              <a:effectLst/>
              <a:uLnTx/>
              <a:uFillTx/>
              <a:latin typeface="G마켓 산스 TTF Bold" panose="02000000000000000000" pitchFamily="2" charset="-127"/>
              <a:ea typeface="G마켓 산스 TTF Bold" panose="02000000000000000000" pitchFamily="2" charset="-127"/>
              <a:cs typeface="+mn-cs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A96213D-7228-38AD-1D69-359AA913FC33}"/>
              </a:ext>
            </a:extLst>
          </p:cNvPr>
          <p:cNvSpPr txBox="1"/>
          <p:nvPr/>
        </p:nvSpPr>
        <p:spPr>
          <a:xfrm>
            <a:off x="546100" y="274320"/>
            <a:ext cx="1425540" cy="276999"/>
          </a:xfrm>
          <a:prstGeom prst="rect">
            <a:avLst/>
          </a:prstGeom>
          <a:noFill/>
        </p:spPr>
        <p:txBody>
          <a:bodyPr wrap="none" lIns="90000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019D6D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02. </a:t>
            </a:r>
            <a:r>
              <a:rPr kumimoji="0" lang="ko-KR" altLang="en-US" sz="1200" b="0" i="0" u="none" strike="noStrike" kern="1200" cap="none" spc="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019D6D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속도 </a:t>
            </a: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019D6D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&amp; </a:t>
            </a:r>
            <a:r>
              <a:rPr kumimoji="0" lang="ko-KR" altLang="en-US" sz="1200" b="0" i="0" u="none" strike="noStrike" kern="1200" cap="none" spc="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019D6D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도식화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85835847-7BC4-77E5-CD58-83820119689B}"/>
              </a:ext>
            </a:extLst>
          </p:cNvPr>
          <p:cNvSpPr/>
          <p:nvPr/>
        </p:nvSpPr>
        <p:spPr>
          <a:xfrm>
            <a:off x="10649884" y="529200"/>
            <a:ext cx="246184" cy="246184"/>
          </a:xfrm>
          <a:prstGeom prst="rect">
            <a:avLst/>
          </a:prstGeom>
          <a:solidFill>
            <a:srgbClr val="FA65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0" i="0" u="none" strike="noStrike" kern="1200" cap="none" spc="0" normalizeH="0" baseline="0" noProof="0">
              <a:ln>
                <a:solidFill>
                  <a:srgbClr val="E7E6E6">
                    <a:alpha val="0"/>
                  </a:srgbClr>
                </a:solidFill>
              </a:ln>
              <a:solidFill>
                <a:prstClr val="white"/>
              </a:solidFill>
              <a:effectLst/>
              <a:uLnTx/>
              <a:uFillTx/>
              <a:latin typeface="페이퍼로지 8 ExtraBold" pitchFamily="2" charset="-127"/>
              <a:ea typeface="페이퍼로지 8 ExtraBold" pitchFamily="2" charset="-127"/>
              <a:cs typeface="+mn-cs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BA079E12-8B8B-02BD-FD3B-280EF60CA9AF}"/>
              </a:ext>
            </a:extLst>
          </p:cNvPr>
          <p:cNvSpPr/>
          <p:nvPr/>
        </p:nvSpPr>
        <p:spPr>
          <a:xfrm>
            <a:off x="10319569" y="529200"/>
            <a:ext cx="246184" cy="246184"/>
          </a:xfrm>
          <a:prstGeom prst="rect">
            <a:avLst/>
          </a:prstGeom>
          <a:solidFill>
            <a:srgbClr val="2F485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0" i="0" u="none" strike="noStrike" kern="1200" cap="none" spc="0" normalizeH="0" baseline="0" noProof="0">
              <a:ln>
                <a:solidFill>
                  <a:srgbClr val="E7E6E6">
                    <a:alpha val="0"/>
                  </a:srgbClr>
                </a:solidFill>
              </a:ln>
              <a:solidFill>
                <a:prstClr val="white"/>
              </a:solidFill>
              <a:effectLst/>
              <a:uLnTx/>
              <a:uFillTx/>
              <a:latin typeface="페이퍼로지 8 ExtraBold" pitchFamily="2" charset="-127"/>
              <a:ea typeface="페이퍼로지 8 ExtraBold" pitchFamily="2" charset="-127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2775D3-C3B0-53B0-E1E4-5E14451B1BDF}"/>
              </a:ext>
            </a:extLst>
          </p:cNvPr>
          <p:cNvSpPr txBox="1"/>
          <p:nvPr/>
        </p:nvSpPr>
        <p:spPr>
          <a:xfrm>
            <a:off x="628649" y="513219"/>
            <a:ext cx="3556002" cy="369332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-5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도식화 </a:t>
            </a:r>
            <a:r>
              <a:rPr kumimoji="0" lang="ko-KR" altLang="en-US" sz="1800" b="0" i="0" u="none" strike="noStrike" kern="1200" cap="none" spc="-5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FA6502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뽀인트색으로 강조하기</a:t>
            </a:r>
          </a:p>
        </p:txBody>
      </p:sp>
    </p:spTree>
    <p:extLst>
      <p:ext uri="{BB962C8B-B14F-4D97-AF65-F5344CB8AC3E}">
        <p14:creationId xmlns:p14="http://schemas.microsoft.com/office/powerpoint/2010/main" val="1888255519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>
        <p159:morph option="byChar"/>
      </p:transition>
    </mc:Choice>
    <mc:Fallback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23796C6-4909-0D63-F8A7-8078C531AF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7A304EBA-2C1F-12FC-A018-AAACE62CD772}"/>
              </a:ext>
            </a:extLst>
          </p:cNvPr>
          <p:cNvCxnSpPr>
            <a:cxnSpLocks/>
          </p:cNvCxnSpPr>
          <p:nvPr/>
        </p:nvCxnSpPr>
        <p:spPr>
          <a:xfrm>
            <a:off x="628650" y="914400"/>
            <a:ext cx="10934700" cy="0"/>
          </a:xfrm>
          <a:prstGeom prst="line">
            <a:avLst/>
          </a:prstGeom>
          <a:ln w="19050">
            <a:solidFill>
              <a:srgbClr val="E0833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C321BBE-2431-4193-5437-658620A649C4}"/>
              </a:ext>
            </a:extLst>
          </p:cNvPr>
          <p:cNvSpPr/>
          <p:nvPr/>
        </p:nvSpPr>
        <p:spPr>
          <a:xfrm>
            <a:off x="628649" y="1035130"/>
            <a:ext cx="10934702" cy="31854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※ </a:t>
            </a:r>
            <a:r>
              <a:rPr kumimoji="0" lang="ko-KR" altLang="en-US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포인트 색을 활용해 강조하는 방법</a:t>
            </a:r>
            <a:endParaRPr kumimoji="0" lang="ko-KR" altLang="en-US" sz="1200" b="0" i="0" u="none" strike="noStrike" kern="1200" cap="none" spc="0" normalizeH="0" baseline="0" noProof="0">
              <a:ln>
                <a:solidFill>
                  <a:srgbClr val="4472C4">
                    <a:alpha val="0"/>
                  </a:srgbClr>
                </a:solidFill>
              </a:ln>
              <a:solidFill>
                <a:srgbClr val="E7E6E6">
                  <a:lumMod val="10000"/>
                </a:srgbClr>
              </a:solidFill>
              <a:effectLst/>
              <a:uLnTx/>
              <a:uFillTx/>
              <a:latin typeface="G마켓 산스 TTF Bold" panose="02000000000000000000" pitchFamily="2" charset="-127"/>
              <a:ea typeface="G마켓 산스 TTF Bold" panose="02000000000000000000" pitchFamily="2" charset="-127"/>
              <a:cs typeface="+mn-cs"/>
            </a:endParaRPr>
          </a:p>
        </p:txBody>
      </p:sp>
      <p:pic>
        <p:nvPicPr>
          <p:cNvPr id="4" name="그림 3" descr="클립아트, 만화 영화, 상징이(가) 표시된 사진&#10;&#10;자동 생성된 설명">
            <a:extLst>
              <a:ext uri="{FF2B5EF4-FFF2-40B4-BE49-F238E27FC236}">
                <a16:creationId xmlns:a16="http://schemas.microsoft.com/office/drawing/2014/main" id="{5D0D4670-4721-AD75-EE6F-3A2EEBB0C49A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09532" y="339853"/>
            <a:ext cx="453817" cy="453817"/>
          </a:xfrm>
          <a:prstGeom prst="rect">
            <a:avLst/>
          </a:prstGeom>
        </p:spPr>
      </p:pic>
      <p:sp>
        <p:nvSpPr>
          <p:cNvPr id="8" name="타원 7">
            <a:extLst>
              <a:ext uri="{FF2B5EF4-FFF2-40B4-BE49-F238E27FC236}">
                <a16:creationId xmlns:a16="http://schemas.microsoft.com/office/drawing/2014/main" id="{995F2420-949D-90C8-8495-5BF986BD4D43}"/>
              </a:ext>
            </a:extLst>
          </p:cNvPr>
          <p:cNvSpPr/>
          <p:nvPr/>
        </p:nvSpPr>
        <p:spPr>
          <a:xfrm>
            <a:off x="628649" y="3998939"/>
            <a:ext cx="1657350" cy="1657350"/>
          </a:xfrm>
          <a:prstGeom prst="ellipse">
            <a:avLst/>
          </a:prstGeom>
          <a:solidFill>
            <a:schemeClr val="bg2">
              <a:lumMod val="90000"/>
            </a:schemeClr>
          </a:solidFill>
          <a:ln w="1905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-5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잔바리</a:t>
            </a: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E968CE90-9E25-5AA6-90D1-DC96B60228C6}"/>
              </a:ext>
            </a:extLst>
          </p:cNvPr>
          <p:cNvSpPr/>
          <p:nvPr/>
        </p:nvSpPr>
        <p:spPr>
          <a:xfrm>
            <a:off x="3609973" y="3998939"/>
            <a:ext cx="1657350" cy="1657350"/>
          </a:xfrm>
          <a:prstGeom prst="ellipse">
            <a:avLst/>
          </a:prstGeom>
          <a:solidFill>
            <a:schemeClr val="bg2">
              <a:lumMod val="90000"/>
            </a:schemeClr>
          </a:solidFill>
          <a:ln w="1905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-5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정렬</a:t>
            </a:r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2D009845-4C14-4B4C-12AF-1D915BB35BC1}"/>
              </a:ext>
            </a:extLst>
          </p:cNvPr>
          <p:cNvSpPr/>
          <p:nvPr/>
        </p:nvSpPr>
        <p:spPr>
          <a:xfrm>
            <a:off x="5267323" y="3998939"/>
            <a:ext cx="1657350" cy="1657350"/>
          </a:xfrm>
          <a:prstGeom prst="ellipse">
            <a:avLst/>
          </a:prstGeom>
          <a:solidFill>
            <a:schemeClr val="bg2">
              <a:lumMod val="90000"/>
            </a:schemeClr>
          </a:solidFill>
          <a:ln w="1905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-5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그룹화</a:t>
            </a: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896E1723-0A0E-24FC-2696-F6C67D8F1C4E}"/>
              </a:ext>
            </a:extLst>
          </p:cNvPr>
          <p:cNvSpPr/>
          <p:nvPr/>
        </p:nvSpPr>
        <p:spPr>
          <a:xfrm>
            <a:off x="6924673" y="3998939"/>
            <a:ext cx="1657350" cy="1657350"/>
          </a:xfrm>
          <a:prstGeom prst="ellipse">
            <a:avLst/>
          </a:prstGeom>
          <a:solidFill>
            <a:schemeClr val="bg2">
              <a:lumMod val="90000"/>
            </a:schemeClr>
          </a:solidFill>
          <a:ln w="1905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-5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컨쉬</a:t>
            </a:r>
            <a:endParaRPr kumimoji="0" lang="en-US" altLang="ko-KR" sz="1600" b="0" i="0" u="none" strike="noStrike" kern="1200" cap="none" spc="-50" normalizeH="0" baseline="0" noProof="0">
              <a:ln>
                <a:solidFill>
                  <a:srgbClr val="FF0000">
                    <a:alpha val="0"/>
                  </a:srgbClr>
                </a:solidFill>
              </a:ln>
              <a:solidFill>
                <a:srgbClr val="E7E6E6">
                  <a:lumMod val="25000"/>
                </a:srgbClr>
              </a:solidFill>
              <a:effectLst/>
              <a:uLnTx/>
              <a:uFillTx/>
              <a:latin typeface="G마켓 산스 TTF Medium" panose="02000000000000000000" pitchFamily="2" charset="-127"/>
              <a:ea typeface="G마켓 산스 TTF Medium" panose="02000000000000000000" pitchFamily="2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-5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드래그</a:t>
            </a: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51C4AA38-1E6B-3257-CB6B-AECF6851D4DB}"/>
              </a:ext>
            </a:extLst>
          </p:cNvPr>
          <p:cNvSpPr/>
          <p:nvPr/>
        </p:nvSpPr>
        <p:spPr>
          <a:xfrm>
            <a:off x="9905999" y="3998939"/>
            <a:ext cx="1657350" cy="1657350"/>
          </a:xfrm>
          <a:prstGeom prst="ellipse">
            <a:avLst/>
          </a:prstGeom>
          <a:solidFill>
            <a:schemeClr val="bg2">
              <a:lumMod val="90000"/>
            </a:schemeClr>
          </a:solidFill>
          <a:ln w="1905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-5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깔끔한</a:t>
            </a:r>
            <a:endParaRPr kumimoji="0" lang="en-US" altLang="ko-KR" sz="1600" b="0" i="0" u="none" strike="noStrike" kern="1200" cap="none" spc="-50" normalizeH="0" baseline="0" noProof="0">
              <a:ln>
                <a:solidFill>
                  <a:srgbClr val="FF0000">
                    <a:alpha val="0"/>
                  </a:srgbClr>
                </a:solidFill>
              </a:ln>
              <a:solidFill>
                <a:srgbClr val="E7E6E6">
                  <a:lumMod val="25000"/>
                </a:srgbClr>
              </a:solidFill>
              <a:effectLst/>
              <a:uLnTx/>
              <a:uFillTx/>
              <a:latin typeface="G마켓 산스 TTF Medium" panose="02000000000000000000" pitchFamily="2" charset="-127"/>
              <a:ea typeface="G마켓 산스 TTF Medium" panose="02000000000000000000" pitchFamily="2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-5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구조화</a:t>
            </a:r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FAED9381-003A-B3E3-65AC-EF8E5F06CEB5}"/>
              </a:ext>
            </a:extLst>
          </p:cNvPr>
          <p:cNvCxnSpPr>
            <a:cxnSpLocks/>
          </p:cNvCxnSpPr>
          <p:nvPr/>
        </p:nvCxnSpPr>
        <p:spPr>
          <a:xfrm>
            <a:off x="2516186" y="4827614"/>
            <a:ext cx="863600" cy="0"/>
          </a:xfrm>
          <a:prstGeom prst="straightConnector1">
            <a:avLst/>
          </a:prstGeom>
          <a:ln w="12700">
            <a:solidFill>
              <a:schemeClr val="bg2">
                <a:lumMod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1B3D463A-F12E-25F2-21C9-5FDC0E1DACBF}"/>
              </a:ext>
            </a:extLst>
          </p:cNvPr>
          <p:cNvCxnSpPr>
            <a:cxnSpLocks/>
          </p:cNvCxnSpPr>
          <p:nvPr/>
        </p:nvCxnSpPr>
        <p:spPr>
          <a:xfrm>
            <a:off x="8812211" y="4827614"/>
            <a:ext cx="863600" cy="0"/>
          </a:xfrm>
          <a:prstGeom prst="straightConnector1">
            <a:avLst/>
          </a:prstGeom>
          <a:ln w="12700">
            <a:solidFill>
              <a:schemeClr val="bg2">
                <a:lumMod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11E32134-5287-9E47-98C4-60E9FB47C310}"/>
              </a:ext>
            </a:extLst>
          </p:cNvPr>
          <p:cNvSpPr txBox="1"/>
          <p:nvPr/>
        </p:nvSpPr>
        <p:spPr>
          <a:xfrm>
            <a:off x="2547802" y="4531807"/>
            <a:ext cx="800369" cy="246221"/>
          </a:xfrm>
          <a:prstGeom prst="rect">
            <a:avLst/>
          </a:prstGeom>
          <a:noFill/>
        </p:spPr>
        <p:txBody>
          <a:bodyPr wrap="none" lIns="90000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 err="1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3B3838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깔쌈하구나</a:t>
            </a:r>
            <a:endParaRPr kumimoji="0" lang="ko-KR" altLang="en-US" sz="1000" b="0" i="0" u="none" strike="noStrike" kern="1200" cap="none" spc="0" normalizeH="0" baseline="0" noProof="0">
              <a:ln>
                <a:solidFill>
                  <a:srgbClr val="FF0000">
                    <a:alpha val="0"/>
                  </a:srgbClr>
                </a:solidFill>
              </a:ln>
              <a:solidFill>
                <a:srgbClr val="3B3838"/>
              </a:solidFill>
              <a:effectLst/>
              <a:uLnTx/>
              <a:uFillTx/>
              <a:latin typeface="G마켓 산스 TTF Medium" panose="02000000000000000000" pitchFamily="2" charset="-127"/>
              <a:ea typeface="G마켓 산스 TTF Medium" panose="02000000000000000000" pitchFamily="2" charset="-127"/>
              <a:cs typeface="+mn-cs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AD2171C-0F82-EC1F-4733-4E28D4A8766C}"/>
              </a:ext>
            </a:extLst>
          </p:cNvPr>
          <p:cNvSpPr txBox="1"/>
          <p:nvPr/>
        </p:nvSpPr>
        <p:spPr>
          <a:xfrm>
            <a:off x="8843826" y="4531807"/>
            <a:ext cx="800369" cy="246221"/>
          </a:xfrm>
          <a:prstGeom prst="rect">
            <a:avLst/>
          </a:prstGeom>
          <a:noFill/>
        </p:spPr>
        <p:txBody>
          <a:bodyPr wrap="none" lIns="90000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 err="1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3B3838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깔쌈하구나</a:t>
            </a:r>
            <a:endParaRPr kumimoji="0" lang="ko-KR" altLang="en-US" sz="1000" b="0" i="0" u="none" strike="noStrike" kern="1200" cap="none" spc="0" normalizeH="0" baseline="0" noProof="0">
              <a:ln>
                <a:solidFill>
                  <a:srgbClr val="FF0000">
                    <a:alpha val="0"/>
                  </a:srgbClr>
                </a:solidFill>
              </a:ln>
              <a:solidFill>
                <a:srgbClr val="3B3838"/>
              </a:solidFill>
              <a:effectLst/>
              <a:uLnTx/>
              <a:uFillTx/>
              <a:latin typeface="G마켓 산스 TTF Medium" panose="02000000000000000000" pitchFamily="2" charset="-127"/>
              <a:ea typeface="G마켓 산스 TTF Medium" panose="02000000000000000000" pitchFamily="2" charset="-127"/>
              <a:cs typeface="+mn-cs"/>
            </a:endParaRPr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7FD0FD94-639B-8506-05E7-1339A586F2FB}"/>
              </a:ext>
            </a:extLst>
          </p:cNvPr>
          <p:cNvSpPr/>
          <p:nvPr/>
        </p:nvSpPr>
        <p:spPr>
          <a:xfrm>
            <a:off x="628649" y="1822693"/>
            <a:ext cx="1657350" cy="1657350"/>
          </a:xfrm>
          <a:prstGeom prst="ellipse">
            <a:avLst/>
          </a:prstGeom>
          <a:solidFill>
            <a:schemeClr val="bg2">
              <a:lumMod val="90000"/>
            </a:schemeClr>
          </a:solidFill>
          <a:ln w="1905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-5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잔바리</a:t>
            </a:r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0FF8D2DE-F28F-D6C9-6B69-0A49AF9E40E8}"/>
              </a:ext>
            </a:extLst>
          </p:cNvPr>
          <p:cNvSpPr/>
          <p:nvPr/>
        </p:nvSpPr>
        <p:spPr>
          <a:xfrm>
            <a:off x="3609973" y="1822693"/>
            <a:ext cx="1657350" cy="1657350"/>
          </a:xfrm>
          <a:prstGeom prst="ellipse">
            <a:avLst/>
          </a:prstGeom>
          <a:ln w="19050">
            <a:solidFill>
              <a:srgbClr val="FA650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-5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정렬</a:t>
            </a:r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37D73034-202E-9073-ABB5-BF4F37194337}"/>
              </a:ext>
            </a:extLst>
          </p:cNvPr>
          <p:cNvSpPr/>
          <p:nvPr/>
        </p:nvSpPr>
        <p:spPr>
          <a:xfrm>
            <a:off x="5267323" y="1822693"/>
            <a:ext cx="1657350" cy="1657350"/>
          </a:xfrm>
          <a:prstGeom prst="ellipse">
            <a:avLst/>
          </a:prstGeom>
          <a:ln w="19050">
            <a:solidFill>
              <a:srgbClr val="FA650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-5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그룹화</a:t>
            </a:r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90E27A3C-266E-62FD-50FC-1E1F2C449D31}"/>
              </a:ext>
            </a:extLst>
          </p:cNvPr>
          <p:cNvSpPr/>
          <p:nvPr/>
        </p:nvSpPr>
        <p:spPr>
          <a:xfrm>
            <a:off x="6924673" y="1822693"/>
            <a:ext cx="1657350" cy="1657350"/>
          </a:xfrm>
          <a:prstGeom prst="ellipse">
            <a:avLst/>
          </a:prstGeom>
          <a:ln w="19050">
            <a:solidFill>
              <a:srgbClr val="FA650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-5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컨쉬</a:t>
            </a:r>
            <a:endParaRPr kumimoji="0" lang="en-US" altLang="ko-KR" sz="1800" b="0" i="0" u="none" strike="noStrike" kern="1200" cap="none" spc="-50" normalizeH="0" baseline="0" noProof="0">
              <a:ln>
                <a:solidFill>
                  <a:srgbClr val="FF0000">
                    <a:alpha val="0"/>
                  </a:srgb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G마켓 산스 TTF Bold" panose="02000000000000000000" pitchFamily="2" charset="-127"/>
              <a:ea typeface="G마켓 산스 TTF Bold" panose="02000000000000000000" pitchFamily="2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-5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드래그</a:t>
            </a: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1A252512-D26C-8CCD-E435-E5336AB2F55E}"/>
              </a:ext>
            </a:extLst>
          </p:cNvPr>
          <p:cNvSpPr/>
          <p:nvPr/>
        </p:nvSpPr>
        <p:spPr>
          <a:xfrm>
            <a:off x="9905999" y="1822693"/>
            <a:ext cx="1657350" cy="1657350"/>
          </a:xfrm>
          <a:prstGeom prst="ellipse">
            <a:avLst/>
          </a:prstGeom>
          <a:solidFill>
            <a:srgbClr val="FA65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-5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깔끔한</a:t>
            </a:r>
            <a:endParaRPr kumimoji="0" lang="en-US" altLang="ko-KR" sz="1800" b="0" i="0" u="none" strike="noStrike" kern="1200" cap="none" spc="-50" normalizeH="0" baseline="0" noProof="0">
              <a:ln>
                <a:solidFill>
                  <a:srgbClr val="FF0000">
                    <a:alpha val="0"/>
                  </a:srgbClr>
                </a:solidFill>
              </a:ln>
              <a:solidFill>
                <a:srgbClr val="FFFFFF"/>
              </a:solidFill>
              <a:effectLst/>
              <a:uLnTx/>
              <a:uFillTx/>
              <a:latin typeface="G마켓 산스 TTF Bold" panose="02000000000000000000" pitchFamily="2" charset="-127"/>
              <a:ea typeface="G마켓 산스 TTF Bold" panose="02000000000000000000" pitchFamily="2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-5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구조화</a:t>
            </a:r>
          </a:p>
        </p:txBody>
      </p: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24E0696E-1A87-12F5-5903-64BA9182CD21}"/>
              </a:ext>
            </a:extLst>
          </p:cNvPr>
          <p:cNvCxnSpPr>
            <a:cxnSpLocks/>
          </p:cNvCxnSpPr>
          <p:nvPr/>
        </p:nvCxnSpPr>
        <p:spPr>
          <a:xfrm>
            <a:off x="2516186" y="2651368"/>
            <a:ext cx="863600" cy="0"/>
          </a:xfrm>
          <a:prstGeom prst="straightConnector1">
            <a:avLst/>
          </a:prstGeom>
          <a:ln w="12700">
            <a:solidFill>
              <a:schemeClr val="bg2">
                <a:lumMod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A1A72673-FC64-FC99-0B6F-9DF6355B976B}"/>
              </a:ext>
            </a:extLst>
          </p:cNvPr>
          <p:cNvCxnSpPr>
            <a:cxnSpLocks/>
          </p:cNvCxnSpPr>
          <p:nvPr/>
        </p:nvCxnSpPr>
        <p:spPr>
          <a:xfrm>
            <a:off x="8812211" y="2651368"/>
            <a:ext cx="863600" cy="0"/>
          </a:xfrm>
          <a:prstGeom prst="straightConnector1">
            <a:avLst/>
          </a:prstGeom>
          <a:ln w="12700">
            <a:solidFill>
              <a:schemeClr val="bg2">
                <a:lumMod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2E361436-1E63-F980-7F88-6D6BF7B66514}"/>
              </a:ext>
            </a:extLst>
          </p:cNvPr>
          <p:cNvSpPr txBox="1"/>
          <p:nvPr/>
        </p:nvSpPr>
        <p:spPr>
          <a:xfrm>
            <a:off x="2547802" y="2355561"/>
            <a:ext cx="800369" cy="246221"/>
          </a:xfrm>
          <a:prstGeom prst="rect">
            <a:avLst/>
          </a:prstGeom>
          <a:noFill/>
        </p:spPr>
        <p:txBody>
          <a:bodyPr wrap="none" lIns="90000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 err="1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3B3838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깔쌈하구나</a:t>
            </a:r>
            <a:endParaRPr kumimoji="0" lang="ko-KR" altLang="en-US" sz="1000" b="0" i="0" u="none" strike="noStrike" kern="1200" cap="none" spc="0" normalizeH="0" baseline="0" noProof="0">
              <a:ln>
                <a:solidFill>
                  <a:srgbClr val="FF0000">
                    <a:alpha val="0"/>
                  </a:srgbClr>
                </a:solidFill>
              </a:ln>
              <a:solidFill>
                <a:srgbClr val="3B3838"/>
              </a:solidFill>
              <a:effectLst/>
              <a:uLnTx/>
              <a:uFillTx/>
              <a:latin typeface="G마켓 산스 TTF Medium" panose="02000000000000000000" pitchFamily="2" charset="-127"/>
              <a:ea typeface="G마켓 산스 TTF Medium" panose="02000000000000000000" pitchFamily="2" charset="-127"/>
              <a:cs typeface="+mn-cs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9A6A3F1-48D3-4488-FE17-4D2691E0D08A}"/>
              </a:ext>
            </a:extLst>
          </p:cNvPr>
          <p:cNvSpPr txBox="1"/>
          <p:nvPr/>
        </p:nvSpPr>
        <p:spPr>
          <a:xfrm>
            <a:off x="8843826" y="2355561"/>
            <a:ext cx="800369" cy="246221"/>
          </a:xfrm>
          <a:prstGeom prst="rect">
            <a:avLst/>
          </a:prstGeom>
          <a:noFill/>
        </p:spPr>
        <p:txBody>
          <a:bodyPr wrap="none" lIns="90000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 err="1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3B3838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깔쌈하구나</a:t>
            </a:r>
            <a:endParaRPr kumimoji="0" lang="ko-KR" altLang="en-US" sz="1000" b="0" i="0" u="none" strike="noStrike" kern="1200" cap="none" spc="0" normalizeH="0" baseline="0" noProof="0">
              <a:ln>
                <a:solidFill>
                  <a:srgbClr val="FF0000">
                    <a:alpha val="0"/>
                  </a:srgbClr>
                </a:solidFill>
              </a:ln>
              <a:solidFill>
                <a:srgbClr val="3B3838"/>
              </a:solidFill>
              <a:effectLst/>
              <a:uLnTx/>
              <a:uFillTx/>
              <a:latin typeface="G마켓 산스 TTF Medium" panose="02000000000000000000" pitchFamily="2" charset="-127"/>
              <a:ea typeface="G마켓 산스 TTF Medium" panose="02000000000000000000" pitchFamily="2" charset="-127"/>
              <a:cs typeface="+mn-cs"/>
            </a:endParaRPr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58C9C4C6-740A-D55A-867E-0FBD23EEB994}"/>
              </a:ext>
            </a:extLst>
          </p:cNvPr>
          <p:cNvSpPr/>
          <p:nvPr/>
        </p:nvSpPr>
        <p:spPr>
          <a:xfrm>
            <a:off x="10619069" y="516671"/>
            <a:ext cx="276999" cy="276999"/>
          </a:xfrm>
          <a:prstGeom prst="ellipse">
            <a:avLst/>
          </a:prstGeom>
          <a:solidFill>
            <a:srgbClr val="2F485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-50" normalizeH="0" baseline="0" noProof="0">
              <a:ln>
                <a:solidFill>
                  <a:srgbClr val="FF0000">
                    <a:alpha val="0"/>
                  </a:srgbClr>
                </a:solidFill>
              </a:ln>
              <a:solidFill>
                <a:srgbClr val="FFFFFF"/>
              </a:solidFill>
              <a:effectLst/>
              <a:uLnTx/>
              <a:uFillTx/>
              <a:latin typeface="G마켓 산스 TTF Bold" panose="02000000000000000000" pitchFamily="2" charset="-127"/>
              <a:ea typeface="G마켓 산스 TTF Bold" panose="02000000000000000000" pitchFamily="2" charset="-127"/>
              <a:cs typeface="+mn-cs"/>
            </a:endParaRPr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44BE6F51-1346-6471-F393-C7AF3C111D14}"/>
              </a:ext>
            </a:extLst>
          </p:cNvPr>
          <p:cNvSpPr/>
          <p:nvPr/>
        </p:nvSpPr>
        <p:spPr>
          <a:xfrm>
            <a:off x="10293423" y="516671"/>
            <a:ext cx="276999" cy="276999"/>
          </a:xfrm>
          <a:prstGeom prst="ellipse">
            <a:avLst/>
          </a:prstGeom>
          <a:ln w="19050">
            <a:solidFill>
              <a:srgbClr val="2F485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-50" normalizeH="0" baseline="0" noProof="0">
              <a:ln>
                <a:solidFill>
                  <a:srgbClr val="FF0000">
                    <a:alpha val="0"/>
                  </a:srgb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G마켓 산스 TTF Bold" panose="02000000000000000000" pitchFamily="2" charset="-127"/>
              <a:ea typeface="G마켓 산스 TTF Bold" panose="02000000000000000000" pitchFamily="2" charset="-127"/>
              <a:cs typeface="+mn-cs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D6D05E8-3398-0C0B-5B11-BA9A804D0639}"/>
              </a:ext>
            </a:extLst>
          </p:cNvPr>
          <p:cNvSpPr txBox="1"/>
          <p:nvPr/>
        </p:nvSpPr>
        <p:spPr>
          <a:xfrm>
            <a:off x="546100" y="274320"/>
            <a:ext cx="1425540" cy="276999"/>
          </a:xfrm>
          <a:prstGeom prst="rect">
            <a:avLst/>
          </a:prstGeom>
          <a:noFill/>
        </p:spPr>
        <p:txBody>
          <a:bodyPr wrap="none" lIns="90000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019D6D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02. </a:t>
            </a:r>
            <a:r>
              <a:rPr kumimoji="0" lang="ko-KR" altLang="en-US" sz="1200" b="0" i="0" u="none" strike="noStrike" kern="1200" cap="none" spc="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019D6D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속도 </a:t>
            </a: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019D6D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&amp; </a:t>
            </a:r>
            <a:r>
              <a:rPr kumimoji="0" lang="ko-KR" altLang="en-US" sz="1200" b="0" i="0" u="none" strike="noStrike" kern="1200" cap="none" spc="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019D6D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도식화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5295B2E-75DB-A964-0794-FE19EA7F6B17}"/>
              </a:ext>
            </a:extLst>
          </p:cNvPr>
          <p:cNvSpPr txBox="1"/>
          <p:nvPr/>
        </p:nvSpPr>
        <p:spPr>
          <a:xfrm>
            <a:off x="628649" y="513219"/>
            <a:ext cx="3556002" cy="369332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-5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도식화 </a:t>
            </a:r>
            <a:r>
              <a:rPr kumimoji="0" lang="ko-KR" altLang="en-US" sz="1800" b="0" i="0" u="none" strike="noStrike" kern="1200" cap="none" spc="-5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FA6502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뽀인트색으로 강조하기</a:t>
            </a:r>
          </a:p>
        </p:txBody>
      </p:sp>
    </p:spTree>
    <p:extLst>
      <p:ext uri="{BB962C8B-B14F-4D97-AF65-F5344CB8AC3E}">
        <p14:creationId xmlns:p14="http://schemas.microsoft.com/office/powerpoint/2010/main" val="3431508882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>
        <p159:morph option="byChar"/>
      </p:transition>
    </mc:Choice>
    <mc:Fallback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44DCB64-C7A7-6D2D-A3F1-DE59675485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8439D020-FF2E-A594-C813-96E6F4F5299E}"/>
              </a:ext>
            </a:extLst>
          </p:cNvPr>
          <p:cNvCxnSpPr>
            <a:cxnSpLocks/>
          </p:cNvCxnSpPr>
          <p:nvPr/>
        </p:nvCxnSpPr>
        <p:spPr>
          <a:xfrm>
            <a:off x="628650" y="914400"/>
            <a:ext cx="10934700" cy="0"/>
          </a:xfrm>
          <a:prstGeom prst="line">
            <a:avLst/>
          </a:prstGeom>
          <a:ln w="19050">
            <a:solidFill>
              <a:srgbClr val="E0833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4640D281-7BD3-CD75-AFE4-A857D8BDB8BC}"/>
              </a:ext>
            </a:extLst>
          </p:cNvPr>
          <p:cNvSpPr/>
          <p:nvPr/>
        </p:nvSpPr>
        <p:spPr>
          <a:xfrm>
            <a:off x="628649" y="1035130"/>
            <a:ext cx="10934702" cy="31854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※ </a:t>
            </a:r>
            <a:r>
              <a:rPr kumimoji="0" lang="ko-KR" altLang="en-US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포인트 색을 활용해 강조하는 방법</a:t>
            </a:r>
            <a:endParaRPr kumimoji="0" lang="ko-KR" altLang="en-US" sz="1200" b="0" i="0" u="none" strike="noStrike" kern="1200" cap="none" spc="0" normalizeH="0" baseline="0" noProof="0">
              <a:ln>
                <a:solidFill>
                  <a:srgbClr val="4472C4">
                    <a:alpha val="0"/>
                  </a:srgbClr>
                </a:solidFill>
              </a:ln>
              <a:solidFill>
                <a:srgbClr val="E7E6E6">
                  <a:lumMod val="10000"/>
                </a:srgbClr>
              </a:solidFill>
              <a:effectLst/>
              <a:uLnTx/>
              <a:uFillTx/>
              <a:latin typeface="G마켓 산스 TTF Bold" panose="02000000000000000000" pitchFamily="2" charset="-127"/>
              <a:ea typeface="G마켓 산스 TTF Bold" panose="02000000000000000000" pitchFamily="2" charset="-127"/>
              <a:cs typeface="+mn-cs"/>
            </a:endParaRPr>
          </a:p>
        </p:txBody>
      </p:sp>
      <p:pic>
        <p:nvPicPr>
          <p:cNvPr id="4" name="그림 3" descr="클립아트, 만화 영화, 상징이(가) 표시된 사진&#10;&#10;자동 생성된 설명">
            <a:extLst>
              <a:ext uri="{FF2B5EF4-FFF2-40B4-BE49-F238E27FC236}">
                <a16:creationId xmlns:a16="http://schemas.microsoft.com/office/drawing/2014/main" id="{A7100177-CA25-904E-926D-75415022C4CF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09532" y="339853"/>
            <a:ext cx="453817" cy="453817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7D6B8DA9-B110-0E01-990D-BFCEB1A734C9}"/>
              </a:ext>
            </a:extLst>
          </p:cNvPr>
          <p:cNvSpPr/>
          <p:nvPr/>
        </p:nvSpPr>
        <p:spPr>
          <a:xfrm>
            <a:off x="1802763" y="1701800"/>
            <a:ext cx="3495048" cy="416017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>
                <a:ln>
                  <a:solidFill>
                    <a:srgbClr val="E7E6E6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페이퍼로지 8 ExtraBold" pitchFamily="2" charset="-127"/>
                <a:ea typeface="페이퍼로지 8 ExtraBold" pitchFamily="2" charset="-127"/>
                <a:cs typeface="+mn-cs"/>
              </a:rPr>
              <a:t>약한거에 회색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BE396763-FC0B-286F-8881-561C9E8FE826}"/>
              </a:ext>
            </a:extLst>
          </p:cNvPr>
          <p:cNvSpPr/>
          <p:nvPr/>
        </p:nvSpPr>
        <p:spPr>
          <a:xfrm>
            <a:off x="6894189" y="1701800"/>
            <a:ext cx="3495048" cy="416017"/>
          </a:xfrm>
          <a:prstGeom prst="rect">
            <a:avLst/>
          </a:prstGeom>
          <a:solidFill>
            <a:srgbClr val="FA6502"/>
          </a:solidFill>
          <a:ln>
            <a:solidFill>
              <a:srgbClr val="FA650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>
                <a:ln>
                  <a:solidFill>
                    <a:srgbClr val="E7E6E6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페이퍼로지 8 ExtraBold" pitchFamily="2" charset="-127"/>
                <a:ea typeface="페이퍼로지 8 ExtraBold" pitchFamily="2" charset="-127"/>
                <a:cs typeface="+mn-cs"/>
              </a:rPr>
              <a:t>쎈거에 찐한색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2DB69174-0E7C-5189-48ED-5EEE74188EE1}"/>
              </a:ext>
            </a:extLst>
          </p:cNvPr>
          <p:cNvSpPr/>
          <p:nvPr/>
        </p:nvSpPr>
        <p:spPr>
          <a:xfrm>
            <a:off x="1802763" y="2233666"/>
            <a:ext cx="3495048" cy="1620784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0" i="0" u="none" strike="noStrike" kern="1200" cap="none" spc="0" normalizeH="0" baseline="0" noProof="0">
              <a:ln>
                <a:solidFill>
                  <a:srgbClr val="E7E6E6">
                    <a:alpha val="0"/>
                  </a:srgbClr>
                </a:solidFill>
              </a:ln>
              <a:solidFill>
                <a:prstClr val="white"/>
              </a:solidFill>
              <a:effectLst/>
              <a:uLnTx/>
              <a:uFillTx/>
              <a:latin typeface="페이퍼로지 8 ExtraBold" pitchFamily="2" charset="-127"/>
              <a:ea typeface="페이퍼로지 8 ExtraBold" pitchFamily="2" charset="-127"/>
              <a:cs typeface="+mn-cs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C8DF1F9A-7AD6-1AC6-0C6D-BDB1FE5A347D}"/>
              </a:ext>
            </a:extLst>
          </p:cNvPr>
          <p:cNvSpPr/>
          <p:nvPr/>
        </p:nvSpPr>
        <p:spPr>
          <a:xfrm>
            <a:off x="6894189" y="2233666"/>
            <a:ext cx="3495048" cy="1620784"/>
          </a:xfrm>
          <a:prstGeom prst="rect">
            <a:avLst/>
          </a:prstGeom>
          <a:noFill/>
          <a:ln>
            <a:solidFill>
              <a:srgbClr val="FA650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0" i="0" u="none" strike="noStrike" kern="1200" cap="none" spc="0" normalizeH="0" baseline="0" noProof="0">
              <a:ln>
                <a:solidFill>
                  <a:srgbClr val="E7E6E6">
                    <a:alpha val="0"/>
                  </a:srgbClr>
                </a:solidFill>
              </a:ln>
              <a:solidFill>
                <a:prstClr val="white"/>
              </a:solidFill>
              <a:effectLst/>
              <a:uLnTx/>
              <a:uFillTx/>
              <a:latin typeface="페이퍼로지 8 ExtraBold" pitchFamily="2" charset="-127"/>
              <a:ea typeface="페이퍼로지 8 ExtraBold" pitchFamily="2" charset="-127"/>
              <a:cs typeface="+mn-cs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0F8E3323-5094-EBBF-05FB-E2688A6A2B80}"/>
              </a:ext>
            </a:extLst>
          </p:cNvPr>
          <p:cNvSpPr/>
          <p:nvPr/>
        </p:nvSpPr>
        <p:spPr>
          <a:xfrm>
            <a:off x="1802763" y="4154031"/>
            <a:ext cx="3495048" cy="416017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>
                <a:ln>
                  <a:solidFill>
                    <a:srgbClr val="E7E6E6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페이퍼로지 8 ExtraBold" pitchFamily="2" charset="-127"/>
                <a:ea typeface="페이퍼로지 8 ExtraBold" pitchFamily="2" charset="-127"/>
                <a:cs typeface="+mn-cs"/>
              </a:rPr>
              <a:t>약한거에 회색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F1AD8F2A-625B-F412-C556-8C4B1A5DB316}"/>
              </a:ext>
            </a:extLst>
          </p:cNvPr>
          <p:cNvSpPr/>
          <p:nvPr/>
        </p:nvSpPr>
        <p:spPr>
          <a:xfrm>
            <a:off x="6894189" y="4154031"/>
            <a:ext cx="3495048" cy="416017"/>
          </a:xfrm>
          <a:prstGeom prst="rect">
            <a:avLst/>
          </a:prstGeom>
          <a:solidFill>
            <a:srgbClr val="2F4858"/>
          </a:solidFill>
          <a:ln>
            <a:solidFill>
              <a:srgbClr val="2F485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>
                <a:ln>
                  <a:solidFill>
                    <a:srgbClr val="E7E6E6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페이퍼로지 8 ExtraBold" pitchFamily="2" charset="-127"/>
                <a:ea typeface="페이퍼로지 8 ExtraBold" pitchFamily="2" charset="-127"/>
                <a:cs typeface="+mn-cs"/>
              </a:rPr>
              <a:t>쎈거에 찐한색</a:t>
            </a:r>
          </a:p>
        </p:txBody>
      </p:sp>
      <p:sp>
        <p:nvSpPr>
          <p:cNvPr id="35" name="화살표: 오른쪽 34">
            <a:extLst>
              <a:ext uri="{FF2B5EF4-FFF2-40B4-BE49-F238E27FC236}">
                <a16:creationId xmlns:a16="http://schemas.microsoft.com/office/drawing/2014/main" id="{DC2293B4-C03F-73FF-4F47-EF8849C35C74}"/>
              </a:ext>
            </a:extLst>
          </p:cNvPr>
          <p:cNvSpPr/>
          <p:nvPr/>
        </p:nvSpPr>
        <p:spPr>
          <a:xfrm>
            <a:off x="5428969" y="2858184"/>
            <a:ext cx="1334062" cy="371749"/>
          </a:xfrm>
          <a:prstGeom prst="rightArrow">
            <a:avLst/>
          </a:prstGeom>
          <a:gradFill>
            <a:gsLst>
              <a:gs pos="100000">
                <a:schemeClr val="bg1"/>
              </a:gs>
              <a:gs pos="0">
                <a:srgbClr val="FA6502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6" name="화살표: 오른쪽 35">
            <a:extLst>
              <a:ext uri="{FF2B5EF4-FFF2-40B4-BE49-F238E27FC236}">
                <a16:creationId xmlns:a16="http://schemas.microsoft.com/office/drawing/2014/main" id="{BADC1C97-0A94-3700-CB1C-129030EDE9A5}"/>
              </a:ext>
            </a:extLst>
          </p:cNvPr>
          <p:cNvSpPr/>
          <p:nvPr/>
        </p:nvSpPr>
        <p:spPr>
          <a:xfrm>
            <a:off x="5428969" y="5310414"/>
            <a:ext cx="1334062" cy="371749"/>
          </a:xfrm>
          <a:prstGeom prst="rightArrow">
            <a:avLst/>
          </a:prstGeom>
          <a:gradFill>
            <a:gsLst>
              <a:gs pos="100000">
                <a:schemeClr val="bg1"/>
              </a:gs>
              <a:gs pos="0">
                <a:srgbClr val="2F4858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D70AFD66-BE88-5159-F459-ABF1566DFDF5}"/>
              </a:ext>
            </a:extLst>
          </p:cNvPr>
          <p:cNvSpPr/>
          <p:nvPr/>
        </p:nvSpPr>
        <p:spPr>
          <a:xfrm>
            <a:off x="1802763" y="4685897"/>
            <a:ext cx="3495048" cy="487845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0" i="0" u="none" strike="noStrike" kern="1200" cap="none" spc="0" normalizeH="0" baseline="0" noProof="0">
              <a:ln>
                <a:solidFill>
                  <a:srgbClr val="E7E6E6">
                    <a:alpha val="0"/>
                  </a:srgbClr>
                </a:solidFill>
              </a:ln>
              <a:solidFill>
                <a:prstClr val="white"/>
              </a:solidFill>
              <a:effectLst/>
              <a:uLnTx/>
              <a:uFillTx/>
              <a:latin typeface="페이퍼로지 8 ExtraBold" pitchFamily="2" charset="-127"/>
              <a:ea typeface="페이퍼로지 8 ExtraBold" pitchFamily="2" charset="-127"/>
              <a:cs typeface="+mn-cs"/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9F3252E0-57C5-CABC-AE69-96633F4860BF}"/>
              </a:ext>
            </a:extLst>
          </p:cNvPr>
          <p:cNvSpPr/>
          <p:nvPr/>
        </p:nvSpPr>
        <p:spPr>
          <a:xfrm>
            <a:off x="1802763" y="5252366"/>
            <a:ext cx="3495048" cy="487845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0" i="0" u="none" strike="noStrike" kern="1200" cap="none" spc="0" normalizeH="0" baseline="0" noProof="0">
              <a:ln>
                <a:solidFill>
                  <a:srgbClr val="E7E6E6">
                    <a:alpha val="0"/>
                  </a:srgbClr>
                </a:solidFill>
              </a:ln>
              <a:solidFill>
                <a:prstClr val="white"/>
              </a:solidFill>
              <a:effectLst/>
              <a:uLnTx/>
              <a:uFillTx/>
              <a:latin typeface="페이퍼로지 8 ExtraBold" pitchFamily="2" charset="-127"/>
              <a:ea typeface="페이퍼로지 8 ExtraBold" pitchFamily="2" charset="-127"/>
              <a:cs typeface="+mn-cs"/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6580DD73-0EC1-EEF7-2884-438405FD45C7}"/>
              </a:ext>
            </a:extLst>
          </p:cNvPr>
          <p:cNvSpPr/>
          <p:nvPr/>
        </p:nvSpPr>
        <p:spPr>
          <a:xfrm>
            <a:off x="1802763" y="5818836"/>
            <a:ext cx="3495048" cy="487845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0" i="0" u="none" strike="noStrike" kern="1200" cap="none" spc="0" normalizeH="0" baseline="0" noProof="0">
              <a:ln>
                <a:solidFill>
                  <a:srgbClr val="E7E6E6">
                    <a:alpha val="0"/>
                  </a:srgbClr>
                </a:solidFill>
              </a:ln>
              <a:solidFill>
                <a:prstClr val="white"/>
              </a:solidFill>
              <a:effectLst/>
              <a:uLnTx/>
              <a:uFillTx/>
              <a:latin typeface="페이퍼로지 8 ExtraBold" pitchFamily="2" charset="-127"/>
              <a:ea typeface="페이퍼로지 8 ExtraBold" pitchFamily="2" charset="-127"/>
              <a:cs typeface="+mn-cs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B4264C16-8337-A7D4-0530-E1935BD7F90A}"/>
              </a:ext>
            </a:extLst>
          </p:cNvPr>
          <p:cNvSpPr/>
          <p:nvPr/>
        </p:nvSpPr>
        <p:spPr>
          <a:xfrm>
            <a:off x="6894189" y="4685897"/>
            <a:ext cx="3495048" cy="762403"/>
          </a:xfrm>
          <a:prstGeom prst="rect">
            <a:avLst/>
          </a:prstGeom>
          <a:noFill/>
          <a:ln>
            <a:solidFill>
              <a:srgbClr val="2F485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0" i="0" u="none" strike="noStrike" kern="1200" cap="none" spc="0" normalizeH="0" baseline="0" noProof="0">
              <a:ln>
                <a:solidFill>
                  <a:srgbClr val="E7E6E6">
                    <a:alpha val="0"/>
                  </a:srgbClr>
                </a:solidFill>
              </a:ln>
              <a:solidFill>
                <a:prstClr val="white"/>
              </a:solidFill>
              <a:effectLst/>
              <a:uLnTx/>
              <a:uFillTx/>
              <a:latin typeface="페이퍼로지 8 ExtraBold" pitchFamily="2" charset="-127"/>
              <a:ea typeface="페이퍼로지 8 ExtraBold" pitchFamily="2" charset="-127"/>
              <a:cs typeface="+mn-cs"/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D2094D6E-1094-10ED-F0AE-B94F3EE4DC76}"/>
              </a:ext>
            </a:extLst>
          </p:cNvPr>
          <p:cNvSpPr/>
          <p:nvPr/>
        </p:nvSpPr>
        <p:spPr>
          <a:xfrm>
            <a:off x="6894189" y="5544278"/>
            <a:ext cx="3495048" cy="762403"/>
          </a:xfrm>
          <a:prstGeom prst="rect">
            <a:avLst/>
          </a:prstGeom>
          <a:noFill/>
          <a:ln>
            <a:solidFill>
              <a:srgbClr val="2F485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0" i="0" u="none" strike="noStrike" kern="1200" cap="none" spc="0" normalizeH="0" baseline="0" noProof="0">
              <a:ln>
                <a:solidFill>
                  <a:srgbClr val="E7E6E6">
                    <a:alpha val="0"/>
                  </a:srgbClr>
                </a:solidFill>
              </a:ln>
              <a:solidFill>
                <a:prstClr val="white"/>
              </a:solidFill>
              <a:effectLst/>
              <a:uLnTx/>
              <a:uFillTx/>
              <a:latin typeface="페이퍼로지 8 ExtraBold" pitchFamily="2" charset="-127"/>
              <a:ea typeface="페이퍼로지 8 ExtraBold" pitchFamily="2" charset="-127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0A777E8-B89E-7EFA-29FB-7BBF49E6D5DA}"/>
              </a:ext>
            </a:extLst>
          </p:cNvPr>
          <p:cNvSpPr txBox="1"/>
          <p:nvPr/>
        </p:nvSpPr>
        <p:spPr>
          <a:xfrm>
            <a:off x="546100" y="274320"/>
            <a:ext cx="1425540" cy="276999"/>
          </a:xfrm>
          <a:prstGeom prst="rect">
            <a:avLst/>
          </a:prstGeom>
          <a:noFill/>
        </p:spPr>
        <p:txBody>
          <a:bodyPr wrap="none" lIns="90000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019D6D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02. </a:t>
            </a:r>
            <a:r>
              <a:rPr kumimoji="0" lang="ko-KR" altLang="en-US" sz="1200" b="0" i="0" u="none" strike="noStrike" kern="1200" cap="none" spc="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019D6D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속도 </a:t>
            </a: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019D6D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&amp; </a:t>
            </a:r>
            <a:r>
              <a:rPr kumimoji="0" lang="ko-KR" altLang="en-US" sz="1200" b="0" i="0" u="none" strike="noStrike" kern="1200" cap="none" spc="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019D6D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도식화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5A42261-D3BA-2187-94D3-ECB5106821F8}"/>
              </a:ext>
            </a:extLst>
          </p:cNvPr>
          <p:cNvSpPr/>
          <p:nvPr/>
        </p:nvSpPr>
        <p:spPr>
          <a:xfrm>
            <a:off x="10649884" y="529200"/>
            <a:ext cx="246184" cy="246184"/>
          </a:xfrm>
          <a:prstGeom prst="rect">
            <a:avLst/>
          </a:prstGeom>
          <a:solidFill>
            <a:srgbClr val="FA65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0" i="0" u="none" strike="noStrike" kern="1200" cap="none" spc="0" normalizeH="0" baseline="0" noProof="0">
              <a:ln>
                <a:solidFill>
                  <a:srgbClr val="E7E6E6">
                    <a:alpha val="0"/>
                  </a:srgbClr>
                </a:solidFill>
              </a:ln>
              <a:solidFill>
                <a:prstClr val="white"/>
              </a:solidFill>
              <a:effectLst/>
              <a:uLnTx/>
              <a:uFillTx/>
              <a:latin typeface="페이퍼로지 8 ExtraBold" pitchFamily="2" charset="-127"/>
              <a:ea typeface="페이퍼로지 8 ExtraBold" pitchFamily="2" charset="-127"/>
              <a:cs typeface="+mn-cs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514D71EA-02CF-3E1D-E46A-696711AF5284}"/>
              </a:ext>
            </a:extLst>
          </p:cNvPr>
          <p:cNvSpPr/>
          <p:nvPr/>
        </p:nvSpPr>
        <p:spPr>
          <a:xfrm>
            <a:off x="10319569" y="529200"/>
            <a:ext cx="246184" cy="246184"/>
          </a:xfrm>
          <a:prstGeom prst="rect">
            <a:avLst/>
          </a:prstGeom>
          <a:solidFill>
            <a:srgbClr val="2F485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0" i="0" u="none" strike="noStrike" kern="1200" cap="none" spc="0" normalizeH="0" baseline="0" noProof="0">
              <a:ln>
                <a:solidFill>
                  <a:srgbClr val="E7E6E6">
                    <a:alpha val="0"/>
                  </a:srgbClr>
                </a:solidFill>
              </a:ln>
              <a:solidFill>
                <a:prstClr val="white"/>
              </a:solidFill>
              <a:effectLst/>
              <a:uLnTx/>
              <a:uFillTx/>
              <a:latin typeface="페이퍼로지 8 ExtraBold" pitchFamily="2" charset="-127"/>
              <a:ea typeface="페이퍼로지 8 ExtraBold" pitchFamily="2" charset="-127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8125E1-86C4-3BDE-56A2-045CCD89C91F}"/>
              </a:ext>
            </a:extLst>
          </p:cNvPr>
          <p:cNvSpPr txBox="1"/>
          <p:nvPr/>
        </p:nvSpPr>
        <p:spPr>
          <a:xfrm>
            <a:off x="628649" y="513219"/>
            <a:ext cx="3556002" cy="369332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-5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도식화 </a:t>
            </a:r>
            <a:r>
              <a:rPr kumimoji="0" lang="ko-KR" altLang="en-US" sz="1800" b="0" i="0" u="none" strike="noStrike" kern="1200" cap="none" spc="-5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FA6502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뽀인트색으로 강조하기</a:t>
            </a:r>
          </a:p>
        </p:txBody>
      </p:sp>
    </p:spTree>
    <p:extLst>
      <p:ext uri="{BB962C8B-B14F-4D97-AF65-F5344CB8AC3E}">
        <p14:creationId xmlns:p14="http://schemas.microsoft.com/office/powerpoint/2010/main" val="2021039168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>
        <p159:morph option="byChar"/>
      </p:transition>
    </mc:Choice>
    <mc:Fallback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C3CC42-2500-F8B2-5B43-F986F02544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19544F7C-7AD1-933F-0518-102BEE29AAD1}"/>
              </a:ext>
            </a:extLst>
          </p:cNvPr>
          <p:cNvCxnSpPr>
            <a:cxnSpLocks/>
          </p:cNvCxnSpPr>
          <p:nvPr/>
        </p:nvCxnSpPr>
        <p:spPr>
          <a:xfrm>
            <a:off x="628650" y="914400"/>
            <a:ext cx="10934700" cy="0"/>
          </a:xfrm>
          <a:prstGeom prst="line">
            <a:avLst/>
          </a:prstGeom>
          <a:ln w="19050">
            <a:solidFill>
              <a:srgbClr val="E0833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8991D5C-9114-756D-1701-BEC8CFEC863B}"/>
              </a:ext>
            </a:extLst>
          </p:cNvPr>
          <p:cNvSpPr/>
          <p:nvPr/>
        </p:nvSpPr>
        <p:spPr>
          <a:xfrm>
            <a:off x="628649" y="1035130"/>
            <a:ext cx="10934702" cy="31854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※ </a:t>
            </a:r>
            <a:r>
              <a:rPr kumimoji="0" lang="ko-KR" altLang="en-US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포인트 색을 활용해 강조하는 방법</a:t>
            </a:r>
            <a:endParaRPr kumimoji="0" lang="ko-KR" altLang="en-US" sz="1200" b="0" i="0" u="none" strike="noStrike" kern="1200" cap="none" spc="0" normalizeH="0" baseline="0" noProof="0">
              <a:ln>
                <a:solidFill>
                  <a:srgbClr val="4472C4">
                    <a:alpha val="0"/>
                  </a:srgbClr>
                </a:solidFill>
              </a:ln>
              <a:solidFill>
                <a:srgbClr val="E7E6E6">
                  <a:lumMod val="10000"/>
                </a:srgbClr>
              </a:solidFill>
              <a:effectLst/>
              <a:uLnTx/>
              <a:uFillTx/>
              <a:latin typeface="G마켓 산스 TTF Bold" panose="02000000000000000000" pitchFamily="2" charset="-127"/>
              <a:ea typeface="G마켓 산스 TTF Bold" panose="02000000000000000000" pitchFamily="2" charset="-127"/>
              <a:cs typeface="+mn-cs"/>
            </a:endParaRPr>
          </a:p>
        </p:txBody>
      </p:sp>
      <p:pic>
        <p:nvPicPr>
          <p:cNvPr id="4" name="그림 3" descr="클립아트, 만화 영화, 상징이(가) 표시된 사진&#10;&#10;자동 생성된 설명">
            <a:extLst>
              <a:ext uri="{FF2B5EF4-FFF2-40B4-BE49-F238E27FC236}">
                <a16:creationId xmlns:a16="http://schemas.microsoft.com/office/drawing/2014/main" id="{EAD6356E-C430-8A38-1104-EEC266E388A0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09532" y="339853"/>
            <a:ext cx="453817" cy="453817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B0A8CBA1-592E-8B5A-4DD6-876BA38A8BE6}"/>
              </a:ext>
            </a:extLst>
          </p:cNvPr>
          <p:cNvSpPr/>
          <p:nvPr/>
        </p:nvSpPr>
        <p:spPr>
          <a:xfrm>
            <a:off x="2431570" y="5397413"/>
            <a:ext cx="3495048" cy="850913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페이퍼로지 4 Regular" pitchFamily="2" charset="-127"/>
                <a:ea typeface="페이퍼로지 4 Regular" pitchFamily="2" charset="-127"/>
                <a:cs typeface="+mn-cs"/>
              </a:rPr>
              <a:t>나이스하게 꽃이피어 대박나는</a:t>
            </a:r>
            <a:endParaRPr kumimoji="0" lang="en-US" altLang="ko-KR" sz="1300" b="0" i="0" u="none" strike="noStrike" kern="1200" cap="none" spc="0" normalizeH="0" baseline="0" noProof="0">
              <a:ln>
                <a:solidFill>
                  <a:srgbClr val="4472C4">
                    <a:alpha val="0"/>
                  </a:srgbClr>
                </a:solidFill>
              </a:ln>
              <a:solidFill>
                <a:srgbClr val="E7E6E6">
                  <a:lumMod val="10000"/>
                </a:srgbClr>
              </a:solidFill>
              <a:effectLst/>
              <a:uLnTx/>
              <a:uFillTx/>
              <a:latin typeface="페이퍼로지 4 Regular" pitchFamily="2" charset="-127"/>
              <a:ea typeface="페이퍼로지 4 Regular" pitchFamily="2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3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페이퍼로지 4 Regular" pitchFamily="2" charset="-127"/>
                <a:ea typeface="페이퍼로지 4 Regular" pitchFamily="2" charset="-127"/>
                <a:cs typeface="+mn-cs"/>
              </a:rPr>
              <a:t>2025</a:t>
            </a:r>
            <a:r>
              <a:rPr kumimoji="0" lang="ko-KR" altLang="en-US" sz="13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페이퍼로지 4 Regular" pitchFamily="2" charset="-127"/>
                <a:ea typeface="페이퍼로지 4 Regular" pitchFamily="2" charset="-127"/>
                <a:cs typeface="+mn-cs"/>
              </a:rPr>
              <a:t>년 되시길 바랍니다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9FF78C20-2E27-6322-29FA-C26C527E86BD}"/>
              </a:ext>
            </a:extLst>
          </p:cNvPr>
          <p:cNvSpPr/>
          <p:nvPr/>
        </p:nvSpPr>
        <p:spPr>
          <a:xfrm>
            <a:off x="2431570" y="1728877"/>
            <a:ext cx="3495048" cy="500101"/>
          </a:xfrm>
          <a:prstGeom prst="rect">
            <a:avLst/>
          </a:prstGeom>
          <a:solidFill>
            <a:srgbClr val="FA65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>
                <a:ln>
                  <a:solidFill>
                    <a:srgbClr val="E7E6E6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페이퍼로지 8 ExtraBold" pitchFamily="2" charset="-127"/>
                <a:ea typeface="페이퍼로지 8 ExtraBold" pitchFamily="2" charset="-127"/>
                <a:cs typeface="+mn-cs"/>
              </a:rPr>
              <a:t>포인트색으로</a:t>
            </a:r>
            <a:r>
              <a:rPr kumimoji="0" lang="en-US" altLang="ko-KR" sz="1600" b="0" i="0" u="none" strike="noStrike" kern="1200" cap="none" spc="0" normalizeH="0" baseline="0" noProof="0">
                <a:ln>
                  <a:solidFill>
                    <a:srgbClr val="E7E6E6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페이퍼로지 8 ExtraBold" pitchFamily="2" charset="-127"/>
                <a:ea typeface="페이퍼로지 8 ExtraBold" pitchFamily="2" charset="-127"/>
                <a:cs typeface="+mn-cs"/>
              </a:rPr>
              <a:t> </a:t>
            </a:r>
            <a:r>
              <a:rPr kumimoji="0" lang="ko-KR" altLang="en-US" sz="1600" b="0" i="0" u="none" strike="noStrike" kern="1200" cap="none" spc="0" normalizeH="0" baseline="0" noProof="0">
                <a:ln>
                  <a:solidFill>
                    <a:srgbClr val="E7E6E6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페이퍼로지 8 ExtraBold" pitchFamily="2" charset="-127"/>
                <a:ea typeface="페이퍼로지 8 ExtraBold" pitchFamily="2" charset="-127"/>
                <a:cs typeface="+mn-cs"/>
              </a:rPr>
              <a:t>도식화 할때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3E77C14-1750-C6EF-84C0-BC0BA4C0596C}"/>
              </a:ext>
            </a:extLst>
          </p:cNvPr>
          <p:cNvSpPr/>
          <p:nvPr/>
        </p:nvSpPr>
        <p:spPr>
          <a:xfrm>
            <a:off x="2431570" y="2421490"/>
            <a:ext cx="3495048" cy="278341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사진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FB88EBB4-2388-CCF6-302A-1A33D52000E7}"/>
              </a:ext>
            </a:extLst>
          </p:cNvPr>
          <p:cNvSpPr/>
          <p:nvPr/>
        </p:nvSpPr>
        <p:spPr>
          <a:xfrm>
            <a:off x="6265382" y="1728877"/>
            <a:ext cx="3495048" cy="500101"/>
          </a:xfrm>
          <a:prstGeom prst="rect">
            <a:avLst/>
          </a:prstGeom>
          <a:solidFill>
            <a:srgbClr val="2F485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>
                <a:ln>
                  <a:solidFill>
                    <a:srgbClr val="E7E6E6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페이퍼로지 8 ExtraBold" pitchFamily="2" charset="-127"/>
                <a:ea typeface="페이퍼로지 8 ExtraBold" pitchFamily="2" charset="-127"/>
                <a:cs typeface="+mn-cs"/>
              </a:rPr>
              <a:t>포인트색으로</a:t>
            </a:r>
            <a:r>
              <a:rPr kumimoji="0" lang="en-US" altLang="ko-KR" sz="1600" b="0" i="0" u="none" strike="noStrike" kern="1200" cap="none" spc="0" normalizeH="0" baseline="0" noProof="0">
                <a:ln>
                  <a:solidFill>
                    <a:srgbClr val="E7E6E6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페이퍼로지 8 ExtraBold" pitchFamily="2" charset="-127"/>
                <a:ea typeface="페이퍼로지 8 ExtraBold" pitchFamily="2" charset="-127"/>
                <a:cs typeface="+mn-cs"/>
              </a:rPr>
              <a:t> </a:t>
            </a:r>
            <a:r>
              <a:rPr kumimoji="0" lang="ko-KR" altLang="en-US" sz="1600" b="0" i="0" u="none" strike="noStrike" kern="1200" cap="none" spc="0" normalizeH="0" baseline="0" noProof="0">
                <a:ln>
                  <a:solidFill>
                    <a:srgbClr val="E7E6E6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페이퍼로지 8 ExtraBold" pitchFamily="2" charset="-127"/>
                <a:ea typeface="페이퍼로지 8 ExtraBold" pitchFamily="2" charset="-127"/>
                <a:cs typeface="+mn-cs"/>
              </a:rPr>
              <a:t>도식화 할때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26D54485-59C2-808E-E8A3-870AB39FDDBB}"/>
              </a:ext>
            </a:extLst>
          </p:cNvPr>
          <p:cNvSpPr/>
          <p:nvPr/>
        </p:nvSpPr>
        <p:spPr>
          <a:xfrm>
            <a:off x="6265382" y="2421490"/>
            <a:ext cx="3495048" cy="278341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사진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5C72DCB3-62E5-3201-9505-A03EF14F91AE}"/>
              </a:ext>
            </a:extLst>
          </p:cNvPr>
          <p:cNvSpPr/>
          <p:nvPr/>
        </p:nvSpPr>
        <p:spPr>
          <a:xfrm>
            <a:off x="6265382" y="5397413"/>
            <a:ext cx="3495048" cy="850913"/>
          </a:xfrm>
          <a:prstGeom prst="rect">
            <a:avLst/>
          </a:prstGeom>
          <a:ln w="19050">
            <a:solidFill>
              <a:srgbClr val="2F485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페이퍼로지 4 Regular" pitchFamily="2" charset="-127"/>
                <a:ea typeface="페이퍼로지 4 Regular" pitchFamily="2" charset="-127"/>
                <a:cs typeface="+mn-cs"/>
              </a:rPr>
              <a:t>나이스하게 꽃이피어 대박나는</a:t>
            </a:r>
            <a:endParaRPr kumimoji="0" lang="en-US" altLang="ko-KR" sz="1300" b="0" i="0" u="none" strike="noStrike" kern="1200" cap="none" spc="0" normalizeH="0" baseline="0" noProof="0">
              <a:ln>
                <a:solidFill>
                  <a:srgbClr val="4472C4">
                    <a:alpha val="0"/>
                  </a:srgbClr>
                </a:solidFill>
              </a:ln>
              <a:solidFill>
                <a:srgbClr val="E7E6E6">
                  <a:lumMod val="10000"/>
                </a:srgbClr>
              </a:solidFill>
              <a:effectLst/>
              <a:uLnTx/>
              <a:uFillTx/>
              <a:latin typeface="페이퍼로지 4 Regular" pitchFamily="2" charset="-127"/>
              <a:ea typeface="페이퍼로지 4 Regular" pitchFamily="2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3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페이퍼로지 4 Regular" pitchFamily="2" charset="-127"/>
                <a:ea typeface="페이퍼로지 4 Regular" pitchFamily="2" charset="-127"/>
                <a:cs typeface="+mn-cs"/>
              </a:rPr>
              <a:t>2025</a:t>
            </a:r>
            <a:r>
              <a:rPr kumimoji="0" lang="ko-KR" altLang="en-US" sz="13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페이퍼로지 4 Regular" pitchFamily="2" charset="-127"/>
                <a:ea typeface="페이퍼로지 4 Regular" pitchFamily="2" charset="-127"/>
                <a:cs typeface="+mn-cs"/>
              </a:rPr>
              <a:t>년 되시길 바랍니다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C52EA2B-A350-FADF-9D57-DD49FF99C9CE}"/>
              </a:ext>
            </a:extLst>
          </p:cNvPr>
          <p:cNvSpPr/>
          <p:nvPr/>
        </p:nvSpPr>
        <p:spPr>
          <a:xfrm>
            <a:off x="2431570" y="2421489"/>
            <a:ext cx="3495048" cy="278341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시각자료</a:t>
            </a:r>
            <a:r>
              <a:rPr kumimoji="0" lang="en-US" altLang="ko-KR" sz="10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/>
            </a:r>
            <a:br>
              <a:rPr kumimoji="0" lang="en-US" altLang="ko-KR" sz="10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</a:br>
            <a:r>
              <a:rPr kumimoji="0" lang="en-US" altLang="ko-KR" sz="10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(</a:t>
            </a:r>
            <a:r>
              <a:rPr kumimoji="0" lang="ko-KR" altLang="en-US" sz="10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표</a:t>
            </a:r>
            <a:r>
              <a:rPr kumimoji="0" lang="en-US" altLang="ko-KR" sz="10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0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그래프</a:t>
            </a:r>
            <a:r>
              <a:rPr kumimoji="0" lang="en-US" altLang="ko-KR" sz="10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0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사진</a:t>
            </a:r>
            <a:r>
              <a:rPr kumimoji="0" lang="en-US" altLang="ko-KR" sz="10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)</a:t>
            </a:r>
            <a:endParaRPr kumimoji="0" lang="ko-KR" altLang="en-US" sz="10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2B768A27-A5C3-9ED8-6968-8B6DA7408DD9}"/>
              </a:ext>
            </a:extLst>
          </p:cNvPr>
          <p:cNvSpPr/>
          <p:nvPr/>
        </p:nvSpPr>
        <p:spPr>
          <a:xfrm>
            <a:off x="6265382" y="2421489"/>
            <a:ext cx="3495048" cy="278341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시각자료</a:t>
            </a:r>
            <a:r>
              <a:rPr kumimoji="0" lang="en-US" altLang="ko-KR" sz="10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/>
            </a:r>
            <a:br>
              <a:rPr kumimoji="0" lang="en-US" altLang="ko-KR" sz="10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</a:br>
            <a:r>
              <a:rPr kumimoji="0" lang="en-US" altLang="ko-KR" sz="10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(</a:t>
            </a:r>
            <a:r>
              <a:rPr kumimoji="0" lang="ko-KR" altLang="en-US" sz="10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표</a:t>
            </a:r>
            <a:r>
              <a:rPr kumimoji="0" lang="en-US" altLang="ko-KR" sz="10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0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그래프</a:t>
            </a:r>
            <a:r>
              <a:rPr kumimoji="0" lang="en-US" altLang="ko-KR" sz="10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0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사진</a:t>
            </a:r>
            <a:r>
              <a:rPr kumimoji="0" lang="en-US" altLang="ko-KR" sz="10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)</a:t>
            </a:r>
            <a:endParaRPr kumimoji="0" lang="ko-KR" altLang="en-US" sz="10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006C8AE-BABA-AE51-5CAA-94284EA576EC}"/>
              </a:ext>
            </a:extLst>
          </p:cNvPr>
          <p:cNvSpPr txBox="1"/>
          <p:nvPr/>
        </p:nvSpPr>
        <p:spPr>
          <a:xfrm>
            <a:off x="546100" y="274320"/>
            <a:ext cx="1425540" cy="276999"/>
          </a:xfrm>
          <a:prstGeom prst="rect">
            <a:avLst/>
          </a:prstGeom>
          <a:noFill/>
        </p:spPr>
        <p:txBody>
          <a:bodyPr wrap="none" lIns="90000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019D6D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02. </a:t>
            </a:r>
            <a:r>
              <a:rPr kumimoji="0" lang="ko-KR" altLang="en-US" sz="1200" b="0" i="0" u="none" strike="noStrike" kern="1200" cap="none" spc="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019D6D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속도 </a:t>
            </a: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019D6D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&amp; </a:t>
            </a:r>
            <a:r>
              <a:rPr kumimoji="0" lang="ko-KR" altLang="en-US" sz="1200" b="0" i="0" u="none" strike="noStrike" kern="1200" cap="none" spc="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019D6D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도식화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3BAD17A0-8A12-4379-CC59-07320563FAE6}"/>
              </a:ext>
            </a:extLst>
          </p:cNvPr>
          <p:cNvSpPr/>
          <p:nvPr/>
        </p:nvSpPr>
        <p:spPr>
          <a:xfrm>
            <a:off x="10649884" y="529200"/>
            <a:ext cx="246184" cy="246184"/>
          </a:xfrm>
          <a:prstGeom prst="rect">
            <a:avLst/>
          </a:prstGeom>
          <a:solidFill>
            <a:srgbClr val="FA65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0" i="0" u="none" strike="noStrike" kern="1200" cap="none" spc="0" normalizeH="0" baseline="0" noProof="0">
              <a:ln>
                <a:solidFill>
                  <a:srgbClr val="E7E6E6">
                    <a:alpha val="0"/>
                  </a:srgbClr>
                </a:solidFill>
              </a:ln>
              <a:solidFill>
                <a:prstClr val="white"/>
              </a:solidFill>
              <a:effectLst/>
              <a:uLnTx/>
              <a:uFillTx/>
              <a:latin typeface="페이퍼로지 8 ExtraBold" pitchFamily="2" charset="-127"/>
              <a:ea typeface="페이퍼로지 8 ExtraBold" pitchFamily="2" charset="-127"/>
              <a:cs typeface="+mn-cs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5B926160-8C59-564E-94B1-F40BB31978C5}"/>
              </a:ext>
            </a:extLst>
          </p:cNvPr>
          <p:cNvSpPr/>
          <p:nvPr/>
        </p:nvSpPr>
        <p:spPr>
          <a:xfrm>
            <a:off x="10319569" y="529200"/>
            <a:ext cx="246184" cy="246184"/>
          </a:xfrm>
          <a:prstGeom prst="rect">
            <a:avLst/>
          </a:prstGeom>
          <a:solidFill>
            <a:srgbClr val="2F485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0" i="0" u="none" strike="noStrike" kern="1200" cap="none" spc="0" normalizeH="0" baseline="0" noProof="0">
              <a:ln>
                <a:solidFill>
                  <a:srgbClr val="E7E6E6">
                    <a:alpha val="0"/>
                  </a:srgbClr>
                </a:solidFill>
              </a:ln>
              <a:solidFill>
                <a:prstClr val="white"/>
              </a:solidFill>
              <a:effectLst/>
              <a:uLnTx/>
              <a:uFillTx/>
              <a:latin typeface="페이퍼로지 8 ExtraBold" pitchFamily="2" charset="-127"/>
              <a:ea typeface="페이퍼로지 8 ExtraBold" pitchFamily="2" charset="-127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813DBF-C540-3184-655C-04F0C7DDD1F0}"/>
              </a:ext>
            </a:extLst>
          </p:cNvPr>
          <p:cNvSpPr txBox="1"/>
          <p:nvPr/>
        </p:nvSpPr>
        <p:spPr>
          <a:xfrm>
            <a:off x="628649" y="513219"/>
            <a:ext cx="3556002" cy="369332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-5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도식화 </a:t>
            </a:r>
            <a:r>
              <a:rPr kumimoji="0" lang="ko-KR" altLang="en-US" sz="1800" b="0" i="0" u="none" strike="noStrike" kern="1200" cap="none" spc="-5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FA6502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뽀인트색으로 강조하기</a:t>
            </a:r>
          </a:p>
        </p:txBody>
      </p:sp>
    </p:spTree>
    <p:extLst>
      <p:ext uri="{BB962C8B-B14F-4D97-AF65-F5344CB8AC3E}">
        <p14:creationId xmlns:p14="http://schemas.microsoft.com/office/powerpoint/2010/main" val="1726622403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>
        <p159:morph option="byChar"/>
      </p:transition>
    </mc:Choice>
    <mc:Fallback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11088E-07A0-BD96-E638-CFEC08C4A1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7A7E2F23-A277-BF21-606C-8EEF64ECCD97}"/>
              </a:ext>
            </a:extLst>
          </p:cNvPr>
          <p:cNvCxnSpPr>
            <a:cxnSpLocks/>
          </p:cNvCxnSpPr>
          <p:nvPr/>
        </p:nvCxnSpPr>
        <p:spPr>
          <a:xfrm>
            <a:off x="628650" y="914400"/>
            <a:ext cx="10934700" cy="0"/>
          </a:xfrm>
          <a:prstGeom prst="line">
            <a:avLst/>
          </a:prstGeom>
          <a:ln w="19050">
            <a:solidFill>
              <a:srgbClr val="E0833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D53BD3E4-CD39-1C8D-DCB7-CAF889B9499B}"/>
              </a:ext>
            </a:extLst>
          </p:cNvPr>
          <p:cNvSpPr txBox="1"/>
          <p:nvPr/>
        </p:nvSpPr>
        <p:spPr>
          <a:xfrm>
            <a:off x="628648" y="513219"/>
            <a:ext cx="6902451" cy="369332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-5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무료 고화질 사진 </a:t>
            </a:r>
            <a:r>
              <a:rPr kumimoji="0" lang="en-US" altLang="ko-KR" sz="1800" b="0" i="0" u="none" strike="noStrike" kern="1200" cap="none" spc="-5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+ </a:t>
            </a:r>
            <a:r>
              <a:rPr kumimoji="0" lang="ko-KR" altLang="en-US" sz="1800" b="0" i="0" u="none" strike="noStrike" kern="1200" cap="none" spc="-5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영상을 </a:t>
            </a:r>
            <a:r>
              <a:rPr kumimoji="0" lang="ko-KR" altLang="en-US" sz="1800" b="0" i="0" u="none" strike="noStrike" kern="1200" cap="none" spc="-50" normalizeH="0" baseline="0" noProof="0" err="1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FA6502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잘쓰면</a:t>
            </a:r>
            <a:r>
              <a:rPr kumimoji="0" lang="ko-KR" altLang="en-US" sz="1800" b="0" i="0" u="none" strike="noStrike" kern="1200" cap="none" spc="-5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FA6502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 탑 클래쓰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957B1F42-2E77-F11D-67C9-36A9255C77B5}"/>
              </a:ext>
            </a:extLst>
          </p:cNvPr>
          <p:cNvSpPr/>
          <p:nvPr/>
        </p:nvSpPr>
        <p:spPr>
          <a:xfrm>
            <a:off x="628649" y="1035130"/>
            <a:ext cx="10934702" cy="31854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※ </a:t>
            </a:r>
            <a:r>
              <a:rPr kumimoji="0" lang="ko-KR" altLang="en-US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사진 </a:t>
            </a: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&amp; </a:t>
            </a:r>
            <a:r>
              <a:rPr kumimoji="0" lang="ko-KR" altLang="en-US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동영상 검색은 무조건 무료 고화질 사이트에서 다운로드 </a:t>
            </a:r>
            <a:endParaRPr kumimoji="0" lang="ko-KR" altLang="en-US" sz="1200" b="0" i="0" u="none" strike="noStrike" kern="1200" cap="none" spc="0" normalizeH="0" baseline="0" noProof="0">
              <a:ln>
                <a:solidFill>
                  <a:srgbClr val="4472C4">
                    <a:alpha val="0"/>
                  </a:srgbClr>
                </a:solidFill>
              </a:ln>
              <a:solidFill>
                <a:srgbClr val="E7E6E6">
                  <a:lumMod val="10000"/>
                </a:srgbClr>
              </a:solidFill>
              <a:effectLst/>
              <a:uLnTx/>
              <a:uFillTx/>
              <a:latin typeface="G마켓 산스 TTF Bold" panose="02000000000000000000" pitchFamily="2" charset="-127"/>
              <a:ea typeface="G마켓 산스 TTF Bold" panose="02000000000000000000" pitchFamily="2" charset="-127"/>
              <a:cs typeface="+mn-cs"/>
            </a:endParaRP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5627852F-AE18-F892-C134-4768527F56DD}"/>
              </a:ext>
            </a:extLst>
          </p:cNvPr>
          <p:cNvSpPr/>
          <p:nvPr/>
        </p:nvSpPr>
        <p:spPr>
          <a:xfrm>
            <a:off x="2600324" y="3672128"/>
            <a:ext cx="3350022" cy="1475434"/>
          </a:xfrm>
          <a:prstGeom prst="roundRect">
            <a:avLst/>
          </a:prstGeom>
          <a:solidFill>
            <a:schemeClr val="tx1"/>
          </a:solidFill>
          <a:ln w="1270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0" i="0" u="none" strike="noStrike" kern="1200" cap="none" spc="0" normalizeH="0" baseline="0" noProof="0">
                <a:ln>
                  <a:solidFill>
                    <a:srgbClr val="E7E6E6">
                      <a:alpha val="0"/>
                    </a:srgbClr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Freepik</a:t>
            </a:r>
          </a:p>
          <a:p>
            <a:pPr marL="0" marR="0" lvl="0" indent="0" algn="ctr" defTabSz="914400" rtl="0" eaLnBrk="1" fontAlgn="auto" latinLnBrk="1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>
                <a:ln>
                  <a:solidFill>
                    <a:srgbClr val="E7E6E6">
                      <a:alpha val="0"/>
                    </a:srgbClr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(</a:t>
            </a:r>
            <a:r>
              <a:rPr kumimoji="0" lang="ko-KR" altLang="en-US" sz="1600" b="0" i="0" u="none" strike="noStrike" kern="1200" cap="none" spc="0" normalizeH="0" baseline="0" noProof="0">
                <a:ln>
                  <a:solidFill>
                    <a:srgbClr val="E7E6E6">
                      <a:alpha val="0"/>
                    </a:srgbClr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프리픽</a:t>
            </a:r>
            <a:r>
              <a:rPr kumimoji="0" lang="en-US" altLang="ko-KR" sz="1600" b="0" i="0" u="none" strike="noStrike" kern="1200" cap="none" spc="0" normalizeH="0" baseline="0" noProof="0">
                <a:ln>
                  <a:solidFill>
                    <a:srgbClr val="E7E6E6">
                      <a:alpha val="0"/>
                    </a:srgbClr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)</a:t>
            </a:r>
            <a:endParaRPr kumimoji="0" lang="ko-KR" altLang="en-US" sz="1600" b="0" i="0" u="none" strike="noStrike" kern="1200" cap="none" spc="0" normalizeH="0" baseline="0" noProof="0">
              <a:ln>
                <a:solidFill>
                  <a:srgbClr val="E7E6E6">
                    <a:alpha val="0"/>
                  </a:srgbClr>
                </a:solidFill>
              </a:ln>
              <a:solidFill>
                <a:srgbClr val="FFFFFF"/>
              </a:solidFill>
              <a:effectLst/>
              <a:uLnTx/>
              <a:uFillTx/>
              <a:latin typeface="G마켓 산스 TTF Bold" panose="02000000000000000000" pitchFamily="2" charset="-127"/>
              <a:ea typeface="G마켓 산스 TTF Bold" panose="02000000000000000000" pitchFamily="2" charset="-127"/>
              <a:cs typeface="+mn-cs"/>
            </a:endParaRP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53C86252-0108-BAB4-3B43-7E6ECBD5E2AB}"/>
              </a:ext>
            </a:extLst>
          </p:cNvPr>
          <p:cNvSpPr/>
          <p:nvPr/>
        </p:nvSpPr>
        <p:spPr>
          <a:xfrm>
            <a:off x="2600324" y="2033240"/>
            <a:ext cx="3350022" cy="1475434"/>
          </a:xfrm>
          <a:prstGeom prst="roundRect">
            <a:avLst/>
          </a:prstGeom>
          <a:solidFill>
            <a:schemeClr val="tx1"/>
          </a:solidFill>
          <a:ln w="1270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0" i="0" u="none" strike="noStrike" kern="1200" cap="none" spc="0" normalizeH="0" baseline="0" noProof="0">
                <a:ln>
                  <a:solidFill>
                    <a:srgbClr val="E7E6E6">
                      <a:alpha val="0"/>
                    </a:srgbClr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Pixabay</a:t>
            </a:r>
          </a:p>
          <a:p>
            <a:pPr marL="0" marR="0" lvl="0" indent="0" algn="ctr" defTabSz="914400" rtl="0" eaLnBrk="1" fontAlgn="auto" latinLnBrk="1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>
                <a:ln>
                  <a:solidFill>
                    <a:srgbClr val="E7E6E6">
                      <a:alpha val="0"/>
                    </a:srgbClr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(</a:t>
            </a:r>
            <a:r>
              <a:rPr kumimoji="0" lang="ko-KR" altLang="en-US" sz="1600" b="0" i="0" u="none" strike="noStrike" kern="1200" cap="none" spc="0" normalizeH="0" baseline="0" noProof="0">
                <a:ln>
                  <a:solidFill>
                    <a:srgbClr val="E7E6E6">
                      <a:alpha val="0"/>
                    </a:srgbClr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픽사베이</a:t>
            </a:r>
            <a:r>
              <a:rPr kumimoji="0" lang="en-US" altLang="ko-KR" sz="1600" b="0" i="0" u="none" strike="noStrike" kern="1200" cap="none" spc="0" normalizeH="0" baseline="0" noProof="0">
                <a:ln>
                  <a:solidFill>
                    <a:srgbClr val="E7E6E6">
                      <a:alpha val="0"/>
                    </a:srgbClr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)</a:t>
            </a:r>
            <a:endParaRPr kumimoji="0" lang="ko-KR" altLang="en-US" sz="1600" b="0" i="0" u="none" strike="noStrike" kern="1200" cap="none" spc="0" normalizeH="0" baseline="0" noProof="0">
              <a:ln>
                <a:solidFill>
                  <a:srgbClr val="E7E6E6">
                    <a:alpha val="0"/>
                  </a:srgbClr>
                </a:solidFill>
              </a:ln>
              <a:solidFill>
                <a:srgbClr val="FFFFFF"/>
              </a:solidFill>
              <a:effectLst/>
              <a:uLnTx/>
              <a:uFillTx/>
              <a:latin typeface="G마켓 산스 TTF Bold" panose="02000000000000000000" pitchFamily="2" charset="-127"/>
              <a:ea typeface="G마켓 산스 TTF Bold" panose="02000000000000000000" pitchFamily="2" charset="-127"/>
              <a:cs typeface="+mn-cs"/>
            </a:endParaRP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5B434EA9-CEE4-E7EE-5CB3-78AD4FBB86B5}"/>
              </a:ext>
            </a:extLst>
          </p:cNvPr>
          <p:cNvSpPr/>
          <p:nvPr/>
        </p:nvSpPr>
        <p:spPr>
          <a:xfrm>
            <a:off x="6241654" y="2033240"/>
            <a:ext cx="3350022" cy="1475434"/>
          </a:xfrm>
          <a:prstGeom prst="roundRect">
            <a:avLst/>
          </a:prstGeom>
          <a:solidFill>
            <a:schemeClr val="tx1"/>
          </a:solidFill>
          <a:ln w="1270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0" i="0" u="none" strike="noStrike" kern="1200" cap="none" spc="0" normalizeH="0" baseline="0" noProof="0">
                <a:ln>
                  <a:solidFill>
                    <a:srgbClr val="E7E6E6">
                      <a:alpha val="0"/>
                    </a:srgbClr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Unsplash</a:t>
            </a:r>
          </a:p>
          <a:p>
            <a:pPr marL="0" marR="0" lvl="0" indent="0" algn="ctr" defTabSz="914400" rtl="0" eaLnBrk="1" fontAlgn="auto" latinLnBrk="1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>
                <a:ln>
                  <a:solidFill>
                    <a:srgbClr val="E7E6E6">
                      <a:alpha val="0"/>
                    </a:srgbClr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(</a:t>
            </a:r>
            <a:r>
              <a:rPr kumimoji="0" lang="ko-KR" altLang="en-US" sz="1600" b="0" i="0" u="none" strike="noStrike" kern="1200" cap="none" spc="0" normalizeH="0" baseline="0" noProof="0">
                <a:ln>
                  <a:solidFill>
                    <a:srgbClr val="E7E6E6">
                      <a:alpha val="0"/>
                    </a:srgbClr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언스플래쉬</a:t>
            </a:r>
            <a:r>
              <a:rPr kumimoji="0" lang="en-US" altLang="ko-KR" sz="1600" b="0" i="0" u="none" strike="noStrike" kern="1200" cap="none" spc="0" normalizeH="0" baseline="0" noProof="0">
                <a:ln>
                  <a:solidFill>
                    <a:srgbClr val="E7E6E6">
                      <a:alpha val="0"/>
                    </a:srgbClr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)</a:t>
            </a:r>
            <a:endParaRPr kumimoji="0" lang="ko-KR" altLang="en-US" sz="1600" b="0" i="0" u="none" strike="noStrike" kern="1200" cap="none" spc="0" normalizeH="0" baseline="0" noProof="0">
              <a:ln>
                <a:solidFill>
                  <a:srgbClr val="E7E6E6">
                    <a:alpha val="0"/>
                  </a:srgbClr>
                </a:solidFill>
              </a:ln>
              <a:solidFill>
                <a:srgbClr val="FFFFFF"/>
              </a:solidFill>
              <a:effectLst/>
              <a:uLnTx/>
              <a:uFillTx/>
              <a:latin typeface="G마켓 산스 TTF Bold" panose="02000000000000000000" pitchFamily="2" charset="-127"/>
              <a:ea typeface="G마켓 산스 TTF Bold" panose="02000000000000000000" pitchFamily="2" charset="-127"/>
              <a:cs typeface="+mn-cs"/>
            </a:endParaRP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09C9FB5F-38E7-6E05-6723-DA6EDEC6D333}"/>
              </a:ext>
            </a:extLst>
          </p:cNvPr>
          <p:cNvSpPr/>
          <p:nvPr/>
        </p:nvSpPr>
        <p:spPr>
          <a:xfrm>
            <a:off x="6241654" y="3672129"/>
            <a:ext cx="3350022" cy="1475434"/>
          </a:xfrm>
          <a:prstGeom prst="roundRect">
            <a:avLst/>
          </a:prstGeom>
          <a:solidFill>
            <a:schemeClr val="tx1"/>
          </a:solidFill>
          <a:ln w="1270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4000"/>
              </a:lnSpc>
            </a:pPr>
            <a:r>
              <a:rPr lang="en-US" altLang="ko-KR" sz="2000">
                <a:ln>
                  <a:solidFill>
                    <a:srgbClr val="E7E6E6">
                      <a:alpha val="0"/>
                    </a:srgbClr>
                  </a:solidFill>
                </a:ln>
                <a:solidFill>
                  <a:srgbClr val="FFFFFF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Pexels</a:t>
            </a:r>
          </a:p>
          <a:p>
            <a:pPr algn="ctr">
              <a:lnSpc>
                <a:spcPct val="114000"/>
              </a:lnSpc>
            </a:pPr>
            <a:r>
              <a:rPr lang="en-US" altLang="ko-KR" sz="1600">
                <a:ln>
                  <a:solidFill>
                    <a:srgbClr val="E7E6E6">
                      <a:alpha val="0"/>
                    </a:srgbClr>
                  </a:solidFill>
                </a:ln>
                <a:solidFill>
                  <a:srgbClr val="FFFFFF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(</a:t>
            </a:r>
            <a:r>
              <a:rPr lang="ko-KR" altLang="en-US" sz="1600">
                <a:ln>
                  <a:solidFill>
                    <a:srgbClr val="E7E6E6">
                      <a:alpha val="0"/>
                    </a:srgbClr>
                  </a:solidFill>
                </a:ln>
                <a:solidFill>
                  <a:srgbClr val="FFFFFF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펙셀스</a:t>
            </a:r>
            <a:r>
              <a:rPr lang="en-US" altLang="ko-KR" sz="1600">
                <a:ln>
                  <a:solidFill>
                    <a:srgbClr val="E7E6E6">
                      <a:alpha val="0"/>
                    </a:srgbClr>
                  </a:solidFill>
                </a:ln>
                <a:solidFill>
                  <a:srgbClr val="FFFFFF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)</a:t>
            </a:r>
            <a:endParaRPr lang="ko-KR" altLang="en-US" sz="1600">
              <a:ln>
                <a:solidFill>
                  <a:srgbClr val="E7E6E6">
                    <a:alpha val="0"/>
                  </a:srgbClr>
                </a:solidFill>
              </a:ln>
              <a:solidFill>
                <a:srgbClr val="FFFFFF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pic>
        <p:nvPicPr>
          <p:cNvPr id="4" name="그림 3" descr="클립아트, 만화 영화, 상징이(가) 표시된 사진&#10;&#10;자동 생성된 설명">
            <a:extLst>
              <a:ext uri="{FF2B5EF4-FFF2-40B4-BE49-F238E27FC236}">
                <a16:creationId xmlns:a16="http://schemas.microsoft.com/office/drawing/2014/main" id="{35AF5C49-98CF-4F52-3D08-D787E9A2FDB3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09532" y="339853"/>
            <a:ext cx="453817" cy="45381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EC0D864-D2A7-36AE-4242-ED0E057E8ADC}"/>
              </a:ext>
            </a:extLst>
          </p:cNvPr>
          <p:cNvSpPr txBox="1"/>
          <p:nvPr/>
        </p:nvSpPr>
        <p:spPr>
          <a:xfrm>
            <a:off x="628650" y="274320"/>
            <a:ext cx="973985" cy="276999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>
            <a:defPPr>
              <a:defRPr lang="ko-KR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019D6D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019D6D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03. </a:t>
            </a:r>
            <a:r>
              <a:rPr kumimoji="0" lang="ko-KR" altLang="en-US" sz="1200" b="0" i="0" u="none" strike="noStrike" kern="1200" cap="none" spc="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019D6D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시각자료</a:t>
            </a:r>
          </a:p>
        </p:txBody>
      </p:sp>
    </p:spTree>
    <p:extLst>
      <p:ext uri="{BB962C8B-B14F-4D97-AF65-F5344CB8AC3E}">
        <p14:creationId xmlns:p14="http://schemas.microsoft.com/office/powerpoint/2010/main" val="827284097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>
        <p159:morph option="byChar"/>
      </p:transition>
    </mc:Choice>
    <mc:Fallback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861C02D0-E528-55DF-B2AD-1D3D059EF0A2}"/>
              </a:ext>
            </a:extLst>
          </p:cNvPr>
          <p:cNvCxnSpPr>
            <a:cxnSpLocks/>
          </p:cNvCxnSpPr>
          <p:nvPr/>
        </p:nvCxnSpPr>
        <p:spPr>
          <a:xfrm>
            <a:off x="628650" y="914400"/>
            <a:ext cx="10934700" cy="0"/>
          </a:xfrm>
          <a:prstGeom prst="line">
            <a:avLst/>
          </a:prstGeom>
          <a:ln w="19050">
            <a:solidFill>
              <a:srgbClr val="E0833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CAAAA774-667F-2F01-C32D-E2810F8850E3}"/>
              </a:ext>
            </a:extLst>
          </p:cNvPr>
          <p:cNvSpPr txBox="1"/>
          <p:nvPr/>
        </p:nvSpPr>
        <p:spPr>
          <a:xfrm>
            <a:off x="628648" y="513219"/>
            <a:ext cx="6902451" cy="369332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-50" normalizeH="0" baseline="0" noProof="0" dirty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사진</a:t>
            </a:r>
            <a:r>
              <a:rPr kumimoji="0" lang="en-US" altLang="ko-KR" sz="1800" b="0" i="0" u="none" strike="noStrike" kern="1200" cap="none" spc="-50" normalizeH="0" baseline="0" noProof="0" dirty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,</a:t>
            </a:r>
            <a:r>
              <a:rPr kumimoji="0" lang="ko-KR" altLang="en-US" sz="1800" b="0" i="0" u="none" strike="noStrike" kern="1200" cap="none" spc="-50" normalizeH="0" baseline="0" noProof="0" dirty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 </a:t>
            </a:r>
            <a:r>
              <a:rPr kumimoji="0" lang="ko-KR" altLang="en-US" sz="1800" b="0" i="0" u="none" strike="noStrike" kern="1200" cap="none" spc="-50" normalizeH="0" baseline="0" noProof="0" dirty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FA6502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자주하는 실수와 해결방법</a:t>
            </a:r>
          </a:p>
        </p:txBody>
      </p:sp>
      <p:pic>
        <p:nvPicPr>
          <p:cNvPr id="12" name="그림 11" descr="클립아트, 만화 영화, 상징이(가) 표시된 사진&#10;&#10;자동 생성된 설명">
            <a:extLst>
              <a:ext uri="{FF2B5EF4-FFF2-40B4-BE49-F238E27FC236}">
                <a16:creationId xmlns:a16="http://schemas.microsoft.com/office/drawing/2014/main" id="{8D9C5457-BAC2-7808-A742-33BBDB4E65C9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09532" y="339853"/>
            <a:ext cx="453817" cy="45381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075624F-6DE5-B9BA-D8B1-7474FA4954CF}"/>
              </a:ext>
            </a:extLst>
          </p:cNvPr>
          <p:cNvSpPr txBox="1"/>
          <p:nvPr/>
        </p:nvSpPr>
        <p:spPr>
          <a:xfrm>
            <a:off x="628650" y="274320"/>
            <a:ext cx="973985" cy="276999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>
            <a:defPPr>
              <a:defRPr lang="ko-KR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019D6D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019D6D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03. </a:t>
            </a:r>
            <a:r>
              <a:rPr kumimoji="0" lang="ko-KR" altLang="en-US" sz="1200" b="0" i="0" u="none" strike="noStrike" kern="1200" cap="none" spc="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019D6D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시각자료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83B2BC0-7987-E790-11E9-1A02E13628FA}"/>
              </a:ext>
            </a:extLst>
          </p:cNvPr>
          <p:cNvSpPr/>
          <p:nvPr/>
        </p:nvSpPr>
        <p:spPr>
          <a:xfrm>
            <a:off x="628649" y="1035130"/>
            <a:ext cx="10934702" cy="31854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※ Shift + </a:t>
            </a:r>
            <a:r>
              <a:rPr kumimoji="0" lang="ko-KR" altLang="en-US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대각흰꼭지 드래그로 높낮이 맞추기 </a:t>
            </a: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-&gt; </a:t>
            </a:r>
            <a:r>
              <a:rPr kumimoji="0" lang="ko-KR" altLang="en-US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사진의 가로간격 동일하게 맞추기 </a:t>
            </a: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-&gt; </a:t>
            </a:r>
            <a:r>
              <a:rPr kumimoji="0" lang="ko-KR" altLang="en-US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그룹화 </a:t>
            </a: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&amp; </a:t>
            </a:r>
            <a:r>
              <a:rPr kumimoji="0" lang="ko-KR" altLang="en-US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가운데 맞춤으로 센터 맞추기</a:t>
            </a:r>
            <a:endParaRPr kumimoji="0" lang="ko-KR" altLang="en-US" sz="1200" b="0" i="0" u="none" strike="noStrike" kern="1200" cap="none" spc="0" normalizeH="0" baseline="0" noProof="0" dirty="0">
              <a:ln>
                <a:solidFill>
                  <a:srgbClr val="4472C4">
                    <a:alpha val="0"/>
                  </a:srgbClr>
                </a:solidFill>
              </a:ln>
              <a:solidFill>
                <a:srgbClr val="E7E6E6">
                  <a:lumMod val="10000"/>
                </a:srgbClr>
              </a:solidFill>
              <a:effectLst/>
              <a:uLnTx/>
              <a:uFillTx/>
              <a:latin typeface="G마켓 산스 TTF Medium" panose="02000000000000000000" pitchFamily="2" charset="-127"/>
              <a:ea typeface="G마켓 산스 TTF Medium" panose="02000000000000000000" pitchFamily="2" charset="-127"/>
              <a:cs typeface="+mn-cs"/>
            </a:endParaRPr>
          </a:p>
        </p:txBody>
      </p:sp>
      <p:grpSp>
        <p:nvGrpSpPr>
          <p:cNvPr id="3" name="그룹 2"/>
          <p:cNvGrpSpPr/>
          <p:nvPr/>
        </p:nvGrpSpPr>
        <p:grpSpPr>
          <a:xfrm>
            <a:off x="1665238" y="1662396"/>
            <a:ext cx="8861524" cy="3533208"/>
            <a:chOff x="1339953" y="2811293"/>
            <a:chExt cx="8861524" cy="3533208"/>
          </a:xfrm>
        </p:grpSpPr>
        <p:pic>
          <p:nvPicPr>
            <p:cNvPr id="8" name="Picture 2" descr="무료 남자의 초상 스톡 사진">
              <a:extLst>
                <a:ext uri="{FF2B5EF4-FFF2-40B4-BE49-F238E27FC236}">
                  <a16:creationId xmlns:a16="http://schemas.microsoft.com/office/drawing/2014/main" id="{698B56CB-06B7-3C3D-C768-DF64F4C289C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9442" r="19442"/>
            <a:stretch/>
          </p:blipFill>
          <p:spPr bwMode="auto">
            <a:xfrm>
              <a:off x="3909770" y="2811293"/>
              <a:ext cx="3721889" cy="353320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" name="Picture 2" descr="Free photos of Apples">
              <a:extLst>
                <a:ext uri="{FF2B5EF4-FFF2-40B4-BE49-F238E27FC236}">
                  <a16:creationId xmlns:a16="http://schemas.microsoft.com/office/drawing/2014/main" id="{67813DFB-FF96-513B-E777-11086B8128F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39953" y="2811293"/>
              <a:ext cx="2355471" cy="353320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" name="Picture 2" descr="무료 기차 스톡 사진">
              <a:extLst>
                <a:ext uri="{FF2B5EF4-FFF2-40B4-BE49-F238E27FC236}">
                  <a16:creationId xmlns:a16="http://schemas.microsoft.com/office/drawing/2014/main" id="{E05986CA-969F-D32C-E3EC-0D573A83A84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46005" y="2811293"/>
              <a:ext cx="2355472" cy="353320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915855716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>
        <p159:morph option="byChar"/>
      </p:transition>
    </mc:Choice>
    <mc:Fallback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E894D90-C78F-E453-6513-558A3BAFB4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42FED15A-FBD2-895E-F894-359CB3ABE167}"/>
              </a:ext>
            </a:extLst>
          </p:cNvPr>
          <p:cNvCxnSpPr>
            <a:cxnSpLocks/>
          </p:cNvCxnSpPr>
          <p:nvPr/>
        </p:nvCxnSpPr>
        <p:spPr>
          <a:xfrm>
            <a:off x="628650" y="914400"/>
            <a:ext cx="10934700" cy="0"/>
          </a:xfrm>
          <a:prstGeom prst="line">
            <a:avLst/>
          </a:prstGeom>
          <a:ln w="19050">
            <a:solidFill>
              <a:srgbClr val="E0833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6CC1BF18-4D9E-98AE-7083-88152072737A}"/>
              </a:ext>
            </a:extLst>
          </p:cNvPr>
          <p:cNvSpPr txBox="1"/>
          <p:nvPr/>
        </p:nvSpPr>
        <p:spPr>
          <a:xfrm>
            <a:off x="628650" y="274320"/>
            <a:ext cx="973985" cy="276999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>
            <a:defPPr>
              <a:defRPr lang="ko-KR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019D6D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019D6D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03. </a:t>
            </a:r>
            <a:r>
              <a:rPr kumimoji="0" lang="ko-KR" altLang="en-US" sz="1200" b="0" i="0" u="none" strike="noStrike" kern="1200" cap="none" spc="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019D6D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시각자료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D27A610-4945-9C40-E271-18D4BD463A36}"/>
              </a:ext>
            </a:extLst>
          </p:cNvPr>
          <p:cNvSpPr/>
          <p:nvPr/>
        </p:nvSpPr>
        <p:spPr>
          <a:xfrm>
            <a:off x="628649" y="1035130"/>
            <a:ext cx="10934702" cy="31854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※ </a:t>
            </a:r>
            <a:r>
              <a:rPr kumimoji="0" lang="ko-KR" altLang="en-US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뽀인트 색 도형을 뒤로 보내고 투명도 </a:t>
            </a: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30% </a:t>
            </a:r>
            <a:r>
              <a:rPr kumimoji="0" lang="ko-KR" altLang="en-US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이상 </a:t>
            </a: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&amp; </a:t>
            </a:r>
            <a:r>
              <a:rPr kumimoji="0" lang="ko-KR" altLang="en-US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그림 테두리 </a:t>
            </a: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&amp; </a:t>
            </a:r>
            <a:r>
              <a:rPr kumimoji="0" lang="ko-KR" altLang="en-US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그림자 효과</a:t>
            </a: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 </a:t>
            </a:r>
            <a:endParaRPr kumimoji="0" lang="ko-KR" altLang="en-US" sz="1200" b="0" i="0" u="none" strike="noStrike" kern="1200" cap="none" spc="0" normalizeH="0" baseline="0" noProof="0" dirty="0">
              <a:ln>
                <a:solidFill>
                  <a:srgbClr val="4472C4">
                    <a:alpha val="0"/>
                  </a:srgbClr>
                </a:solidFill>
              </a:ln>
              <a:solidFill>
                <a:srgbClr val="E7E6E6">
                  <a:lumMod val="10000"/>
                </a:srgbClr>
              </a:solidFill>
              <a:effectLst/>
              <a:uLnTx/>
              <a:uFillTx/>
              <a:latin typeface="G마켓 산스 TTF Medium" panose="02000000000000000000" pitchFamily="2" charset="-127"/>
              <a:ea typeface="G마켓 산스 TTF Medium" panose="02000000000000000000" pitchFamily="2" charset="-127"/>
              <a:cs typeface="+mn-cs"/>
            </a:endParaRPr>
          </a:p>
        </p:txBody>
      </p:sp>
      <p:pic>
        <p:nvPicPr>
          <p:cNvPr id="8" name="Picture 2" descr="무료 남자의 초상 스톡 사진">
            <a:extLst>
              <a:ext uri="{FF2B5EF4-FFF2-40B4-BE49-F238E27FC236}">
                <a16:creationId xmlns:a16="http://schemas.microsoft.com/office/drawing/2014/main" id="{03F74C5D-47DC-46AA-8A63-1E0A2028D3F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42" r="19442"/>
          <a:stretch/>
        </p:blipFill>
        <p:spPr bwMode="auto">
          <a:xfrm>
            <a:off x="5361754" y="1690389"/>
            <a:ext cx="4575106" cy="43431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Free photos of Apples">
            <a:extLst>
              <a:ext uri="{FF2B5EF4-FFF2-40B4-BE49-F238E27FC236}">
                <a16:creationId xmlns:a16="http://schemas.microsoft.com/office/drawing/2014/main" id="{2A0E9B75-16B4-14F3-379D-215D6D6CA1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5140" y="1690389"/>
            <a:ext cx="2895446" cy="43431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A63112B-F863-81DD-BA3D-404D39951D40}"/>
              </a:ext>
            </a:extLst>
          </p:cNvPr>
          <p:cNvSpPr txBox="1"/>
          <p:nvPr/>
        </p:nvSpPr>
        <p:spPr>
          <a:xfrm>
            <a:off x="628648" y="513219"/>
            <a:ext cx="6902451" cy="369332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-50" normalizeH="0" baseline="0" noProof="0" dirty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사진</a:t>
            </a:r>
            <a:r>
              <a:rPr kumimoji="0" lang="en-US" altLang="ko-KR" sz="1800" b="0" i="0" u="none" strike="noStrike" kern="1200" cap="none" spc="-5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,</a:t>
            </a:r>
            <a:r>
              <a:rPr kumimoji="0" lang="ko-KR" altLang="en-US" sz="1800" b="0" i="0" u="none" strike="noStrike" kern="1200" cap="none" spc="-5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 </a:t>
            </a:r>
            <a:r>
              <a:rPr kumimoji="0" lang="ko-KR" altLang="en-US" sz="1800" b="0" i="0" u="none" strike="noStrike" kern="1200" cap="none" spc="-5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FA6502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흰색 배경 많으면 </a:t>
            </a:r>
            <a:r>
              <a:rPr kumimoji="0" lang="en-US" altLang="ko-KR" sz="1800" b="0" i="0" u="none" strike="noStrike" kern="1200" cap="none" spc="-5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FA6502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20% </a:t>
            </a:r>
            <a:r>
              <a:rPr kumimoji="0" lang="ko-KR" altLang="en-US" sz="1800" b="0" i="0" u="none" strike="noStrike" kern="1200" cap="none" spc="-5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FA6502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부족한 느낌</a:t>
            </a:r>
            <a:endParaRPr kumimoji="0" lang="ko-KR" altLang="en-US" sz="1800" b="0" i="0" u="none" strike="noStrike" kern="1200" cap="none" spc="-50" normalizeH="0" baseline="0" noProof="0" dirty="0">
              <a:ln>
                <a:solidFill>
                  <a:srgbClr val="FF0000">
                    <a:alpha val="0"/>
                  </a:srgbClr>
                </a:solidFill>
              </a:ln>
              <a:solidFill>
                <a:srgbClr val="FA6502"/>
              </a:solidFill>
              <a:effectLst/>
              <a:uLnTx/>
              <a:uFillTx/>
              <a:latin typeface="G마켓 산스 TTF Bold" panose="02000000000000000000" pitchFamily="2" charset="-127"/>
              <a:ea typeface="G마켓 산스 TTF Bold" panose="02000000000000000000" pitchFamily="2" charset="-127"/>
              <a:cs typeface="+mn-cs"/>
            </a:endParaRPr>
          </a:p>
        </p:txBody>
      </p:sp>
      <p:pic>
        <p:nvPicPr>
          <p:cNvPr id="4" name="그림 3" descr="클립아트, 만화 영화, 상징이(가) 표시된 사진&#10;&#10;자동 생성된 설명">
            <a:extLst>
              <a:ext uri="{FF2B5EF4-FFF2-40B4-BE49-F238E27FC236}">
                <a16:creationId xmlns:a16="http://schemas.microsoft.com/office/drawing/2014/main" id="{3BA84244-5FC0-60E9-250F-6EB5A9C924C4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09532" y="339853"/>
            <a:ext cx="453817" cy="453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3399824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>
        <p159:morph option="byChar"/>
      </p:transition>
    </mc:Choice>
    <mc:Fallback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3980F96-8431-A58E-67A0-4C74B59030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5D327CFE-5530-2508-2E48-22AC51DB36B7}"/>
              </a:ext>
            </a:extLst>
          </p:cNvPr>
          <p:cNvCxnSpPr>
            <a:cxnSpLocks/>
          </p:cNvCxnSpPr>
          <p:nvPr/>
        </p:nvCxnSpPr>
        <p:spPr>
          <a:xfrm>
            <a:off x="628650" y="914400"/>
            <a:ext cx="10934700" cy="0"/>
          </a:xfrm>
          <a:prstGeom prst="line">
            <a:avLst/>
          </a:prstGeom>
          <a:ln w="19050">
            <a:solidFill>
              <a:srgbClr val="E0833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123A2223-7344-5524-54D6-7038995E945D}"/>
              </a:ext>
            </a:extLst>
          </p:cNvPr>
          <p:cNvSpPr txBox="1"/>
          <p:nvPr/>
        </p:nvSpPr>
        <p:spPr>
          <a:xfrm>
            <a:off x="628648" y="513219"/>
            <a:ext cx="6902451" cy="369332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-5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사진 편집방법 </a:t>
            </a:r>
            <a:r>
              <a:rPr kumimoji="0" lang="en-US" altLang="ko-KR" sz="1800" b="0" i="0" u="none" strike="noStrike" kern="1200" cap="none" spc="-5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1. </a:t>
            </a:r>
            <a:r>
              <a:rPr kumimoji="0" lang="ko-KR" altLang="en-US" sz="1800" b="0" i="0" u="none" strike="noStrike" kern="1200" cap="none" spc="-5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FA6502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사진 원본 편집하기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BEA7842-EE16-C700-F706-2DE2B06E3724}"/>
              </a:ext>
            </a:extLst>
          </p:cNvPr>
          <p:cNvSpPr/>
          <p:nvPr/>
        </p:nvSpPr>
        <p:spPr>
          <a:xfrm>
            <a:off x="628649" y="1035130"/>
            <a:ext cx="10934702" cy="31854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※ </a:t>
            </a:r>
            <a:r>
              <a:rPr kumimoji="0" lang="ko-KR" altLang="en-US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그림클릭 </a:t>
            </a: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- </a:t>
            </a:r>
            <a:r>
              <a:rPr kumimoji="0" lang="ko-KR" altLang="en-US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자르기</a:t>
            </a:r>
            <a:endParaRPr kumimoji="0" lang="ko-KR" altLang="en-US" sz="1200" b="0" i="0" u="none" strike="noStrike" kern="1200" cap="none" spc="0" normalizeH="0" baseline="0" noProof="0">
              <a:ln>
                <a:solidFill>
                  <a:srgbClr val="4472C4">
                    <a:alpha val="0"/>
                  </a:srgbClr>
                </a:solidFill>
              </a:ln>
              <a:solidFill>
                <a:srgbClr val="E7E6E6">
                  <a:lumMod val="10000"/>
                </a:srgbClr>
              </a:solidFill>
              <a:effectLst/>
              <a:uLnTx/>
              <a:uFillTx/>
              <a:latin typeface="G마켓 산스 TTF Bold" panose="02000000000000000000" pitchFamily="2" charset="-127"/>
              <a:ea typeface="G마켓 산스 TTF Bold" panose="02000000000000000000" pitchFamily="2" charset="-127"/>
              <a:cs typeface="+mn-cs"/>
            </a:endParaRPr>
          </a:p>
        </p:txBody>
      </p:sp>
      <p:pic>
        <p:nvPicPr>
          <p:cNvPr id="4" name="그림 3" descr="클립아트, 만화 영화, 상징이(가) 표시된 사진&#10;&#10;자동 생성된 설명">
            <a:extLst>
              <a:ext uri="{FF2B5EF4-FFF2-40B4-BE49-F238E27FC236}">
                <a16:creationId xmlns:a16="http://schemas.microsoft.com/office/drawing/2014/main" id="{ED63B0EA-C8A6-FC6F-4F49-69B52C9F6C86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09532" y="339853"/>
            <a:ext cx="453817" cy="453817"/>
          </a:xfrm>
          <a:prstGeom prst="rect">
            <a:avLst/>
          </a:prstGeom>
        </p:spPr>
      </p:pic>
      <p:pic>
        <p:nvPicPr>
          <p:cNvPr id="3" name="Picture 2" descr="무료 슬라이스 딸기 팬케이크 스톡 사진">
            <a:extLst>
              <a:ext uri="{FF2B5EF4-FFF2-40B4-BE49-F238E27FC236}">
                <a16:creationId xmlns:a16="http://schemas.microsoft.com/office/drawing/2014/main" id="{799CD09A-6B0A-693F-1A71-31019D5C03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0278" y="1915279"/>
            <a:ext cx="6148387" cy="37552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35D3129-BF60-F1A1-B131-0FCEE85E6A32}"/>
              </a:ext>
            </a:extLst>
          </p:cNvPr>
          <p:cNvSpPr txBox="1"/>
          <p:nvPr/>
        </p:nvSpPr>
        <p:spPr>
          <a:xfrm>
            <a:off x="628650" y="274320"/>
            <a:ext cx="973985" cy="276999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>
            <a:defPPr>
              <a:defRPr lang="ko-KR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019D6D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019D6D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03. </a:t>
            </a:r>
            <a:r>
              <a:rPr kumimoji="0" lang="ko-KR" altLang="en-US" sz="1200" b="0" i="0" u="none" strike="noStrike" kern="1200" cap="none" spc="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019D6D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시각자료</a:t>
            </a:r>
          </a:p>
        </p:txBody>
      </p:sp>
    </p:spTree>
    <p:extLst>
      <p:ext uri="{BB962C8B-B14F-4D97-AF65-F5344CB8AC3E}">
        <p14:creationId xmlns:p14="http://schemas.microsoft.com/office/powerpoint/2010/main" val="1840583150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>
        <p159:morph option="byChar"/>
      </p:transition>
    </mc:Choice>
    <mc:Fallback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861C02D0-E528-55DF-B2AD-1D3D059EF0A2}"/>
              </a:ext>
            </a:extLst>
          </p:cNvPr>
          <p:cNvCxnSpPr>
            <a:cxnSpLocks/>
          </p:cNvCxnSpPr>
          <p:nvPr/>
        </p:nvCxnSpPr>
        <p:spPr>
          <a:xfrm>
            <a:off x="628650" y="914400"/>
            <a:ext cx="10934700" cy="0"/>
          </a:xfrm>
          <a:prstGeom prst="line">
            <a:avLst/>
          </a:prstGeom>
          <a:ln w="19050">
            <a:solidFill>
              <a:srgbClr val="E0833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A515B71-2EAD-76CA-2151-8EE88EC90ABF}"/>
              </a:ext>
            </a:extLst>
          </p:cNvPr>
          <p:cNvSpPr/>
          <p:nvPr/>
        </p:nvSpPr>
        <p:spPr>
          <a:xfrm>
            <a:off x="628649" y="1035130"/>
            <a:ext cx="10934702" cy="31854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※ </a:t>
            </a:r>
            <a:r>
              <a:rPr kumimoji="0" lang="ko-KR" altLang="en-US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사진 삽입과 편집을 동시에 하는 </a:t>
            </a:r>
            <a:r>
              <a:rPr kumimoji="0" lang="ko-KR" altLang="en-US" sz="1200" b="0" i="0" u="none" strike="noStrike" kern="1200" cap="none" spc="0" normalizeH="0" baseline="0" noProof="0" err="1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치트키</a:t>
            </a:r>
            <a:r>
              <a:rPr kumimoji="0" lang="ko-KR" altLang="en-US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 </a:t>
            </a: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(</a:t>
            </a:r>
            <a:r>
              <a:rPr kumimoji="0" lang="ko-KR" altLang="en-US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사진클릭 </a:t>
            </a: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- </a:t>
            </a:r>
            <a:r>
              <a:rPr kumimoji="0" lang="ko-KR" altLang="en-US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그림서식</a:t>
            </a: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 - </a:t>
            </a:r>
            <a:r>
              <a:rPr kumimoji="0" lang="ko-KR" altLang="en-US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자르기</a:t>
            </a: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)</a:t>
            </a:r>
            <a:endParaRPr kumimoji="0" lang="ko-KR" altLang="en-US" sz="1200" b="0" i="0" u="none" strike="noStrike" kern="1200" cap="none" spc="0" normalizeH="0" baseline="0" noProof="0">
              <a:ln>
                <a:solidFill>
                  <a:srgbClr val="4472C4">
                    <a:alpha val="0"/>
                  </a:srgbClr>
                </a:solidFill>
              </a:ln>
              <a:solidFill>
                <a:srgbClr val="E7E6E6">
                  <a:lumMod val="10000"/>
                </a:srgbClr>
              </a:solidFill>
              <a:effectLst/>
              <a:uLnTx/>
              <a:uFillTx/>
              <a:latin typeface="G마켓 산스 TTF Bold" panose="02000000000000000000" pitchFamily="2" charset="-127"/>
              <a:ea typeface="G마켓 산스 TTF Bold" panose="02000000000000000000" pitchFamily="2" charset="-127"/>
              <a:cs typeface="+mn-cs"/>
            </a:endParaRPr>
          </a:p>
        </p:txBody>
      </p:sp>
      <p:pic>
        <p:nvPicPr>
          <p:cNvPr id="2" name="Picture 2" descr="T포토] 차은우 '비주얼이 스윗해' | YTN">
            <a:extLst>
              <a:ext uri="{FF2B5EF4-FFF2-40B4-BE49-F238E27FC236}">
                <a16:creationId xmlns:a16="http://schemas.microsoft.com/office/drawing/2014/main" id="{18761291-709E-7988-5408-3FAAC10982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2635" y="1769838"/>
            <a:ext cx="2940243" cy="44103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4" descr="박재범 (r2078 판) - 나무위키">
            <a:extLst>
              <a:ext uri="{FF2B5EF4-FFF2-40B4-BE49-F238E27FC236}">
                <a16:creationId xmlns:a16="http://schemas.microsoft.com/office/drawing/2014/main" id="{52D7F06A-8EE7-7212-E1B9-AFCB98E5D5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8324" y="1593771"/>
            <a:ext cx="4864099" cy="48640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55A4429-C1A7-7C74-B157-1F367FB9E6CA}"/>
              </a:ext>
            </a:extLst>
          </p:cNvPr>
          <p:cNvSpPr txBox="1"/>
          <p:nvPr/>
        </p:nvSpPr>
        <p:spPr>
          <a:xfrm>
            <a:off x="628650" y="274320"/>
            <a:ext cx="973985" cy="276999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>
            <a:defPPr>
              <a:defRPr lang="ko-KR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019D6D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019D6D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03. </a:t>
            </a:r>
            <a:r>
              <a:rPr kumimoji="0" lang="ko-KR" altLang="en-US" sz="1200" b="0" i="0" u="none" strike="noStrike" kern="1200" cap="none" spc="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019D6D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시각자료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00B6D5F-31B7-15AB-4F62-DA5F0B5CF9A1}"/>
              </a:ext>
            </a:extLst>
          </p:cNvPr>
          <p:cNvSpPr txBox="1"/>
          <p:nvPr/>
        </p:nvSpPr>
        <p:spPr>
          <a:xfrm>
            <a:off x="628648" y="513219"/>
            <a:ext cx="6902451" cy="369332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-5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사진 편집방법 </a:t>
            </a:r>
            <a:r>
              <a:rPr kumimoji="0" lang="en-US" altLang="ko-KR" sz="1800" b="0" i="0" u="none" strike="noStrike" kern="1200" cap="none" spc="-5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2. </a:t>
            </a:r>
            <a:r>
              <a:rPr kumimoji="0" lang="ko-KR" altLang="en-US" sz="1800" b="0" i="0" u="none" strike="noStrike" kern="1200" cap="none" spc="-5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FA6502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도형안에 사진 넣기</a:t>
            </a:r>
          </a:p>
        </p:txBody>
      </p:sp>
      <p:pic>
        <p:nvPicPr>
          <p:cNvPr id="7" name="그림 6" descr="클립아트, 만화 영화, 상징이(가) 표시된 사진&#10;&#10;자동 생성된 설명">
            <a:extLst>
              <a:ext uri="{FF2B5EF4-FFF2-40B4-BE49-F238E27FC236}">
                <a16:creationId xmlns:a16="http://schemas.microsoft.com/office/drawing/2014/main" id="{831741BF-D9E0-AAFE-B69B-995483788277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09532" y="339853"/>
            <a:ext cx="453817" cy="453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2506572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>
        <p159:morph option="byChar"/>
      </p:transition>
    </mc:Choice>
    <mc:Fallback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861C02D0-E528-55DF-B2AD-1D3D059EF0A2}"/>
              </a:ext>
            </a:extLst>
          </p:cNvPr>
          <p:cNvCxnSpPr>
            <a:cxnSpLocks/>
          </p:cNvCxnSpPr>
          <p:nvPr/>
        </p:nvCxnSpPr>
        <p:spPr>
          <a:xfrm>
            <a:off x="628650" y="914400"/>
            <a:ext cx="10934700" cy="0"/>
          </a:xfrm>
          <a:prstGeom prst="line">
            <a:avLst/>
          </a:prstGeom>
          <a:ln w="19050">
            <a:solidFill>
              <a:srgbClr val="E0833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A515B71-2EAD-76CA-2151-8EE88EC90ABF}"/>
              </a:ext>
            </a:extLst>
          </p:cNvPr>
          <p:cNvSpPr/>
          <p:nvPr/>
        </p:nvSpPr>
        <p:spPr>
          <a:xfrm>
            <a:off x="628649" y="1035130"/>
            <a:ext cx="10934702" cy="31854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※ </a:t>
            </a:r>
            <a:r>
              <a:rPr kumimoji="0" lang="ko-KR" altLang="en-US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도형서식 </a:t>
            </a: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- </a:t>
            </a:r>
            <a:r>
              <a:rPr kumimoji="0" lang="ko-KR" altLang="en-US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그림 또는 </a:t>
            </a:r>
            <a:r>
              <a:rPr kumimoji="0" lang="ko-KR" altLang="en-US" sz="1200" b="0" i="0" u="none" strike="noStrike" kern="1200" cap="none" spc="0" normalizeH="0" baseline="0" noProof="0" err="1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질감채우기</a:t>
            </a:r>
            <a:r>
              <a:rPr kumimoji="0" lang="ko-KR" altLang="en-US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 </a:t>
            </a: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- </a:t>
            </a:r>
            <a:r>
              <a:rPr kumimoji="0" lang="ko-KR" altLang="en-US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클립보드 </a:t>
            </a: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&amp; </a:t>
            </a:r>
            <a:r>
              <a:rPr kumimoji="0" lang="ko-KR" altLang="en-US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그림서식 </a:t>
            </a: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- </a:t>
            </a:r>
            <a:r>
              <a:rPr kumimoji="0" lang="ko-KR" altLang="en-US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자르기 </a:t>
            </a:r>
            <a:r>
              <a:rPr kumimoji="0" lang="ko-KR" altLang="en-US" sz="1200" b="0" i="0" u="none" strike="noStrike" kern="1200" cap="none" spc="0" normalizeH="0" baseline="0" noProof="0" err="1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아래화살표</a:t>
            </a:r>
            <a:r>
              <a:rPr kumimoji="0" lang="ko-KR" altLang="en-US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 </a:t>
            </a: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- </a:t>
            </a:r>
            <a:r>
              <a:rPr kumimoji="0" lang="ko-KR" altLang="en-US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채우기 </a:t>
            </a: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- Shift &amp; A</a:t>
            </a:r>
            <a:r>
              <a:rPr kumimoji="0" lang="en-US" altLang="ko-KR" sz="1200" b="0" i="0" u="none" strike="noStrike" kern="1200" cap="none" spc="0" normalizeH="0" baseline="0" noProof="0" err="1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lt</a:t>
            </a:r>
            <a:r>
              <a:rPr kumimoji="0" lang="ko-KR" altLang="en-US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를 활용해 자르기 네모안에 개체 위치</a:t>
            </a:r>
            <a:endParaRPr kumimoji="0" lang="ko-KR" altLang="en-US" sz="1200" b="0" i="0" u="none" strike="noStrike" kern="1200" cap="none" spc="0" normalizeH="0" baseline="0" noProof="0">
              <a:ln>
                <a:solidFill>
                  <a:srgbClr val="4472C4">
                    <a:alpha val="0"/>
                  </a:srgbClr>
                </a:solidFill>
              </a:ln>
              <a:solidFill>
                <a:srgbClr val="E7E6E6">
                  <a:lumMod val="10000"/>
                </a:srgbClr>
              </a:solidFill>
              <a:effectLst/>
              <a:uLnTx/>
              <a:uFillTx/>
              <a:latin typeface="G마켓 산스 TTF Bold" panose="02000000000000000000" pitchFamily="2" charset="-127"/>
              <a:ea typeface="G마켓 산스 TTF Bold" panose="02000000000000000000" pitchFamily="2" charset="-127"/>
              <a:cs typeface="+mn-cs"/>
            </a:endParaRP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2CD79208-553B-6768-CF95-D6B7964D6697}"/>
              </a:ext>
            </a:extLst>
          </p:cNvPr>
          <p:cNvSpPr/>
          <p:nvPr/>
        </p:nvSpPr>
        <p:spPr>
          <a:xfrm>
            <a:off x="5048434" y="2381435"/>
            <a:ext cx="2095130" cy="2095130"/>
          </a:xfrm>
          <a:prstGeom prst="ellipse">
            <a:avLst/>
          </a:prstGeom>
          <a:blipFill>
            <a:blip r:embed="rId3"/>
            <a:srcRect/>
            <a:stretch>
              <a:fillRect l="-19965" t="-11607" r="-74341" b="-82699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B83035A0-D38E-7A98-4C84-8855C081F29D}"/>
              </a:ext>
            </a:extLst>
          </p:cNvPr>
          <p:cNvSpPr/>
          <p:nvPr/>
        </p:nvSpPr>
        <p:spPr>
          <a:xfrm>
            <a:off x="1476652" y="2381435"/>
            <a:ext cx="2095130" cy="2095130"/>
          </a:xfrm>
          <a:prstGeom prst="ellipse">
            <a:avLst/>
          </a:prstGeom>
          <a:blipFill dpi="0" rotWithShape="1">
            <a:blip r:embed="rId4"/>
            <a:srcRect/>
            <a:stretch>
              <a:fillRect l="-7893" t="-11175" r="-10015" b="-65933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120FCC0-E910-1655-0DA7-344FF08317BD}"/>
              </a:ext>
            </a:extLst>
          </p:cNvPr>
          <p:cNvSpPr txBox="1"/>
          <p:nvPr/>
        </p:nvSpPr>
        <p:spPr>
          <a:xfrm>
            <a:off x="628650" y="274320"/>
            <a:ext cx="973985" cy="276999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>
            <a:defPPr>
              <a:defRPr lang="ko-KR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019D6D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019D6D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03. </a:t>
            </a:r>
            <a:r>
              <a:rPr kumimoji="0" lang="ko-KR" altLang="en-US" sz="1200" b="0" i="0" u="none" strike="noStrike" kern="1200" cap="none" spc="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019D6D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시각자료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6285DE8-8FE6-EE54-B0AA-B7947F51AC3B}"/>
              </a:ext>
            </a:extLst>
          </p:cNvPr>
          <p:cNvSpPr txBox="1"/>
          <p:nvPr/>
        </p:nvSpPr>
        <p:spPr>
          <a:xfrm>
            <a:off x="628648" y="513219"/>
            <a:ext cx="6902451" cy="369332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-5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사진 편집방법 </a:t>
            </a:r>
            <a:r>
              <a:rPr kumimoji="0" lang="en-US" altLang="ko-KR" sz="1800" b="0" i="0" u="none" strike="noStrike" kern="1200" cap="none" spc="-5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2. </a:t>
            </a:r>
            <a:r>
              <a:rPr kumimoji="0" lang="ko-KR" altLang="en-US" sz="1800" b="0" i="0" u="none" strike="noStrike" kern="1200" cap="none" spc="-5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FA6502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도형안에 사진 넣기</a:t>
            </a:r>
          </a:p>
        </p:txBody>
      </p:sp>
      <p:pic>
        <p:nvPicPr>
          <p:cNvPr id="4" name="그림 3" descr="클립아트, 만화 영화, 상징이(가) 표시된 사진&#10;&#10;자동 생성된 설명">
            <a:extLst>
              <a:ext uri="{FF2B5EF4-FFF2-40B4-BE49-F238E27FC236}">
                <a16:creationId xmlns:a16="http://schemas.microsoft.com/office/drawing/2014/main" id="{B7096FD7-703B-32CF-B18C-1AC9C8FB29B1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09532" y="339853"/>
            <a:ext cx="453817" cy="453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6585313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>
        <p159:morph option="byChar"/>
      </p:transition>
    </mc:Choice>
    <mc:Fallback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0D3782BD-CD53-8D9E-7AB8-4EE842357962}"/>
              </a:ext>
            </a:extLst>
          </p:cNvPr>
          <p:cNvSpPr/>
          <p:nvPr/>
        </p:nvSpPr>
        <p:spPr>
          <a:xfrm>
            <a:off x="5018181" y="2220535"/>
            <a:ext cx="2155639" cy="2741990"/>
          </a:xfrm>
          <a:prstGeom prst="rect">
            <a:avLst/>
          </a:prstGeom>
          <a:blipFill>
            <a:blip r:embed="rId3"/>
            <a:srcRect/>
            <a:stretch>
              <a:fillRect l="-13391" t="-4838" r="-47679" b="-21790"/>
            </a:stretch>
          </a:blipFill>
          <a:ln>
            <a:solidFill>
              <a:schemeClr val="bg2">
                <a:lumMod val="2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69C825E-9A1E-CD77-C54C-FEB7532D264D}"/>
              </a:ext>
            </a:extLst>
          </p:cNvPr>
          <p:cNvSpPr/>
          <p:nvPr/>
        </p:nvSpPr>
        <p:spPr>
          <a:xfrm>
            <a:off x="7937593" y="2220535"/>
            <a:ext cx="2155639" cy="2741990"/>
          </a:xfrm>
          <a:prstGeom prst="rect">
            <a:avLst/>
          </a:prstGeom>
          <a:blipFill>
            <a:blip r:embed="rId4"/>
            <a:srcRect/>
            <a:stretch>
              <a:fillRect l="-36763" t="-27631" r="-36763" b="-76859"/>
            </a:stretch>
          </a:blipFill>
          <a:ln>
            <a:solidFill>
              <a:schemeClr val="bg2">
                <a:lumMod val="2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66BDC33-4806-5245-6328-757BACBF7394}"/>
              </a:ext>
            </a:extLst>
          </p:cNvPr>
          <p:cNvSpPr txBox="1"/>
          <p:nvPr/>
        </p:nvSpPr>
        <p:spPr>
          <a:xfrm>
            <a:off x="628650" y="274320"/>
            <a:ext cx="973985" cy="276999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019D6D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03. </a:t>
            </a:r>
            <a:r>
              <a:rPr kumimoji="0" lang="ko-KR" altLang="en-US" sz="1200" b="0" i="0" u="none" strike="noStrike" kern="1200" cap="none" spc="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019D6D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시각자료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861C02D0-E528-55DF-B2AD-1D3D059EF0A2}"/>
              </a:ext>
            </a:extLst>
          </p:cNvPr>
          <p:cNvCxnSpPr>
            <a:cxnSpLocks/>
          </p:cNvCxnSpPr>
          <p:nvPr/>
        </p:nvCxnSpPr>
        <p:spPr>
          <a:xfrm>
            <a:off x="628650" y="914400"/>
            <a:ext cx="10934700" cy="0"/>
          </a:xfrm>
          <a:prstGeom prst="line">
            <a:avLst/>
          </a:prstGeom>
          <a:ln w="19050">
            <a:solidFill>
              <a:srgbClr val="E0833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EC576FF9-50DD-149F-E285-DB7DE569815F}"/>
              </a:ext>
            </a:extLst>
          </p:cNvPr>
          <p:cNvSpPr txBox="1"/>
          <p:nvPr/>
        </p:nvSpPr>
        <p:spPr>
          <a:xfrm>
            <a:off x="628648" y="513219"/>
            <a:ext cx="6902451" cy="369332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-5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사진만 </a:t>
            </a:r>
            <a:r>
              <a:rPr kumimoji="0" lang="ko-KR" altLang="en-US" sz="1800" b="0" i="0" u="none" strike="noStrike" kern="1200" cap="none" spc="-50" normalizeH="0" baseline="0" noProof="0" err="1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FA6502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잘쓰면</a:t>
            </a:r>
            <a:r>
              <a:rPr kumimoji="0" lang="ko-KR" altLang="en-US" sz="1800" b="0" i="0" u="none" strike="noStrike" kern="1200" cap="none" spc="-5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FA6502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 상위 </a:t>
            </a:r>
            <a:r>
              <a:rPr kumimoji="0" lang="en-US" altLang="ko-KR" sz="1800" b="0" i="0" u="none" strike="noStrike" kern="1200" cap="none" spc="-5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FA6502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3%</a:t>
            </a:r>
            <a:endParaRPr kumimoji="0" lang="ko-KR" altLang="en-US" sz="1800" b="0" i="0" u="none" strike="noStrike" kern="1200" cap="none" spc="-50" normalizeH="0" baseline="0" noProof="0">
              <a:ln>
                <a:solidFill>
                  <a:srgbClr val="FF0000">
                    <a:alpha val="0"/>
                  </a:srgbClr>
                </a:solidFill>
              </a:ln>
              <a:solidFill>
                <a:srgbClr val="FA6502"/>
              </a:solidFill>
              <a:effectLst/>
              <a:uLnTx/>
              <a:uFillTx/>
              <a:latin typeface="G마켓 산스 TTF Bold" panose="02000000000000000000" pitchFamily="2" charset="-127"/>
              <a:ea typeface="G마켓 산스 TTF Bold" panose="02000000000000000000" pitchFamily="2" charset="-127"/>
              <a:cs typeface="+mn-cs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A515B71-2EAD-76CA-2151-8EE88EC90ABF}"/>
              </a:ext>
            </a:extLst>
          </p:cNvPr>
          <p:cNvSpPr/>
          <p:nvPr/>
        </p:nvSpPr>
        <p:spPr>
          <a:xfrm>
            <a:off x="628649" y="1035130"/>
            <a:ext cx="10934702" cy="31854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※ </a:t>
            </a:r>
            <a:r>
              <a:rPr kumimoji="0" lang="ko-KR" altLang="en-US" sz="1200" b="0" i="0" u="none" strike="noStrike" kern="1200" cap="none" spc="0" normalizeH="0" baseline="0" noProof="0" err="1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검정색네모</a:t>
            </a:r>
            <a:r>
              <a:rPr kumimoji="0" lang="ko-KR" altLang="en-US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 </a:t>
            </a: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- </a:t>
            </a:r>
            <a:r>
              <a:rPr kumimoji="0" lang="ko-KR" altLang="en-US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도형서식</a:t>
            </a: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 - </a:t>
            </a:r>
            <a:r>
              <a:rPr kumimoji="0" lang="ko-KR" altLang="en-US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채우기 </a:t>
            </a: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- </a:t>
            </a:r>
            <a:r>
              <a:rPr kumimoji="0" lang="ko-KR" altLang="en-US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 투명도 </a:t>
            </a: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30% + G</a:t>
            </a:r>
            <a:r>
              <a:rPr kumimoji="0" lang="ko-KR" altLang="en-US" sz="1200" b="0" i="0" u="none" strike="noStrike" kern="1200" cap="none" spc="0" normalizeH="0" baseline="0" noProof="0" err="1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마켓산스</a:t>
            </a:r>
            <a:r>
              <a:rPr kumimoji="0" lang="ko-KR" altLang="en-US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 </a:t>
            </a:r>
            <a:r>
              <a:rPr kumimoji="0" lang="ko-KR" altLang="en-US" sz="1200" b="0" i="0" u="none" strike="noStrike" kern="1200" cap="none" spc="0" normalizeH="0" baseline="0" noProof="0" err="1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흰색글씨로</a:t>
            </a:r>
            <a:r>
              <a:rPr kumimoji="0" lang="ko-KR" altLang="en-US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 사진위에 강조 텍스트 삽입하기</a:t>
            </a:r>
            <a:endParaRPr kumimoji="0" lang="ko-KR" altLang="en-US" sz="1200" b="0" i="0" u="none" strike="noStrike" kern="1200" cap="none" spc="0" normalizeH="0" baseline="0" noProof="0">
              <a:ln>
                <a:solidFill>
                  <a:srgbClr val="4472C4">
                    <a:alpha val="0"/>
                  </a:srgbClr>
                </a:solidFill>
              </a:ln>
              <a:solidFill>
                <a:srgbClr val="E7E6E6">
                  <a:lumMod val="10000"/>
                </a:srgbClr>
              </a:solidFill>
              <a:effectLst/>
              <a:uLnTx/>
              <a:uFillTx/>
              <a:latin typeface="G마켓 산스 TTF Bold" panose="02000000000000000000" pitchFamily="2" charset="-127"/>
              <a:ea typeface="G마켓 산스 TTF Bold" panose="02000000000000000000" pitchFamily="2" charset="-127"/>
              <a:cs typeface="+mn-cs"/>
            </a:endParaRPr>
          </a:p>
        </p:txBody>
      </p:sp>
      <p:pic>
        <p:nvPicPr>
          <p:cNvPr id="2" name="그림 1" descr="클립아트, 만화 영화, 상징이(가) 표시된 사진&#10;&#10;자동 생성된 설명">
            <a:extLst>
              <a:ext uri="{FF2B5EF4-FFF2-40B4-BE49-F238E27FC236}">
                <a16:creationId xmlns:a16="http://schemas.microsoft.com/office/drawing/2014/main" id="{7200CEC5-19DB-9736-A099-446B21E3A4AD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09532" y="339853"/>
            <a:ext cx="453817" cy="453817"/>
          </a:xfrm>
          <a:prstGeom prst="rect">
            <a:avLst/>
          </a:prstGeom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760EE172-76FC-C8A1-ADD5-F23503E3BAB3}"/>
              </a:ext>
            </a:extLst>
          </p:cNvPr>
          <p:cNvSpPr/>
          <p:nvPr/>
        </p:nvSpPr>
        <p:spPr>
          <a:xfrm>
            <a:off x="2098769" y="2220535"/>
            <a:ext cx="2155639" cy="2741990"/>
          </a:xfrm>
          <a:prstGeom prst="rect">
            <a:avLst/>
          </a:prstGeom>
          <a:blipFill>
            <a:blip r:embed="rId6"/>
            <a:srcRect/>
            <a:stretch>
              <a:fillRect t="-3529" b="-14701"/>
            </a:stretch>
          </a:blipFill>
          <a:ln>
            <a:solidFill>
              <a:schemeClr val="bg2">
                <a:lumMod val="2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2098769" y="4194039"/>
            <a:ext cx="2155639" cy="768485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4000"/>
              </a:lnSpc>
              <a:spcBef>
                <a:spcPts val="500"/>
              </a:spcBef>
            </a:pPr>
            <a:r>
              <a:rPr lang="ko-KR" altLang="en-US" dirty="0" err="1" smtClean="0"/>
              <a:t>ㄴㅇㄹㄴㅇㅁ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ko-KR" altLang="en-US" smtClean="0"/>
              <a:t>ㅁㄴㅇㅁㄴㅇ</a:t>
            </a:r>
            <a:endParaRPr lang="en-US" altLang="ko-KR" dirty="0" smtClean="0"/>
          </a:p>
        </p:txBody>
      </p:sp>
      <p:sp>
        <p:nvSpPr>
          <p:cNvPr id="15" name="직사각형 14"/>
          <p:cNvSpPr/>
          <p:nvPr/>
        </p:nvSpPr>
        <p:spPr>
          <a:xfrm>
            <a:off x="5018181" y="4194039"/>
            <a:ext cx="2155639" cy="768485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4000"/>
              </a:lnSpc>
              <a:spcBef>
                <a:spcPts val="500"/>
              </a:spcBef>
            </a:pPr>
            <a:r>
              <a:rPr lang="ko-KR" altLang="en-US" dirty="0" err="1" smtClean="0"/>
              <a:t>ㄴㅇㄹㄴㅇㅁ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ko-KR" altLang="en-US" smtClean="0"/>
              <a:t>ㅁㄴㅇㅁㄴㅇ</a:t>
            </a:r>
            <a:endParaRPr lang="en-US" altLang="ko-KR" dirty="0" smtClean="0"/>
          </a:p>
        </p:txBody>
      </p:sp>
      <p:sp>
        <p:nvSpPr>
          <p:cNvPr id="16" name="직사각형 15"/>
          <p:cNvSpPr/>
          <p:nvPr/>
        </p:nvSpPr>
        <p:spPr>
          <a:xfrm>
            <a:off x="7937593" y="4194039"/>
            <a:ext cx="2155639" cy="768485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4000"/>
              </a:lnSpc>
              <a:spcBef>
                <a:spcPts val="500"/>
              </a:spcBef>
            </a:pPr>
            <a:r>
              <a:rPr lang="ko-KR" altLang="en-US" dirty="0" err="1" smtClean="0"/>
              <a:t>ㄴㅇㄹㄴㅇㅁ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ko-KR" altLang="en-US" smtClean="0"/>
              <a:t>ㅁㄴㅇㅁㄴㅇ</a:t>
            </a:r>
            <a:endParaRPr lang="en-US" altLang="ko-KR" dirty="0" smtClean="0"/>
          </a:p>
        </p:txBody>
      </p:sp>
    </p:spTree>
    <p:extLst>
      <p:ext uri="{BB962C8B-B14F-4D97-AF65-F5344CB8AC3E}">
        <p14:creationId xmlns:p14="http://schemas.microsoft.com/office/powerpoint/2010/main" val="2308941831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>
        <p159:morph option="byChar"/>
      </p:transition>
    </mc:Choice>
    <mc:Fallback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C8F2BC7-8D2E-6D57-F0E5-F8D48462BC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A9F66DD-C1D6-9DFD-1FD4-71E737C11D1C}"/>
              </a:ext>
            </a:extLst>
          </p:cNvPr>
          <p:cNvSpPr txBox="1"/>
          <p:nvPr/>
        </p:nvSpPr>
        <p:spPr>
          <a:xfrm>
            <a:off x="628650" y="274320"/>
            <a:ext cx="973985" cy="276999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019D6D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03. </a:t>
            </a:r>
            <a:r>
              <a:rPr kumimoji="0" lang="ko-KR" altLang="en-US" sz="1200" b="0" i="0" u="none" strike="noStrike" kern="1200" cap="none" spc="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019D6D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시각자료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2555F92F-E5F0-6D08-1A58-7F495D8E2C5F}"/>
              </a:ext>
            </a:extLst>
          </p:cNvPr>
          <p:cNvCxnSpPr>
            <a:cxnSpLocks/>
          </p:cNvCxnSpPr>
          <p:nvPr/>
        </p:nvCxnSpPr>
        <p:spPr>
          <a:xfrm>
            <a:off x="628650" y="914400"/>
            <a:ext cx="10934700" cy="0"/>
          </a:xfrm>
          <a:prstGeom prst="line">
            <a:avLst/>
          </a:prstGeom>
          <a:ln w="19050">
            <a:solidFill>
              <a:srgbClr val="E0833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7302E008-3599-99D5-A744-6FFC7A2B09AE}"/>
              </a:ext>
            </a:extLst>
          </p:cNvPr>
          <p:cNvSpPr txBox="1"/>
          <p:nvPr/>
        </p:nvSpPr>
        <p:spPr>
          <a:xfrm>
            <a:off x="628648" y="513219"/>
            <a:ext cx="4974129" cy="369332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-5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도형병합 조각을 이용한 </a:t>
            </a:r>
            <a:r>
              <a:rPr kumimoji="0" lang="ko-KR" altLang="en-US" sz="1800" b="0" i="0" u="none" strike="noStrike" kern="1200" cap="none" spc="-5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FA6502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사진의 부분 강조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F6B4A8A7-A4DA-1476-0125-B5F6C891B4FF}"/>
              </a:ext>
            </a:extLst>
          </p:cNvPr>
          <p:cNvSpPr/>
          <p:nvPr/>
        </p:nvSpPr>
        <p:spPr>
          <a:xfrm>
            <a:off x="628649" y="1035130"/>
            <a:ext cx="10934702" cy="31854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※ Ctrl</a:t>
            </a:r>
            <a:r>
              <a:rPr kumimoji="0" lang="ko-KR" altLang="en-US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키를 눌러 순서대로 개체 선택</a:t>
            </a: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 - </a:t>
            </a:r>
            <a:r>
              <a:rPr kumimoji="0" lang="ko-KR" altLang="en-US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도형서식 </a:t>
            </a: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- </a:t>
            </a:r>
            <a:r>
              <a:rPr kumimoji="0" lang="ko-KR" altLang="en-US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도형병합 </a:t>
            </a: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- </a:t>
            </a:r>
            <a:r>
              <a:rPr kumimoji="0" lang="ko-KR" altLang="en-US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조각</a:t>
            </a:r>
            <a:endParaRPr kumimoji="0" lang="ko-KR" altLang="en-US" sz="1200" b="0" i="0" u="none" strike="noStrike" kern="1200" cap="none" spc="0" normalizeH="0" baseline="0" noProof="0">
              <a:ln>
                <a:solidFill>
                  <a:srgbClr val="4472C4">
                    <a:alpha val="0"/>
                  </a:srgbClr>
                </a:solidFill>
              </a:ln>
              <a:solidFill>
                <a:srgbClr val="E7E6E6">
                  <a:lumMod val="10000"/>
                </a:srgbClr>
              </a:solidFill>
              <a:effectLst/>
              <a:uLnTx/>
              <a:uFillTx/>
              <a:latin typeface="G마켓 산스 TTF Bold" panose="02000000000000000000" pitchFamily="2" charset="-127"/>
              <a:ea typeface="G마켓 산스 TTF Bold" panose="02000000000000000000" pitchFamily="2" charset="-127"/>
              <a:cs typeface="+mn-cs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7037C221-6EEC-CE81-519B-1EBA587B096E}"/>
              </a:ext>
            </a:extLst>
          </p:cNvPr>
          <p:cNvSpPr/>
          <p:nvPr/>
        </p:nvSpPr>
        <p:spPr>
          <a:xfrm>
            <a:off x="2108548" y="2726574"/>
            <a:ext cx="1906385" cy="2233353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D614BEC-2DCB-4B65-36A9-C13F797A1798}"/>
              </a:ext>
            </a:extLst>
          </p:cNvPr>
          <p:cNvSpPr/>
          <p:nvPr/>
        </p:nvSpPr>
        <p:spPr>
          <a:xfrm>
            <a:off x="3257205" y="3341716"/>
            <a:ext cx="1906385" cy="1003068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671EB02-3966-DAB4-6177-B425506515ED}"/>
              </a:ext>
            </a:extLst>
          </p:cNvPr>
          <p:cNvSpPr txBox="1"/>
          <p:nvPr/>
        </p:nvSpPr>
        <p:spPr>
          <a:xfrm>
            <a:off x="3937219" y="2068134"/>
            <a:ext cx="43175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-15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[ </a:t>
            </a:r>
            <a:r>
              <a:rPr kumimoji="0" lang="ko-KR" altLang="en-US" sz="1800" b="0" i="0" u="none" strike="noStrike" kern="1200" cap="none" spc="-15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5B9BD5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파랑</a:t>
            </a:r>
            <a:r>
              <a:rPr kumimoji="0" lang="ko-KR" altLang="en-US" sz="1800" b="0" i="0" u="none" strike="noStrike" kern="1200" cap="none" spc="-15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 먼저 선택 후</a:t>
            </a:r>
            <a:r>
              <a:rPr kumimoji="0" lang="en-US" altLang="ko-KR" sz="1800" b="0" i="0" u="none" strike="noStrike" kern="1200" cap="none" spc="-15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 + Ctrl </a:t>
            </a:r>
            <a:r>
              <a:rPr kumimoji="0" lang="ko-KR" altLang="en-US" sz="1800" b="0" i="0" u="none" strike="noStrike" kern="1200" cap="none" spc="-15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FFC000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노랑조각</a:t>
            </a:r>
            <a:r>
              <a:rPr kumimoji="0" lang="ko-KR" altLang="en-US" sz="1800" b="0" i="0" u="none" strike="noStrike" kern="1200" cap="none" spc="-15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 클릭 </a:t>
            </a:r>
            <a:r>
              <a:rPr kumimoji="0" lang="en-US" altLang="ko-KR" sz="1800" b="0" i="0" u="none" strike="noStrike" kern="1200" cap="none" spc="-15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]</a:t>
            </a:r>
            <a:endParaRPr kumimoji="0" lang="ko-KR" altLang="en-US" sz="1800" b="0" i="0" u="none" strike="noStrike" kern="1200" cap="none" spc="-150" normalizeH="0" baseline="0" noProof="0">
              <a:ln>
                <a:solidFill>
                  <a:srgbClr val="4472C4">
                    <a:alpha val="0"/>
                  </a:srgbClr>
                </a:solidFill>
              </a:ln>
              <a:solidFill>
                <a:srgbClr val="E7E6E6">
                  <a:lumMod val="10000"/>
                </a:srgbClr>
              </a:solidFill>
              <a:effectLst/>
              <a:uLnTx/>
              <a:uFillTx/>
              <a:latin typeface="G마켓 산스 TTF Bold" panose="02000000000000000000" pitchFamily="2" charset="-127"/>
              <a:ea typeface="G마켓 산스 TTF Bold" panose="02000000000000000000" pitchFamily="2" charset="-127"/>
              <a:cs typeface="+mn-cs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FE3B6DF-2AD1-BF63-FB98-ECAAB896CD13}"/>
              </a:ext>
            </a:extLst>
          </p:cNvPr>
          <p:cNvSpPr/>
          <p:nvPr/>
        </p:nvSpPr>
        <p:spPr>
          <a:xfrm>
            <a:off x="7028410" y="2726574"/>
            <a:ext cx="1906385" cy="2233353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8C7AE90E-1990-DE5C-6715-3E2252A164DE}"/>
              </a:ext>
            </a:extLst>
          </p:cNvPr>
          <p:cNvSpPr/>
          <p:nvPr/>
        </p:nvSpPr>
        <p:spPr>
          <a:xfrm>
            <a:off x="7427343" y="3257605"/>
            <a:ext cx="1108518" cy="1171290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3" name="그림 2" descr="클립아트, 만화 영화, 상징이(가) 표시된 사진&#10;&#10;자동 생성된 설명">
            <a:extLst>
              <a:ext uri="{FF2B5EF4-FFF2-40B4-BE49-F238E27FC236}">
                <a16:creationId xmlns:a16="http://schemas.microsoft.com/office/drawing/2014/main" id="{E6555908-E326-56F8-598E-C0B320355D03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09532" y="339853"/>
            <a:ext cx="453817" cy="453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5321882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>
        <p159:morph option="byChar"/>
      </p:transition>
    </mc:Choice>
    <mc:Fallback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8F2BC7-8D2E-6D57-F0E5-F8D48462BC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A9F66DD-C1D6-9DFD-1FD4-71E737C11D1C}"/>
              </a:ext>
            </a:extLst>
          </p:cNvPr>
          <p:cNvSpPr txBox="1"/>
          <p:nvPr/>
        </p:nvSpPr>
        <p:spPr>
          <a:xfrm>
            <a:off x="628650" y="274320"/>
            <a:ext cx="973985" cy="276999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019D6D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03. </a:t>
            </a:r>
            <a:r>
              <a:rPr kumimoji="0" lang="ko-KR" altLang="en-US" sz="1200" b="0" i="0" u="none" strike="noStrike" kern="1200" cap="none" spc="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019D6D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시각자료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2555F92F-E5F0-6D08-1A58-7F495D8E2C5F}"/>
              </a:ext>
            </a:extLst>
          </p:cNvPr>
          <p:cNvCxnSpPr>
            <a:cxnSpLocks/>
          </p:cNvCxnSpPr>
          <p:nvPr/>
        </p:nvCxnSpPr>
        <p:spPr>
          <a:xfrm>
            <a:off x="628650" y="914400"/>
            <a:ext cx="10934700" cy="0"/>
          </a:xfrm>
          <a:prstGeom prst="line">
            <a:avLst/>
          </a:prstGeom>
          <a:ln w="19050">
            <a:solidFill>
              <a:srgbClr val="E0833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7302E008-3599-99D5-A744-6FFC7A2B09AE}"/>
              </a:ext>
            </a:extLst>
          </p:cNvPr>
          <p:cNvSpPr txBox="1"/>
          <p:nvPr/>
        </p:nvSpPr>
        <p:spPr>
          <a:xfrm>
            <a:off x="628648" y="513219"/>
            <a:ext cx="4974129" cy="369332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-5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도형병합 조각을 이용한 </a:t>
            </a:r>
            <a:r>
              <a:rPr kumimoji="0" lang="ko-KR" altLang="en-US" sz="1800" b="0" i="0" u="none" strike="noStrike" kern="1200" cap="none" spc="-5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FA6502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사진의 부분 강조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F6B4A8A7-A4DA-1476-0125-B5F6C891B4FF}"/>
              </a:ext>
            </a:extLst>
          </p:cNvPr>
          <p:cNvSpPr/>
          <p:nvPr/>
        </p:nvSpPr>
        <p:spPr>
          <a:xfrm>
            <a:off x="628649" y="1035130"/>
            <a:ext cx="10934702" cy="31854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※ Ctrl</a:t>
            </a:r>
            <a:r>
              <a:rPr kumimoji="0" lang="ko-KR" altLang="en-US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키를 눌러 순서대로 개체 선택</a:t>
            </a: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 - </a:t>
            </a:r>
            <a:r>
              <a:rPr kumimoji="0" lang="ko-KR" altLang="en-US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도형서식 </a:t>
            </a: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- </a:t>
            </a:r>
            <a:r>
              <a:rPr kumimoji="0" lang="ko-KR" altLang="en-US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도형병합 </a:t>
            </a: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- </a:t>
            </a:r>
            <a:r>
              <a:rPr kumimoji="0" lang="ko-KR" altLang="en-US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조각</a:t>
            </a:r>
            <a:endParaRPr kumimoji="0" lang="ko-KR" altLang="en-US" sz="1200" b="0" i="0" u="none" strike="noStrike" kern="1200" cap="none" spc="0" normalizeH="0" baseline="0" noProof="0">
              <a:ln>
                <a:solidFill>
                  <a:srgbClr val="4472C4">
                    <a:alpha val="0"/>
                  </a:srgbClr>
                </a:solidFill>
              </a:ln>
              <a:solidFill>
                <a:srgbClr val="E7E6E6">
                  <a:lumMod val="10000"/>
                </a:srgbClr>
              </a:solidFill>
              <a:effectLst/>
              <a:uLnTx/>
              <a:uFillTx/>
              <a:latin typeface="G마켓 산스 TTF Bold" panose="02000000000000000000" pitchFamily="2" charset="-127"/>
              <a:ea typeface="G마켓 산스 TTF Bold" panose="02000000000000000000" pitchFamily="2" charset="-127"/>
              <a:cs typeface="+mn-cs"/>
            </a:endParaRPr>
          </a:p>
        </p:txBody>
      </p:sp>
      <p:sp>
        <p:nvSpPr>
          <p:cNvPr id="15" name="자유형 14">
            <a:extLst>
              <a:ext uri="{FF2B5EF4-FFF2-40B4-BE49-F238E27FC236}">
                <a16:creationId xmlns:a16="http://schemas.microsoft.com/office/drawing/2014/main" id="{2D614BEC-2DCB-4B65-36A9-C13F797A1798}"/>
              </a:ext>
            </a:extLst>
          </p:cNvPr>
          <p:cNvSpPr/>
          <p:nvPr/>
        </p:nvSpPr>
        <p:spPr>
          <a:xfrm>
            <a:off x="3257205" y="3341716"/>
            <a:ext cx="757728" cy="1003068"/>
          </a:xfrm>
          <a:custGeom>
            <a:avLst/>
            <a:gdLst>
              <a:gd name="connsiteX0" fmla="*/ 0 w 757728"/>
              <a:gd name="connsiteY0" fmla="*/ 0 h 1003068"/>
              <a:gd name="connsiteX1" fmla="*/ 757728 w 757728"/>
              <a:gd name="connsiteY1" fmla="*/ 0 h 1003068"/>
              <a:gd name="connsiteX2" fmla="*/ 757728 w 757728"/>
              <a:gd name="connsiteY2" fmla="*/ 1003068 h 1003068"/>
              <a:gd name="connsiteX3" fmla="*/ 0 w 757728"/>
              <a:gd name="connsiteY3" fmla="*/ 1003068 h 1003068"/>
              <a:gd name="connsiteX4" fmla="*/ 0 w 757728"/>
              <a:gd name="connsiteY4" fmla="*/ 0 h 10030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57728" h="1003068">
                <a:moveTo>
                  <a:pt x="0" y="0"/>
                </a:moveTo>
                <a:lnTo>
                  <a:pt x="757728" y="0"/>
                </a:lnTo>
                <a:lnTo>
                  <a:pt x="757728" y="1003068"/>
                </a:lnTo>
                <a:lnTo>
                  <a:pt x="0" y="1003068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자유형 13">
            <a:extLst>
              <a:ext uri="{FF2B5EF4-FFF2-40B4-BE49-F238E27FC236}">
                <a16:creationId xmlns:a16="http://schemas.microsoft.com/office/drawing/2014/main" id="{2D614BEC-2DCB-4B65-36A9-C13F797A1798}"/>
              </a:ext>
            </a:extLst>
          </p:cNvPr>
          <p:cNvSpPr/>
          <p:nvPr/>
        </p:nvSpPr>
        <p:spPr>
          <a:xfrm>
            <a:off x="2108548" y="2726574"/>
            <a:ext cx="1906385" cy="2233353"/>
          </a:xfrm>
          <a:custGeom>
            <a:avLst/>
            <a:gdLst>
              <a:gd name="connsiteX0" fmla="*/ 0 w 1906385"/>
              <a:gd name="connsiteY0" fmla="*/ 0 h 2233353"/>
              <a:gd name="connsiteX1" fmla="*/ 1906385 w 1906385"/>
              <a:gd name="connsiteY1" fmla="*/ 0 h 2233353"/>
              <a:gd name="connsiteX2" fmla="*/ 1906385 w 1906385"/>
              <a:gd name="connsiteY2" fmla="*/ 615142 h 2233353"/>
              <a:gd name="connsiteX3" fmla="*/ 1148657 w 1906385"/>
              <a:gd name="connsiteY3" fmla="*/ 615142 h 2233353"/>
              <a:gd name="connsiteX4" fmla="*/ 1148657 w 1906385"/>
              <a:gd name="connsiteY4" fmla="*/ 1618210 h 2233353"/>
              <a:gd name="connsiteX5" fmla="*/ 1906385 w 1906385"/>
              <a:gd name="connsiteY5" fmla="*/ 1618210 h 2233353"/>
              <a:gd name="connsiteX6" fmla="*/ 1906385 w 1906385"/>
              <a:gd name="connsiteY6" fmla="*/ 2233353 h 2233353"/>
              <a:gd name="connsiteX7" fmla="*/ 0 w 1906385"/>
              <a:gd name="connsiteY7" fmla="*/ 2233353 h 2233353"/>
              <a:gd name="connsiteX8" fmla="*/ 0 w 1906385"/>
              <a:gd name="connsiteY8" fmla="*/ 0 h 2233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906385" h="2233353">
                <a:moveTo>
                  <a:pt x="0" y="0"/>
                </a:moveTo>
                <a:lnTo>
                  <a:pt x="1906385" y="0"/>
                </a:lnTo>
                <a:lnTo>
                  <a:pt x="1906385" y="615142"/>
                </a:lnTo>
                <a:lnTo>
                  <a:pt x="1148657" y="615142"/>
                </a:lnTo>
                <a:lnTo>
                  <a:pt x="1148657" y="1618210"/>
                </a:lnTo>
                <a:lnTo>
                  <a:pt x="1906385" y="1618210"/>
                </a:lnTo>
                <a:lnTo>
                  <a:pt x="1906385" y="2233353"/>
                </a:lnTo>
                <a:lnTo>
                  <a:pt x="0" y="2233353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" name="자유형 12">
            <a:extLst>
              <a:ext uri="{FF2B5EF4-FFF2-40B4-BE49-F238E27FC236}">
                <a16:creationId xmlns:a16="http://schemas.microsoft.com/office/drawing/2014/main" id="{2D614BEC-2DCB-4B65-36A9-C13F797A1798}"/>
              </a:ext>
            </a:extLst>
          </p:cNvPr>
          <p:cNvSpPr/>
          <p:nvPr/>
        </p:nvSpPr>
        <p:spPr>
          <a:xfrm>
            <a:off x="4014933" y="3341716"/>
            <a:ext cx="1148657" cy="1003068"/>
          </a:xfrm>
          <a:custGeom>
            <a:avLst/>
            <a:gdLst>
              <a:gd name="connsiteX0" fmla="*/ 0 w 1148657"/>
              <a:gd name="connsiteY0" fmla="*/ 0 h 1003068"/>
              <a:gd name="connsiteX1" fmla="*/ 1148657 w 1148657"/>
              <a:gd name="connsiteY1" fmla="*/ 0 h 1003068"/>
              <a:gd name="connsiteX2" fmla="*/ 1148657 w 1148657"/>
              <a:gd name="connsiteY2" fmla="*/ 1003068 h 1003068"/>
              <a:gd name="connsiteX3" fmla="*/ 0 w 1148657"/>
              <a:gd name="connsiteY3" fmla="*/ 1003068 h 1003068"/>
              <a:gd name="connsiteX4" fmla="*/ 0 w 1148657"/>
              <a:gd name="connsiteY4" fmla="*/ 0 h 10030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48657" h="1003068">
                <a:moveTo>
                  <a:pt x="0" y="0"/>
                </a:moveTo>
                <a:lnTo>
                  <a:pt x="1148657" y="0"/>
                </a:lnTo>
                <a:lnTo>
                  <a:pt x="1148657" y="1003068"/>
                </a:lnTo>
                <a:lnTo>
                  <a:pt x="0" y="1003068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671EB02-3966-DAB4-6177-B425506515ED}"/>
              </a:ext>
            </a:extLst>
          </p:cNvPr>
          <p:cNvSpPr txBox="1"/>
          <p:nvPr/>
        </p:nvSpPr>
        <p:spPr>
          <a:xfrm>
            <a:off x="3937219" y="2068134"/>
            <a:ext cx="43175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-15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[ </a:t>
            </a:r>
            <a:r>
              <a:rPr kumimoji="0" lang="ko-KR" altLang="en-US" sz="1800" b="0" i="0" u="none" strike="noStrike" kern="1200" cap="none" spc="-15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5B9BD5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파랑</a:t>
            </a:r>
            <a:r>
              <a:rPr kumimoji="0" lang="ko-KR" altLang="en-US" sz="1800" b="0" i="0" u="none" strike="noStrike" kern="1200" cap="none" spc="-15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 먼저 선택 후</a:t>
            </a:r>
            <a:r>
              <a:rPr kumimoji="0" lang="en-US" altLang="ko-KR" sz="1800" b="0" i="0" u="none" strike="noStrike" kern="1200" cap="none" spc="-15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 + Ctrl </a:t>
            </a:r>
            <a:r>
              <a:rPr kumimoji="0" lang="ko-KR" altLang="en-US" sz="1800" b="0" i="0" u="none" strike="noStrike" kern="1200" cap="none" spc="-15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FFC000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노랑조각</a:t>
            </a:r>
            <a:r>
              <a:rPr kumimoji="0" lang="ko-KR" altLang="en-US" sz="1800" b="0" i="0" u="none" strike="noStrike" kern="1200" cap="none" spc="-15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 클릭 </a:t>
            </a:r>
            <a:r>
              <a:rPr kumimoji="0" lang="en-US" altLang="ko-KR" sz="1800" b="0" i="0" u="none" strike="noStrike" kern="1200" cap="none" spc="-15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]</a:t>
            </a:r>
            <a:endParaRPr kumimoji="0" lang="ko-KR" altLang="en-US" sz="1800" b="0" i="0" u="none" strike="noStrike" kern="1200" cap="none" spc="-150" normalizeH="0" baseline="0" noProof="0">
              <a:ln>
                <a:solidFill>
                  <a:srgbClr val="4472C4">
                    <a:alpha val="0"/>
                  </a:srgbClr>
                </a:solidFill>
              </a:ln>
              <a:solidFill>
                <a:srgbClr val="E7E6E6">
                  <a:lumMod val="10000"/>
                </a:srgbClr>
              </a:solidFill>
              <a:effectLst/>
              <a:uLnTx/>
              <a:uFillTx/>
              <a:latin typeface="G마켓 산스 TTF Bold" panose="02000000000000000000" pitchFamily="2" charset="-127"/>
              <a:ea typeface="G마켓 산스 TTF Bold" panose="02000000000000000000" pitchFamily="2" charset="-127"/>
              <a:cs typeface="+mn-cs"/>
            </a:endParaRPr>
          </a:p>
        </p:txBody>
      </p:sp>
      <p:sp>
        <p:nvSpPr>
          <p:cNvPr id="17" name="자유형 16">
            <a:extLst>
              <a:ext uri="{FF2B5EF4-FFF2-40B4-BE49-F238E27FC236}">
                <a16:creationId xmlns:a16="http://schemas.microsoft.com/office/drawing/2014/main" id="{BFE3B6DF-2AD1-BF63-FB98-ECAAB896CD13}"/>
              </a:ext>
            </a:extLst>
          </p:cNvPr>
          <p:cNvSpPr/>
          <p:nvPr/>
        </p:nvSpPr>
        <p:spPr>
          <a:xfrm>
            <a:off x="9039128" y="3452158"/>
            <a:ext cx="1108518" cy="1171290"/>
          </a:xfrm>
          <a:custGeom>
            <a:avLst/>
            <a:gdLst>
              <a:gd name="connsiteX0" fmla="*/ 0 w 1108518"/>
              <a:gd name="connsiteY0" fmla="*/ 0 h 1171290"/>
              <a:gd name="connsiteX1" fmla="*/ 1108518 w 1108518"/>
              <a:gd name="connsiteY1" fmla="*/ 0 h 1171290"/>
              <a:gd name="connsiteX2" fmla="*/ 1108518 w 1108518"/>
              <a:gd name="connsiteY2" fmla="*/ 1171290 h 1171290"/>
              <a:gd name="connsiteX3" fmla="*/ 0 w 1108518"/>
              <a:gd name="connsiteY3" fmla="*/ 1171290 h 1171290"/>
              <a:gd name="connsiteX4" fmla="*/ 0 w 1108518"/>
              <a:gd name="connsiteY4" fmla="*/ 0 h 11712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8518" h="1171290">
                <a:moveTo>
                  <a:pt x="0" y="0"/>
                </a:moveTo>
                <a:lnTo>
                  <a:pt x="1108518" y="0"/>
                </a:lnTo>
                <a:lnTo>
                  <a:pt x="1108518" y="1171290"/>
                </a:lnTo>
                <a:lnTo>
                  <a:pt x="0" y="117129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6" name="자유형 15">
            <a:extLst>
              <a:ext uri="{FF2B5EF4-FFF2-40B4-BE49-F238E27FC236}">
                <a16:creationId xmlns:a16="http://schemas.microsoft.com/office/drawing/2014/main" id="{BFE3B6DF-2AD1-BF63-FB98-ECAAB896CD13}"/>
              </a:ext>
            </a:extLst>
          </p:cNvPr>
          <p:cNvSpPr/>
          <p:nvPr/>
        </p:nvSpPr>
        <p:spPr>
          <a:xfrm>
            <a:off x="6425296" y="2921127"/>
            <a:ext cx="1906385" cy="2233353"/>
          </a:xfrm>
          <a:custGeom>
            <a:avLst/>
            <a:gdLst>
              <a:gd name="connsiteX0" fmla="*/ 0 w 1906385"/>
              <a:gd name="connsiteY0" fmla="*/ 0 h 2233353"/>
              <a:gd name="connsiteX1" fmla="*/ 1906385 w 1906385"/>
              <a:gd name="connsiteY1" fmla="*/ 0 h 2233353"/>
              <a:gd name="connsiteX2" fmla="*/ 1906385 w 1906385"/>
              <a:gd name="connsiteY2" fmla="*/ 2233353 h 2233353"/>
              <a:gd name="connsiteX3" fmla="*/ 0 w 1906385"/>
              <a:gd name="connsiteY3" fmla="*/ 2233353 h 2233353"/>
              <a:gd name="connsiteX4" fmla="*/ 0 w 1906385"/>
              <a:gd name="connsiteY4" fmla="*/ 0 h 2233353"/>
              <a:gd name="connsiteX5" fmla="*/ 398933 w 1906385"/>
              <a:gd name="connsiteY5" fmla="*/ 531031 h 2233353"/>
              <a:gd name="connsiteX6" fmla="*/ 398933 w 1906385"/>
              <a:gd name="connsiteY6" fmla="*/ 1702321 h 2233353"/>
              <a:gd name="connsiteX7" fmla="*/ 1507451 w 1906385"/>
              <a:gd name="connsiteY7" fmla="*/ 1702321 h 2233353"/>
              <a:gd name="connsiteX8" fmla="*/ 1507451 w 1906385"/>
              <a:gd name="connsiteY8" fmla="*/ 531031 h 2233353"/>
              <a:gd name="connsiteX9" fmla="*/ 398933 w 1906385"/>
              <a:gd name="connsiteY9" fmla="*/ 531031 h 2233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906385" h="2233353">
                <a:moveTo>
                  <a:pt x="0" y="0"/>
                </a:moveTo>
                <a:lnTo>
                  <a:pt x="1906385" y="0"/>
                </a:lnTo>
                <a:lnTo>
                  <a:pt x="1906385" y="2233353"/>
                </a:lnTo>
                <a:lnTo>
                  <a:pt x="0" y="2233353"/>
                </a:lnTo>
                <a:lnTo>
                  <a:pt x="0" y="0"/>
                </a:lnTo>
                <a:close/>
                <a:moveTo>
                  <a:pt x="398933" y="531031"/>
                </a:moveTo>
                <a:lnTo>
                  <a:pt x="398933" y="1702321"/>
                </a:lnTo>
                <a:lnTo>
                  <a:pt x="1507451" y="1702321"/>
                </a:lnTo>
                <a:lnTo>
                  <a:pt x="1507451" y="531031"/>
                </a:lnTo>
                <a:lnTo>
                  <a:pt x="398933" y="531031"/>
                </a:lnTo>
                <a:close/>
              </a:path>
            </a:pathLst>
          </a:cu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3" name="그림 2" descr="클립아트, 만화 영화, 상징이(가) 표시된 사진&#10;&#10;자동 생성된 설명">
            <a:extLst>
              <a:ext uri="{FF2B5EF4-FFF2-40B4-BE49-F238E27FC236}">
                <a16:creationId xmlns:a16="http://schemas.microsoft.com/office/drawing/2014/main" id="{E6555908-E326-56F8-598E-C0B320355D03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09532" y="339853"/>
            <a:ext cx="453817" cy="453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3121161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>
        <p159:morph option="byChar"/>
      </p:transition>
    </mc:Choice>
    <mc:Fallback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90B10D2-1D17-D5A1-F090-DB32A120E4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69450B2-6DD4-B58B-7C45-79508A06341B}"/>
              </a:ext>
            </a:extLst>
          </p:cNvPr>
          <p:cNvSpPr txBox="1"/>
          <p:nvPr/>
        </p:nvSpPr>
        <p:spPr>
          <a:xfrm>
            <a:off x="628650" y="274320"/>
            <a:ext cx="973985" cy="276999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019D6D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03. </a:t>
            </a:r>
            <a:r>
              <a:rPr kumimoji="0" lang="ko-KR" altLang="en-US" sz="1200" b="0" i="0" u="none" strike="noStrike" kern="1200" cap="none" spc="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019D6D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시각자료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F340CD25-D441-F1B1-2F48-A6B7DB5FCAF0}"/>
              </a:ext>
            </a:extLst>
          </p:cNvPr>
          <p:cNvCxnSpPr>
            <a:cxnSpLocks/>
          </p:cNvCxnSpPr>
          <p:nvPr/>
        </p:nvCxnSpPr>
        <p:spPr>
          <a:xfrm>
            <a:off x="628650" y="914400"/>
            <a:ext cx="10934700" cy="0"/>
          </a:xfrm>
          <a:prstGeom prst="line">
            <a:avLst/>
          </a:prstGeom>
          <a:ln w="19050">
            <a:solidFill>
              <a:srgbClr val="E0833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DC018803-B471-D6EB-E4FD-0E03AC0E6D98}"/>
              </a:ext>
            </a:extLst>
          </p:cNvPr>
          <p:cNvSpPr txBox="1"/>
          <p:nvPr/>
        </p:nvSpPr>
        <p:spPr>
          <a:xfrm>
            <a:off x="628649" y="513219"/>
            <a:ext cx="3556002" cy="369332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-5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도형병합을 이용한 </a:t>
            </a:r>
            <a:r>
              <a:rPr kumimoji="0" lang="ko-KR" altLang="en-US" sz="1800" b="0" i="0" u="none" strike="noStrike" kern="1200" cap="none" spc="-5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FA6502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사진의 부분 강조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99EB6F43-1859-F049-7AAC-783812404E23}"/>
              </a:ext>
            </a:extLst>
          </p:cNvPr>
          <p:cNvSpPr/>
          <p:nvPr/>
        </p:nvSpPr>
        <p:spPr>
          <a:xfrm>
            <a:off x="628649" y="1035130"/>
            <a:ext cx="10934702" cy="31854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※ </a:t>
            </a:r>
            <a:r>
              <a:rPr kumimoji="0" lang="ko-KR" altLang="en-US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투명도형으로 위치잡기 </a:t>
            </a: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&amp; </a:t>
            </a:r>
            <a:r>
              <a:rPr kumimoji="0" lang="ko-KR" altLang="en-US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도형병합 조각 </a:t>
            </a: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&amp; </a:t>
            </a:r>
            <a:r>
              <a:rPr kumimoji="0" lang="ko-KR" altLang="en-US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그림의 밝기조정 </a:t>
            </a: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&amp; </a:t>
            </a:r>
            <a:r>
              <a:rPr kumimoji="0" lang="ko-KR" altLang="en-US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선 </a:t>
            </a: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: </a:t>
            </a:r>
            <a:r>
              <a:rPr kumimoji="0" lang="ko-KR" altLang="en-US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자유형 도형의 도형서식 꼬리유형 동그라미</a:t>
            </a:r>
            <a:endParaRPr kumimoji="0" lang="ko-KR" altLang="en-US" sz="1200" b="0" i="0" u="none" strike="noStrike" kern="1200" cap="none" spc="0" normalizeH="0" baseline="0" noProof="0">
              <a:ln>
                <a:solidFill>
                  <a:srgbClr val="4472C4">
                    <a:alpha val="0"/>
                  </a:srgbClr>
                </a:solidFill>
              </a:ln>
              <a:solidFill>
                <a:srgbClr val="E7E6E6">
                  <a:lumMod val="10000"/>
                </a:srgbClr>
              </a:solidFill>
              <a:effectLst/>
              <a:uLnTx/>
              <a:uFillTx/>
              <a:latin typeface="G마켓 산스 TTF Bold" panose="02000000000000000000" pitchFamily="2" charset="-127"/>
              <a:ea typeface="G마켓 산스 TTF Bold" panose="02000000000000000000" pitchFamily="2" charset="-127"/>
              <a:cs typeface="+mn-cs"/>
            </a:endParaRPr>
          </a:p>
        </p:txBody>
      </p:sp>
      <p:pic>
        <p:nvPicPr>
          <p:cNvPr id="3" name="Picture 2" descr="2022년 BTS (방탄소년단)와 관련된 검색데이터 - 어센트 코리아">
            <a:extLst>
              <a:ext uri="{FF2B5EF4-FFF2-40B4-BE49-F238E27FC236}">
                <a16:creationId xmlns:a16="http://schemas.microsoft.com/office/drawing/2014/main" id="{AC3DBC53-920F-938F-F734-E04D9CAD0C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1771" y="1781176"/>
            <a:ext cx="6788458" cy="43554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그림 3" descr="클립아트, 만화 영화, 상징이(가) 표시된 사진&#10;&#10;자동 생성된 설명">
            <a:extLst>
              <a:ext uri="{FF2B5EF4-FFF2-40B4-BE49-F238E27FC236}">
                <a16:creationId xmlns:a16="http://schemas.microsoft.com/office/drawing/2014/main" id="{0C6B47F8-E31B-D227-9744-3BDB2D0741E3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09532" y="339853"/>
            <a:ext cx="453817" cy="453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6225391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>
        <p159:morph option="byChar"/>
      </p:transition>
    </mc:Choice>
    <mc:Fallback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0B10D2-1D17-D5A1-F090-DB32A120E4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69450B2-6DD4-B58B-7C45-79508A06341B}"/>
              </a:ext>
            </a:extLst>
          </p:cNvPr>
          <p:cNvSpPr txBox="1"/>
          <p:nvPr/>
        </p:nvSpPr>
        <p:spPr>
          <a:xfrm>
            <a:off x="628650" y="274320"/>
            <a:ext cx="973985" cy="276999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019D6D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03. </a:t>
            </a:r>
            <a:r>
              <a:rPr kumimoji="0" lang="ko-KR" altLang="en-US" sz="1200" b="0" i="0" u="none" strike="noStrike" kern="1200" cap="none" spc="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019D6D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시각자료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F340CD25-D441-F1B1-2F48-A6B7DB5FCAF0}"/>
              </a:ext>
            </a:extLst>
          </p:cNvPr>
          <p:cNvCxnSpPr>
            <a:cxnSpLocks/>
          </p:cNvCxnSpPr>
          <p:nvPr/>
        </p:nvCxnSpPr>
        <p:spPr>
          <a:xfrm>
            <a:off x="628650" y="914400"/>
            <a:ext cx="10934700" cy="0"/>
          </a:xfrm>
          <a:prstGeom prst="line">
            <a:avLst/>
          </a:prstGeom>
          <a:ln w="19050">
            <a:solidFill>
              <a:srgbClr val="E0833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DC018803-B471-D6EB-E4FD-0E03AC0E6D98}"/>
              </a:ext>
            </a:extLst>
          </p:cNvPr>
          <p:cNvSpPr txBox="1"/>
          <p:nvPr/>
        </p:nvSpPr>
        <p:spPr>
          <a:xfrm>
            <a:off x="628649" y="513219"/>
            <a:ext cx="3556002" cy="369332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-5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도형병합을 이용한 </a:t>
            </a:r>
            <a:r>
              <a:rPr kumimoji="0" lang="ko-KR" altLang="en-US" sz="1800" b="0" i="0" u="none" strike="noStrike" kern="1200" cap="none" spc="-5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FA6502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사진의 부분 강조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99EB6F43-1859-F049-7AAC-783812404E23}"/>
              </a:ext>
            </a:extLst>
          </p:cNvPr>
          <p:cNvSpPr/>
          <p:nvPr/>
        </p:nvSpPr>
        <p:spPr>
          <a:xfrm>
            <a:off x="628649" y="1035130"/>
            <a:ext cx="10934702" cy="31854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※ </a:t>
            </a:r>
            <a:r>
              <a:rPr kumimoji="0" lang="ko-KR" altLang="en-US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투명도형으로 위치잡기 </a:t>
            </a: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&amp; </a:t>
            </a:r>
            <a:r>
              <a:rPr kumimoji="0" lang="ko-KR" altLang="en-US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도형병합 조각 </a:t>
            </a: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&amp; </a:t>
            </a:r>
            <a:r>
              <a:rPr kumimoji="0" lang="ko-KR" altLang="en-US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그림의 밝기조정 </a:t>
            </a: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&amp; </a:t>
            </a:r>
            <a:r>
              <a:rPr kumimoji="0" lang="ko-KR" altLang="en-US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선 </a:t>
            </a: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: </a:t>
            </a:r>
            <a:r>
              <a:rPr kumimoji="0" lang="ko-KR" altLang="en-US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자유형 도형의 도형서식 꼬리유형 동그라미</a:t>
            </a:r>
            <a:endParaRPr kumimoji="0" lang="ko-KR" altLang="en-US" sz="1200" b="0" i="0" u="none" strike="noStrike" kern="1200" cap="none" spc="0" normalizeH="0" baseline="0" noProof="0">
              <a:ln>
                <a:solidFill>
                  <a:srgbClr val="4472C4">
                    <a:alpha val="0"/>
                  </a:srgbClr>
                </a:solidFill>
              </a:ln>
              <a:solidFill>
                <a:srgbClr val="E7E6E6">
                  <a:lumMod val="10000"/>
                </a:srgbClr>
              </a:solidFill>
              <a:effectLst/>
              <a:uLnTx/>
              <a:uFillTx/>
              <a:latin typeface="G마켓 산스 TTF Bold" panose="02000000000000000000" pitchFamily="2" charset="-127"/>
              <a:ea typeface="G마켓 산스 TTF Bold" panose="02000000000000000000" pitchFamily="2" charset="-127"/>
              <a:cs typeface="+mn-cs"/>
            </a:endParaRPr>
          </a:p>
        </p:txBody>
      </p:sp>
      <p:pic>
        <p:nvPicPr>
          <p:cNvPr id="16" name="그림 15" descr="2022년 BTS (방탄소년단)와 관련된 검색데이터 - 어센트 코리아">
            <a:extLst>
              <a:ext uri="{FF2B5EF4-FFF2-40B4-BE49-F238E27FC236}">
                <a16:creationId xmlns:a16="http://schemas.microsoft.com/office/drawing/2014/main" id="{AC3DBC53-920F-938F-F734-E04D9CAD0C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294" t="25438" r="40893" b="35890"/>
          <a:stretch>
            <a:fillRect/>
          </a:stretch>
        </p:blipFill>
        <p:spPr bwMode="auto">
          <a:xfrm>
            <a:off x="5029835" y="2889113"/>
            <a:ext cx="1684372" cy="1684372"/>
          </a:xfrm>
          <a:custGeom>
            <a:avLst/>
            <a:gdLst>
              <a:gd name="connsiteX0" fmla="*/ 842186 w 1684372"/>
              <a:gd name="connsiteY0" fmla="*/ 0 h 1684372"/>
              <a:gd name="connsiteX1" fmla="*/ 1684372 w 1684372"/>
              <a:gd name="connsiteY1" fmla="*/ 842186 h 1684372"/>
              <a:gd name="connsiteX2" fmla="*/ 842186 w 1684372"/>
              <a:gd name="connsiteY2" fmla="*/ 1684372 h 1684372"/>
              <a:gd name="connsiteX3" fmla="*/ 0 w 1684372"/>
              <a:gd name="connsiteY3" fmla="*/ 842186 h 1684372"/>
              <a:gd name="connsiteX4" fmla="*/ 842186 w 1684372"/>
              <a:gd name="connsiteY4" fmla="*/ 0 h 16843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84372" h="1684372">
                <a:moveTo>
                  <a:pt x="842186" y="0"/>
                </a:moveTo>
                <a:cubicBezTo>
                  <a:pt x="1307312" y="0"/>
                  <a:pt x="1684372" y="377060"/>
                  <a:pt x="1684372" y="842186"/>
                </a:cubicBezTo>
                <a:cubicBezTo>
                  <a:pt x="1684372" y="1307312"/>
                  <a:pt x="1307312" y="1684372"/>
                  <a:pt x="842186" y="1684372"/>
                </a:cubicBezTo>
                <a:cubicBezTo>
                  <a:pt x="377060" y="1684372"/>
                  <a:pt x="0" y="1307312"/>
                  <a:pt x="0" y="842186"/>
                </a:cubicBezTo>
                <a:cubicBezTo>
                  <a:pt x="0" y="377060"/>
                  <a:pt x="377060" y="0"/>
                  <a:pt x="842186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그림 14" descr="2022년 BTS (방탄소년단)와 관련된 검색데이터 - 어센트 코리아">
            <a:extLst>
              <a:ext uri="{FF2B5EF4-FFF2-40B4-BE49-F238E27FC236}">
                <a16:creationId xmlns:a16="http://schemas.microsoft.com/office/drawing/2014/main" id="{AC3DBC53-920F-938F-F734-E04D9CAD0C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1771" y="1781176"/>
            <a:ext cx="6788458" cy="4355484"/>
          </a:xfrm>
          <a:custGeom>
            <a:avLst/>
            <a:gdLst>
              <a:gd name="connsiteX0" fmla="*/ 0 w 6788458"/>
              <a:gd name="connsiteY0" fmla="*/ 0 h 4355484"/>
              <a:gd name="connsiteX1" fmla="*/ 6788458 w 6788458"/>
              <a:gd name="connsiteY1" fmla="*/ 0 h 4355484"/>
              <a:gd name="connsiteX2" fmla="*/ 6788458 w 6788458"/>
              <a:gd name="connsiteY2" fmla="*/ 4355484 h 4355484"/>
              <a:gd name="connsiteX3" fmla="*/ 0 w 6788458"/>
              <a:gd name="connsiteY3" fmla="*/ 4355484 h 4355484"/>
              <a:gd name="connsiteX4" fmla="*/ 0 w 6788458"/>
              <a:gd name="connsiteY4" fmla="*/ 0 h 4355484"/>
              <a:gd name="connsiteX5" fmla="*/ 3170250 w 6788458"/>
              <a:gd name="connsiteY5" fmla="*/ 1107937 h 4355484"/>
              <a:gd name="connsiteX6" fmla="*/ 2328064 w 6788458"/>
              <a:gd name="connsiteY6" fmla="*/ 1950123 h 4355484"/>
              <a:gd name="connsiteX7" fmla="*/ 3170250 w 6788458"/>
              <a:gd name="connsiteY7" fmla="*/ 2792309 h 4355484"/>
              <a:gd name="connsiteX8" fmla="*/ 4012436 w 6788458"/>
              <a:gd name="connsiteY8" fmla="*/ 1950123 h 4355484"/>
              <a:gd name="connsiteX9" fmla="*/ 3170250 w 6788458"/>
              <a:gd name="connsiteY9" fmla="*/ 1107937 h 43554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788458" h="4355484">
                <a:moveTo>
                  <a:pt x="0" y="0"/>
                </a:moveTo>
                <a:lnTo>
                  <a:pt x="6788458" y="0"/>
                </a:lnTo>
                <a:lnTo>
                  <a:pt x="6788458" y="4355484"/>
                </a:lnTo>
                <a:lnTo>
                  <a:pt x="0" y="4355484"/>
                </a:lnTo>
                <a:lnTo>
                  <a:pt x="0" y="0"/>
                </a:lnTo>
                <a:close/>
                <a:moveTo>
                  <a:pt x="3170250" y="1107937"/>
                </a:moveTo>
                <a:cubicBezTo>
                  <a:pt x="2705124" y="1107937"/>
                  <a:pt x="2328064" y="1484997"/>
                  <a:pt x="2328064" y="1950123"/>
                </a:cubicBezTo>
                <a:cubicBezTo>
                  <a:pt x="2328064" y="2415249"/>
                  <a:pt x="2705124" y="2792309"/>
                  <a:pt x="3170250" y="2792309"/>
                </a:cubicBezTo>
                <a:cubicBezTo>
                  <a:pt x="3635376" y="2792309"/>
                  <a:pt x="4012436" y="2415249"/>
                  <a:pt x="4012436" y="1950123"/>
                </a:cubicBezTo>
                <a:cubicBezTo>
                  <a:pt x="4012436" y="1484997"/>
                  <a:pt x="3635376" y="1107937"/>
                  <a:pt x="3170250" y="1107937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그림 3" descr="클립아트, 만화 영화, 상징이(가) 표시된 사진&#10;&#10;자동 생성된 설명">
            <a:extLst>
              <a:ext uri="{FF2B5EF4-FFF2-40B4-BE49-F238E27FC236}">
                <a16:creationId xmlns:a16="http://schemas.microsoft.com/office/drawing/2014/main" id="{0C6B47F8-E31B-D227-9744-3BDB2D0741E3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09532" y="339853"/>
            <a:ext cx="453817" cy="453817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6498076" y="2704447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dirty="0" err="1" smtClean="0">
                <a:solidFill>
                  <a:srgbClr val="FFFFFF"/>
                </a:solidFill>
              </a:rPr>
              <a:t>ㄴㅇㅁㄶㄴㄹㄴㄹ</a:t>
            </a:r>
            <a:endParaRPr lang="ko-KR" altLang="en-US" dirty="0" smtClean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2752783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>
        <p159:morph option="byChar"/>
      </p:transition>
    </mc:Choice>
    <mc:Fallback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4DA8BAF-86D7-2BF3-C584-BCD01F0EB7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A9F38622-F5BE-9BD6-B18A-3CA44894FF93}"/>
              </a:ext>
            </a:extLst>
          </p:cNvPr>
          <p:cNvCxnSpPr>
            <a:cxnSpLocks/>
          </p:cNvCxnSpPr>
          <p:nvPr/>
        </p:nvCxnSpPr>
        <p:spPr>
          <a:xfrm>
            <a:off x="628650" y="914400"/>
            <a:ext cx="10934700" cy="0"/>
          </a:xfrm>
          <a:prstGeom prst="line">
            <a:avLst/>
          </a:prstGeom>
          <a:ln w="19050">
            <a:solidFill>
              <a:srgbClr val="E0833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그림 3" descr="클립아트, 만화 영화, 상징이(가) 표시된 사진&#10;&#10;자동 생성된 설명">
            <a:extLst>
              <a:ext uri="{FF2B5EF4-FFF2-40B4-BE49-F238E27FC236}">
                <a16:creationId xmlns:a16="http://schemas.microsoft.com/office/drawing/2014/main" id="{FB996F03-FF87-28D3-741A-5CADED7F97BC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09532" y="339853"/>
            <a:ext cx="453817" cy="453817"/>
          </a:xfrm>
          <a:prstGeom prst="rect">
            <a:avLst/>
          </a:prstGeom>
        </p:spPr>
      </p:pic>
      <p:sp>
        <p:nvSpPr>
          <p:cNvPr id="2" name="타원 1">
            <a:extLst>
              <a:ext uri="{FF2B5EF4-FFF2-40B4-BE49-F238E27FC236}">
                <a16:creationId xmlns:a16="http://schemas.microsoft.com/office/drawing/2014/main" id="{73ADB6C3-2EF7-4D9A-9363-29F56F0B27E7}"/>
              </a:ext>
            </a:extLst>
          </p:cNvPr>
          <p:cNvSpPr/>
          <p:nvPr/>
        </p:nvSpPr>
        <p:spPr>
          <a:xfrm>
            <a:off x="992856" y="2889250"/>
            <a:ext cx="2374900" cy="23749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자유형: 도형 8">
            <a:extLst>
              <a:ext uri="{FF2B5EF4-FFF2-40B4-BE49-F238E27FC236}">
                <a16:creationId xmlns:a16="http://schemas.microsoft.com/office/drawing/2014/main" id="{48D409F8-AEA0-2887-2649-3A5CAE9E01B7}"/>
              </a:ext>
            </a:extLst>
          </p:cNvPr>
          <p:cNvSpPr/>
          <p:nvPr/>
        </p:nvSpPr>
        <p:spPr>
          <a:xfrm>
            <a:off x="3018506" y="2616200"/>
            <a:ext cx="2451100" cy="444500"/>
          </a:xfrm>
          <a:custGeom>
            <a:avLst/>
            <a:gdLst>
              <a:gd name="connsiteX0" fmla="*/ 0 w 2451100"/>
              <a:gd name="connsiteY0" fmla="*/ 444500 h 444500"/>
              <a:gd name="connsiteX1" fmla="*/ 330200 w 2451100"/>
              <a:gd name="connsiteY1" fmla="*/ 0 h 444500"/>
              <a:gd name="connsiteX2" fmla="*/ 2451100 w 2451100"/>
              <a:gd name="connsiteY2" fmla="*/ 0 h 444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51100" h="444500">
                <a:moveTo>
                  <a:pt x="0" y="444500"/>
                </a:moveTo>
                <a:lnTo>
                  <a:pt x="330200" y="0"/>
                </a:lnTo>
                <a:lnTo>
                  <a:pt x="2451100" y="0"/>
                </a:lnTo>
              </a:path>
            </a:pathLst>
          </a:custGeom>
          <a:noFill/>
          <a:ln>
            <a:tailEnd type="oval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2E2A27C-78F3-99A2-9CC9-579D159307ED}"/>
              </a:ext>
            </a:extLst>
          </p:cNvPr>
          <p:cNvSpPr txBox="1"/>
          <p:nvPr/>
        </p:nvSpPr>
        <p:spPr>
          <a:xfrm>
            <a:off x="2853406" y="2176922"/>
            <a:ext cx="2660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8 ExtraBold" pitchFamily="2" charset="-127"/>
                <a:ea typeface="페이퍼로지 8 ExtraBold" pitchFamily="2" charset="-127"/>
                <a:cs typeface="+mn-cs"/>
              </a:rPr>
              <a:t>넘 잘생겼습니다</a:t>
            </a:r>
            <a:endParaRPr kumimoji="0" lang="ko-KR" altLang="en-US" sz="18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페이퍼로지 8 ExtraBold" pitchFamily="2" charset="-127"/>
              <a:ea typeface="페이퍼로지 8 ExtraBold" pitchFamily="2" charset="-127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3DBF13C-CBA2-2B04-E391-2F30424B5F31}"/>
              </a:ext>
            </a:extLst>
          </p:cNvPr>
          <p:cNvSpPr txBox="1"/>
          <p:nvPr/>
        </p:nvSpPr>
        <p:spPr>
          <a:xfrm>
            <a:off x="3566194" y="2704584"/>
            <a:ext cx="19478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+mn-cs"/>
              </a:rPr>
              <a:t>나이스한 보조메시지</a:t>
            </a:r>
            <a:endParaRPr kumimoji="0" lang="ko-KR" altLang="en-US" sz="14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페이퍼로지 5 Medium" pitchFamily="2" charset="-127"/>
              <a:ea typeface="페이퍼로지 5 Medium" pitchFamily="2" charset="-127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349DD2-5EA8-8301-70F3-DA9FD7ABF8D2}"/>
              </a:ext>
            </a:extLst>
          </p:cNvPr>
          <p:cNvSpPr txBox="1"/>
          <p:nvPr/>
        </p:nvSpPr>
        <p:spPr>
          <a:xfrm>
            <a:off x="628650" y="274320"/>
            <a:ext cx="973985" cy="276999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019D6D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03. </a:t>
            </a:r>
            <a:r>
              <a:rPr kumimoji="0" lang="ko-KR" altLang="en-US" sz="1200" b="0" i="0" u="none" strike="noStrike" kern="1200" cap="none" spc="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019D6D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시각자료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4C04FBB-8EA0-2796-F92A-0AFBAC4BE9EA}"/>
              </a:ext>
            </a:extLst>
          </p:cNvPr>
          <p:cNvSpPr txBox="1"/>
          <p:nvPr/>
        </p:nvSpPr>
        <p:spPr>
          <a:xfrm>
            <a:off x="628649" y="513219"/>
            <a:ext cx="3556002" cy="369332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-5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도형병합을 이용한 </a:t>
            </a:r>
            <a:r>
              <a:rPr kumimoji="0" lang="ko-KR" altLang="en-US" sz="1800" b="0" i="0" u="none" strike="noStrike" kern="1200" cap="none" spc="-5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FA6502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사진의 부분 강조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37B7DB65-CE82-2A5C-2E98-694BDFF29AA0}"/>
              </a:ext>
            </a:extLst>
          </p:cNvPr>
          <p:cNvSpPr/>
          <p:nvPr/>
        </p:nvSpPr>
        <p:spPr>
          <a:xfrm>
            <a:off x="628649" y="1035130"/>
            <a:ext cx="10934702" cy="31854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※ </a:t>
            </a:r>
            <a:r>
              <a:rPr kumimoji="0" lang="ko-KR" altLang="en-US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보조설명을 넣어 줄 때 필수도형 </a:t>
            </a: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(</a:t>
            </a:r>
            <a:r>
              <a:rPr kumimoji="0" lang="ko-KR" altLang="en-US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삽입 </a:t>
            </a: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- </a:t>
            </a:r>
            <a:r>
              <a:rPr kumimoji="0" lang="ko-KR" altLang="en-US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도형 </a:t>
            </a: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- </a:t>
            </a:r>
            <a:r>
              <a:rPr kumimoji="0" lang="ko-KR" altLang="en-US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선 </a:t>
            </a: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- </a:t>
            </a:r>
            <a:r>
              <a:rPr kumimoji="0" lang="ko-KR" altLang="en-US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자유형</a:t>
            </a: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:</a:t>
            </a:r>
            <a:r>
              <a:rPr kumimoji="0" lang="ko-KR" altLang="en-US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도형 </a:t>
            </a: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&amp; </a:t>
            </a:r>
            <a:r>
              <a:rPr kumimoji="0" lang="ko-KR" altLang="en-US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화살표 꼬리유형 </a:t>
            </a: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: </a:t>
            </a:r>
            <a:r>
              <a:rPr kumimoji="0" lang="ko-KR" altLang="en-US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타원화살표</a:t>
            </a: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) </a:t>
            </a:r>
            <a:endParaRPr kumimoji="0" lang="ko-KR" altLang="en-US" sz="1200" b="0" i="0" u="none" strike="noStrike" kern="1200" cap="none" spc="0" normalizeH="0" baseline="0" noProof="0">
              <a:ln>
                <a:solidFill>
                  <a:srgbClr val="4472C4">
                    <a:alpha val="0"/>
                  </a:srgbClr>
                </a:solidFill>
              </a:ln>
              <a:solidFill>
                <a:srgbClr val="E7E6E6">
                  <a:lumMod val="10000"/>
                </a:srgbClr>
              </a:solidFill>
              <a:effectLst/>
              <a:uLnTx/>
              <a:uFillTx/>
              <a:latin typeface="G마켓 산스 TTF Bold" panose="02000000000000000000" pitchFamily="2" charset="-127"/>
              <a:ea typeface="G마켓 산스 TTF Bold" panose="02000000000000000000" pitchFamily="2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26252753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>
        <p159:morph option="byChar"/>
      </p:transition>
    </mc:Choice>
    <mc:Fallback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26AAAF-AACE-8FB4-33F5-FC674E9B2F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37AF511-9B25-0978-76F0-AA710B202511}"/>
              </a:ext>
            </a:extLst>
          </p:cNvPr>
          <p:cNvSpPr txBox="1"/>
          <p:nvPr/>
        </p:nvSpPr>
        <p:spPr>
          <a:xfrm>
            <a:off x="628650" y="274320"/>
            <a:ext cx="973985" cy="276999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019D6D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03. </a:t>
            </a:r>
            <a:r>
              <a:rPr kumimoji="0" lang="ko-KR" altLang="en-US" sz="1200" b="0" i="0" u="none" strike="noStrike" kern="1200" cap="none" spc="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019D6D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시각자료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A5EE1891-8B34-2B58-BCA2-0971F2701D6C}"/>
              </a:ext>
            </a:extLst>
          </p:cNvPr>
          <p:cNvCxnSpPr>
            <a:cxnSpLocks/>
          </p:cNvCxnSpPr>
          <p:nvPr/>
        </p:nvCxnSpPr>
        <p:spPr>
          <a:xfrm>
            <a:off x="628650" y="914400"/>
            <a:ext cx="10934700" cy="0"/>
          </a:xfrm>
          <a:prstGeom prst="line">
            <a:avLst/>
          </a:prstGeom>
          <a:ln w="19050">
            <a:solidFill>
              <a:srgbClr val="E0833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4E40BB32-694C-F6E9-C890-FEEF3E19824C}"/>
              </a:ext>
            </a:extLst>
          </p:cNvPr>
          <p:cNvSpPr txBox="1"/>
          <p:nvPr/>
        </p:nvSpPr>
        <p:spPr>
          <a:xfrm>
            <a:off x="628649" y="513219"/>
            <a:ext cx="3556002" cy="369332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-5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도형병합을 이용한 </a:t>
            </a:r>
            <a:r>
              <a:rPr kumimoji="0" lang="ko-KR" altLang="en-US" sz="1800" b="0" i="0" u="none" strike="noStrike" kern="1200" cap="none" spc="-5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FA6502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사진의 부분 강조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1F08D33-CF17-AC27-5F33-2B03574CE1A5}"/>
              </a:ext>
            </a:extLst>
          </p:cNvPr>
          <p:cNvSpPr/>
          <p:nvPr/>
        </p:nvSpPr>
        <p:spPr>
          <a:xfrm>
            <a:off x="628649" y="1035130"/>
            <a:ext cx="10934702" cy="31854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※ </a:t>
            </a:r>
            <a:r>
              <a:rPr kumimoji="0" lang="ko-KR" altLang="en-US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투명도형으로 위치잡기 </a:t>
            </a: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&amp; </a:t>
            </a:r>
            <a:r>
              <a:rPr kumimoji="0" lang="ko-KR" altLang="en-US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도형병합 조각 </a:t>
            </a: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&amp; </a:t>
            </a:r>
            <a:r>
              <a:rPr kumimoji="0" lang="ko-KR" altLang="en-US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그림의 밝기조정 </a:t>
            </a: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&amp; </a:t>
            </a:r>
            <a:r>
              <a:rPr kumimoji="0" lang="ko-KR" altLang="en-US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선 </a:t>
            </a: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: </a:t>
            </a:r>
            <a:r>
              <a:rPr kumimoji="0" lang="ko-KR" altLang="en-US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자유형 도형의 도형서식 꼬리유형 동그라미</a:t>
            </a:r>
            <a:endParaRPr kumimoji="0" lang="ko-KR" altLang="en-US" sz="1200" b="0" i="0" u="none" strike="noStrike" kern="1200" cap="none" spc="0" normalizeH="0" baseline="0" noProof="0">
              <a:ln>
                <a:solidFill>
                  <a:srgbClr val="4472C4">
                    <a:alpha val="0"/>
                  </a:srgbClr>
                </a:solidFill>
              </a:ln>
              <a:solidFill>
                <a:srgbClr val="E7E6E6">
                  <a:lumMod val="10000"/>
                </a:srgbClr>
              </a:solidFill>
              <a:effectLst/>
              <a:uLnTx/>
              <a:uFillTx/>
              <a:latin typeface="G마켓 산스 TTF Bold" panose="02000000000000000000" pitchFamily="2" charset="-127"/>
              <a:ea typeface="G마켓 산스 TTF Bold" panose="02000000000000000000" pitchFamily="2" charset="-127"/>
              <a:cs typeface="+mn-cs"/>
            </a:endParaRPr>
          </a:p>
        </p:txBody>
      </p:sp>
      <p:pic>
        <p:nvPicPr>
          <p:cNvPr id="4" name="그림 3" descr="클립아트, 만화 영화, 상징이(가) 표시된 사진&#10;&#10;자동 생성된 설명">
            <a:extLst>
              <a:ext uri="{FF2B5EF4-FFF2-40B4-BE49-F238E27FC236}">
                <a16:creationId xmlns:a16="http://schemas.microsoft.com/office/drawing/2014/main" id="{19622373-EFA5-9BBC-6B6B-9448FA1EEC52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09532" y="339853"/>
            <a:ext cx="453817" cy="453817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5DF50F55-7C43-DB32-8C52-18CBBB9490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88176" y="1742482"/>
            <a:ext cx="7215647" cy="4886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1157690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>
        <p159:morph option="byChar"/>
      </p:transition>
    </mc:Choice>
    <mc:Fallback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직사각형 17">
            <a:extLst>
              <a:ext uri="{FF2B5EF4-FFF2-40B4-BE49-F238E27FC236}">
                <a16:creationId xmlns:a16="http://schemas.microsoft.com/office/drawing/2014/main" id="{3EBCFDA0-3B01-6D1A-2FC7-D9A187EA1886}"/>
              </a:ext>
            </a:extLst>
          </p:cNvPr>
          <p:cNvSpPr/>
          <p:nvPr/>
        </p:nvSpPr>
        <p:spPr>
          <a:xfrm>
            <a:off x="0" y="4397830"/>
            <a:ext cx="12192000" cy="2460170"/>
          </a:xfrm>
          <a:prstGeom prst="rect">
            <a:avLst/>
          </a:prstGeom>
          <a:solidFill>
            <a:srgbClr val="00854A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66BDC33-4806-5245-6328-757BACBF7394}"/>
              </a:ext>
            </a:extLst>
          </p:cNvPr>
          <p:cNvSpPr txBox="1"/>
          <p:nvPr/>
        </p:nvSpPr>
        <p:spPr>
          <a:xfrm>
            <a:off x="628650" y="274320"/>
            <a:ext cx="977191" cy="276999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>
            <a:defPPr>
              <a:defRPr lang="ko-KR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019D6D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019D6D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03. </a:t>
            </a:r>
            <a:r>
              <a:rPr kumimoji="0" lang="ko-KR" altLang="en-US" sz="1200" b="0" i="0" u="none" strike="noStrike" kern="1200" cap="none" spc="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019D6D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시각자료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861C02D0-E528-55DF-B2AD-1D3D059EF0A2}"/>
              </a:ext>
            </a:extLst>
          </p:cNvPr>
          <p:cNvCxnSpPr>
            <a:cxnSpLocks/>
          </p:cNvCxnSpPr>
          <p:nvPr/>
        </p:nvCxnSpPr>
        <p:spPr>
          <a:xfrm>
            <a:off x="628650" y="914400"/>
            <a:ext cx="10934700" cy="0"/>
          </a:xfrm>
          <a:prstGeom prst="line">
            <a:avLst/>
          </a:prstGeom>
          <a:ln w="19050">
            <a:solidFill>
              <a:srgbClr val="E0833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EC576FF9-50DD-149F-E285-DB7DE569815F}"/>
              </a:ext>
            </a:extLst>
          </p:cNvPr>
          <p:cNvSpPr txBox="1"/>
          <p:nvPr/>
        </p:nvSpPr>
        <p:spPr>
          <a:xfrm>
            <a:off x="628648" y="513219"/>
            <a:ext cx="6902451" cy="369332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-5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무료 아이콘 다운로드 사이트 </a:t>
            </a:r>
            <a:r>
              <a:rPr kumimoji="0" lang="ko-KR" altLang="en-US" sz="1800" b="0" i="0" u="none" strike="noStrike" kern="1200" cap="none" spc="-5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FA6502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플래티콘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A515B71-2EAD-76CA-2151-8EE88EC90ABF}"/>
              </a:ext>
            </a:extLst>
          </p:cNvPr>
          <p:cNvSpPr/>
          <p:nvPr/>
        </p:nvSpPr>
        <p:spPr>
          <a:xfrm>
            <a:off x="628649" y="1035130"/>
            <a:ext cx="10934702" cy="31854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※ Flaticon.com</a:t>
            </a:r>
            <a:endParaRPr kumimoji="0" lang="ko-KR" altLang="en-US" sz="1200" b="0" i="0" u="none" strike="noStrike" kern="1200" cap="none" spc="0" normalizeH="0" baseline="0" noProof="0">
              <a:ln>
                <a:solidFill>
                  <a:srgbClr val="4472C4">
                    <a:alpha val="0"/>
                  </a:srgbClr>
                </a:solidFill>
              </a:ln>
              <a:solidFill>
                <a:srgbClr val="E7E6E6">
                  <a:lumMod val="10000"/>
                </a:srgbClr>
              </a:solidFill>
              <a:effectLst/>
              <a:uLnTx/>
              <a:uFillTx/>
              <a:latin typeface="G마켓 산스 TTF Medium" panose="02000000000000000000" pitchFamily="2" charset="-127"/>
              <a:ea typeface="G마켓 산스 TTF Medium" panose="02000000000000000000" pitchFamily="2" charset="-127"/>
              <a:cs typeface="+mn-cs"/>
            </a:endParaRPr>
          </a:p>
        </p:txBody>
      </p:sp>
      <p:pic>
        <p:nvPicPr>
          <p:cNvPr id="2" name="그림 1" descr="클립아트, 만화 영화, 상징이(가) 표시된 사진&#10;&#10;자동 생성된 설명">
            <a:extLst>
              <a:ext uri="{FF2B5EF4-FFF2-40B4-BE49-F238E27FC236}">
                <a16:creationId xmlns:a16="http://schemas.microsoft.com/office/drawing/2014/main" id="{511E2FE4-876F-5D74-3528-2A43CCDBCEC4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09532" y="339853"/>
            <a:ext cx="453817" cy="453817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443C931F-3CCB-7E34-C1C8-041FA44488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7971" y="1670351"/>
            <a:ext cx="8536059" cy="4569094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80941822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>
        <p159:morph option="byChar"/>
      </p:transition>
    </mc:Choice>
    <mc:Fallback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66BDC33-4806-5245-6328-757BACBF7394}"/>
              </a:ext>
            </a:extLst>
          </p:cNvPr>
          <p:cNvSpPr txBox="1"/>
          <p:nvPr/>
        </p:nvSpPr>
        <p:spPr>
          <a:xfrm>
            <a:off x="628650" y="274320"/>
            <a:ext cx="977191" cy="276999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>
            <a:defPPr>
              <a:defRPr lang="ko-KR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019D6D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019D6D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03. </a:t>
            </a:r>
            <a:r>
              <a:rPr kumimoji="0" lang="ko-KR" altLang="en-US" sz="1200" b="0" i="0" u="none" strike="noStrike" kern="1200" cap="none" spc="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019D6D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시각자료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861C02D0-E528-55DF-B2AD-1D3D059EF0A2}"/>
              </a:ext>
            </a:extLst>
          </p:cNvPr>
          <p:cNvCxnSpPr>
            <a:cxnSpLocks/>
          </p:cNvCxnSpPr>
          <p:nvPr/>
        </p:nvCxnSpPr>
        <p:spPr>
          <a:xfrm>
            <a:off x="628650" y="914400"/>
            <a:ext cx="10934700" cy="0"/>
          </a:xfrm>
          <a:prstGeom prst="line">
            <a:avLst/>
          </a:prstGeom>
          <a:ln w="19050">
            <a:solidFill>
              <a:srgbClr val="E0833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EC576FF9-50DD-149F-E285-DB7DE569815F}"/>
              </a:ext>
            </a:extLst>
          </p:cNvPr>
          <p:cNvSpPr txBox="1"/>
          <p:nvPr/>
        </p:nvSpPr>
        <p:spPr>
          <a:xfrm>
            <a:off x="628648" y="513219"/>
            <a:ext cx="6902451" cy="369332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-5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무료 아이콘 다운로드 사이트 </a:t>
            </a:r>
            <a:r>
              <a:rPr kumimoji="0" lang="ko-KR" altLang="en-US" sz="1800" b="0" i="0" u="none" strike="noStrike" kern="1200" cap="none" spc="-5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FA6502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플래티콘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A515B71-2EAD-76CA-2151-8EE88EC90ABF}"/>
              </a:ext>
            </a:extLst>
          </p:cNvPr>
          <p:cNvSpPr/>
          <p:nvPr/>
        </p:nvSpPr>
        <p:spPr>
          <a:xfrm>
            <a:off x="628649" y="1035130"/>
            <a:ext cx="10934702" cy="31854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※ Flaticon.com / </a:t>
            </a:r>
            <a:r>
              <a:rPr kumimoji="0" lang="ko-KR" altLang="en-US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빠르게 교체하는 방법 </a:t>
            </a: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= </a:t>
            </a:r>
            <a:r>
              <a:rPr kumimoji="0" lang="ko-KR" altLang="en-US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복붙</a:t>
            </a:r>
          </a:p>
        </p:txBody>
      </p:sp>
      <p:pic>
        <p:nvPicPr>
          <p:cNvPr id="2" name="그림 1" descr="클립아트, 만화 영화, 상징이(가) 표시된 사진&#10;&#10;자동 생성된 설명">
            <a:extLst>
              <a:ext uri="{FF2B5EF4-FFF2-40B4-BE49-F238E27FC236}">
                <a16:creationId xmlns:a16="http://schemas.microsoft.com/office/drawing/2014/main" id="{511E2FE4-876F-5D74-3528-2A43CCDBCEC4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09532" y="339853"/>
            <a:ext cx="453817" cy="453817"/>
          </a:xfrm>
          <a:prstGeom prst="rect">
            <a:avLst/>
          </a:prstGeom>
        </p:spPr>
      </p:pic>
      <p:sp>
        <p:nvSpPr>
          <p:cNvPr id="18" name="직사각형 17">
            <a:extLst>
              <a:ext uri="{FF2B5EF4-FFF2-40B4-BE49-F238E27FC236}">
                <a16:creationId xmlns:a16="http://schemas.microsoft.com/office/drawing/2014/main" id="{507B520F-D0D9-43AB-DD7D-638B6845EFAC}"/>
              </a:ext>
            </a:extLst>
          </p:cNvPr>
          <p:cNvSpPr/>
          <p:nvPr/>
        </p:nvSpPr>
        <p:spPr>
          <a:xfrm>
            <a:off x="628649" y="1474408"/>
            <a:ext cx="10934702" cy="31854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1. </a:t>
            </a:r>
            <a:r>
              <a:rPr kumimoji="0" lang="ko-KR" altLang="en-US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복사 </a:t>
            </a: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- </a:t>
            </a:r>
            <a:r>
              <a:rPr kumimoji="0" lang="ko-KR" altLang="en-US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우클릭 </a:t>
            </a: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- </a:t>
            </a:r>
            <a:r>
              <a:rPr kumimoji="0" lang="ko-KR" altLang="en-US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그림바꾸기 </a:t>
            </a: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- </a:t>
            </a:r>
            <a:r>
              <a:rPr kumimoji="0" lang="ko-KR" altLang="en-US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클립보드에서 </a:t>
            </a: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(</a:t>
            </a:r>
            <a:r>
              <a:rPr kumimoji="0" lang="ko-KR" altLang="en-US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신버젼</a:t>
            </a: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) </a:t>
            </a:r>
            <a:endParaRPr kumimoji="0" lang="ko-KR" altLang="en-US" sz="1200" b="0" i="0" u="none" strike="noStrike" kern="1200" cap="none" spc="0" normalizeH="0" baseline="0" noProof="0">
              <a:ln>
                <a:solidFill>
                  <a:srgbClr val="4472C4">
                    <a:alpha val="0"/>
                  </a:srgbClr>
                </a:solidFill>
              </a:ln>
              <a:solidFill>
                <a:srgbClr val="E7E6E6">
                  <a:lumMod val="10000"/>
                </a:srgbClr>
              </a:solidFill>
              <a:effectLst/>
              <a:uLnTx/>
              <a:uFillTx/>
              <a:latin typeface="G마켓 산스 TTF Medium" panose="02000000000000000000" pitchFamily="2" charset="-127"/>
              <a:ea typeface="G마켓 산스 TTF Medium" panose="02000000000000000000" pitchFamily="2" charset="-127"/>
              <a:cs typeface="+mn-cs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0E7C61F0-2737-BC94-080C-29B05212B983}"/>
              </a:ext>
            </a:extLst>
          </p:cNvPr>
          <p:cNvSpPr/>
          <p:nvPr/>
        </p:nvSpPr>
        <p:spPr>
          <a:xfrm>
            <a:off x="628649" y="1902579"/>
            <a:ext cx="10934702" cy="31854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2. </a:t>
            </a:r>
            <a:r>
              <a:rPr kumimoji="0" lang="ko-KR" altLang="en-US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그림크기 확인 </a:t>
            </a: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- </a:t>
            </a:r>
            <a:r>
              <a:rPr kumimoji="0" lang="ko-KR" altLang="en-US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그림크기 변경 </a:t>
            </a: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- </a:t>
            </a:r>
            <a:r>
              <a:rPr kumimoji="0" lang="ko-KR" altLang="en-US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정렬을 통해 겹쳐주기 </a:t>
            </a: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- </a:t>
            </a:r>
            <a:r>
              <a:rPr kumimoji="0" lang="ko-KR" altLang="en-US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맨뒤</a:t>
            </a: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/</a:t>
            </a:r>
            <a:r>
              <a:rPr kumimoji="0" lang="ko-KR" altLang="en-US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앞으로 보내기 </a:t>
            </a: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- </a:t>
            </a:r>
            <a:r>
              <a:rPr kumimoji="0" lang="ko-KR" altLang="en-US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기존 아이콘 삭제 </a:t>
            </a: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(</a:t>
            </a:r>
            <a:r>
              <a:rPr kumimoji="0" lang="ko-KR" altLang="en-US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구버전</a:t>
            </a: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)</a:t>
            </a:r>
            <a:endParaRPr kumimoji="0" lang="ko-KR" altLang="en-US" sz="1200" b="0" i="0" u="none" strike="noStrike" kern="1200" cap="none" spc="0" normalizeH="0" baseline="0" noProof="0">
              <a:ln>
                <a:solidFill>
                  <a:srgbClr val="4472C4">
                    <a:alpha val="0"/>
                  </a:srgbClr>
                </a:solidFill>
              </a:ln>
              <a:solidFill>
                <a:srgbClr val="E7E6E6">
                  <a:lumMod val="10000"/>
                </a:srgbClr>
              </a:solidFill>
              <a:effectLst/>
              <a:uLnTx/>
              <a:uFillTx/>
              <a:latin typeface="G마켓 산스 TTF Medium" panose="02000000000000000000" pitchFamily="2" charset="-127"/>
              <a:ea typeface="G마켓 산스 TTF Medium" panose="02000000000000000000" pitchFamily="2" charset="-127"/>
              <a:cs typeface="+mn-cs"/>
            </a:endParaRPr>
          </a:p>
        </p:txBody>
      </p:sp>
      <p:sp>
        <p:nvSpPr>
          <p:cNvPr id="3" name="자유형: 도형 2">
            <a:extLst>
              <a:ext uri="{FF2B5EF4-FFF2-40B4-BE49-F238E27FC236}">
                <a16:creationId xmlns:a16="http://schemas.microsoft.com/office/drawing/2014/main" id="{6F53BF20-760C-5DED-F4DF-72FC3A3C61DF}"/>
              </a:ext>
            </a:extLst>
          </p:cNvPr>
          <p:cNvSpPr/>
          <p:nvPr/>
        </p:nvSpPr>
        <p:spPr>
          <a:xfrm rot="5400000">
            <a:off x="1141176" y="2892874"/>
            <a:ext cx="2119998" cy="2120002"/>
          </a:xfrm>
          <a:custGeom>
            <a:avLst/>
            <a:gdLst>
              <a:gd name="connsiteX0" fmla="*/ 0 w 1492405"/>
              <a:gd name="connsiteY0" fmla="*/ 746203 h 1492405"/>
              <a:gd name="connsiteX1" fmla="*/ 746203 w 1492405"/>
              <a:gd name="connsiteY1" fmla="*/ 0 h 1492405"/>
              <a:gd name="connsiteX2" fmla="*/ 1492406 w 1492405"/>
              <a:gd name="connsiteY2" fmla="*/ 746203 h 1492405"/>
              <a:gd name="connsiteX3" fmla="*/ 746203 w 1492405"/>
              <a:gd name="connsiteY3" fmla="*/ 1492406 h 1492405"/>
              <a:gd name="connsiteX4" fmla="*/ 0 w 1492405"/>
              <a:gd name="connsiteY4" fmla="*/ 746203 h 14924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92405" h="1492405">
                <a:moveTo>
                  <a:pt x="0" y="746203"/>
                </a:moveTo>
                <a:cubicBezTo>
                  <a:pt x="0" y="334086"/>
                  <a:pt x="334086" y="0"/>
                  <a:pt x="746203" y="0"/>
                </a:cubicBezTo>
                <a:cubicBezTo>
                  <a:pt x="1158320" y="0"/>
                  <a:pt x="1492406" y="334086"/>
                  <a:pt x="1492406" y="746203"/>
                </a:cubicBezTo>
                <a:cubicBezTo>
                  <a:pt x="1492406" y="1158320"/>
                  <a:pt x="1158320" y="1492406"/>
                  <a:pt x="746203" y="1492406"/>
                </a:cubicBezTo>
                <a:cubicBezTo>
                  <a:pt x="334086" y="1492406"/>
                  <a:pt x="0" y="1158320"/>
                  <a:pt x="0" y="746203"/>
                </a:cubicBezTo>
                <a:close/>
              </a:path>
            </a:pathLst>
          </a:custGeom>
          <a:solidFill>
            <a:srgbClr val="FFFFFF"/>
          </a:solidFill>
          <a:ln w="19050">
            <a:solidFill>
              <a:srgbClr val="FA6502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33798" tIns="233798" rIns="233798" bIns="233798" numCol="1" spcCol="1270" anchor="ctr" anchorCtr="0">
            <a:noAutofit/>
          </a:bodyPr>
          <a:lstStyle/>
          <a:p>
            <a:pPr marL="0" marR="0" lvl="0" indent="0" algn="ctr" defTabSz="10668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F227AF3F-7566-887C-6B16-59E905277D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69670" y="3421370"/>
            <a:ext cx="1063012" cy="1063010"/>
          </a:xfrm>
          <a:prstGeom prst="rect">
            <a:avLst/>
          </a:prstGeom>
        </p:spPr>
      </p:pic>
      <p:cxnSp>
        <p:nvCxnSpPr>
          <p:cNvPr id="4" name="직선 화살표 연결선 3">
            <a:extLst>
              <a:ext uri="{FF2B5EF4-FFF2-40B4-BE49-F238E27FC236}">
                <a16:creationId xmlns:a16="http://schemas.microsoft.com/office/drawing/2014/main" id="{AE903DC4-349C-FF4A-9ED1-D3AACD226FCE}"/>
              </a:ext>
            </a:extLst>
          </p:cNvPr>
          <p:cNvCxnSpPr>
            <a:cxnSpLocks/>
          </p:cNvCxnSpPr>
          <p:nvPr/>
        </p:nvCxnSpPr>
        <p:spPr>
          <a:xfrm>
            <a:off x="3716788" y="3952875"/>
            <a:ext cx="863600" cy="0"/>
          </a:xfrm>
          <a:prstGeom prst="straightConnector1">
            <a:avLst/>
          </a:prstGeom>
          <a:ln w="12700">
            <a:solidFill>
              <a:schemeClr val="bg2">
                <a:lumMod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자유형: 도형 9">
            <a:extLst>
              <a:ext uri="{FF2B5EF4-FFF2-40B4-BE49-F238E27FC236}">
                <a16:creationId xmlns:a16="http://schemas.microsoft.com/office/drawing/2014/main" id="{03720397-E8CB-777E-D46F-11D186018523}"/>
              </a:ext>
            </a:extLst>
          </p:cNvPr>
          <p:cNvSpPr/>
          <p:nvPr/>
        </p:nvSpPr>
        <p:spPr>
          <a:xfrm rot="5400000">
            <a:off x="5036002" y="2892874"/>
            <a:ext cx="2119998" cy="2120002"/>
          </a:xfrm>
          <a:custGeom>
            <a:avLst/>
            <a:gdLst>
              <a:gd name="connsiteX0" fmla="*/ 0 w 1492405"/>
              <a:gd name="connsiteY0" fmla="*/ 746203 h 1492405"/>
              <a:gd name="connsiteX1" fmla="*/ 746203 w 1492405"/>
              <a:gd name="connsiteY1" fmla="*/ 0 h 1492405"/>
              <a:gd name="connsiteX2" fmla="*/ 1492406 w 1492405"/>
              <a:gd name="connsiteY2" fmla="*/ 746203 h 1492405"/>
              <a:gd name="connsiteX3" fmla="*/ 746203 w 1492405"/>
              <a:gd name="connsiteY3" fmla="*/ 1492406 h 1492405"/>
              <a:gd name="connsiteX4" fmla="*/ 0 w 1492405"/>
              <a:gd name="connsiteY4" fmla="*/ 746203 h 14924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92405" h="1492405">
                <a:moveTo>
                  <a:pt x="0" y="746203"/>
                </a:moveTo>
                <a:cubicBezTo>
                  <a:pt x="0" y="334086"/>
                  <a:pt x="334086" y="0"/>
                  <a:pt x="746203" y="0"/>
                </a:cubicBezTo>
                <a:cubicBezTo>
                  <a:pt x="1158320" y="0"/>
                  <a:pt x="1492406" y="334086"/>
                  <a:pt x="1492406" y="746203"/>
                </a:cubicBezTo>
                <a:cubicBezTo>
                  <a:pt x="1492406" y="1158320"/>
                  <a:pt x="1158320" y="1492406"/>
                  <a:pt x="746203" y="1492406"/>
                </a:cubicBezTo>
                <a:cubicBezTo>
                  <a:pt x="334086" y="1492406"/>
                  <a:pt x="0" y="1158320"/>
                  <a:pt x="0" y="746203"/>
                </a:cubicBezTo>
                <a:close/>
              </a:path>
            </a:pathLst>
          </a:custGeom>
          <a:solidFill>
            <a:srgbClr val="FFFFFF"/>
          </a:solidFill>
          <a:ln w="19050">
            <a:solidFill>
              <a:srgbClr val="FA6502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33798" tIns="233798" rIns="233798" bIns="233798" numCol="1" spcCol="1270" anchor="ctr" anchorCtr="0">
            <a:noAutofit/>
          </a:bodyPr>
          <a:lstStyle/>
          <a:p>
            <a:pPr marL="0" marR="0" lvl="0" indent="0" algn="ctr" defTabSz="10668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EF7E2FD4-4E64-CE79-8AD0-683AAB2756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64496" y="3421370"/>
            <a:ext cx="1063012" cy="1063010"/>
          </a:xfrm>
          <a:prstGeom prst="rect">
            <a:avLst/>
          </a:prstGeom>
        </p:spPr>
      </p:pic>
      <p:sp>
        <p:nvSpPr>
          <p:cNvPr id="14" name="자유형: 도형 13">
            <a:extLst>
              <a:ext uri="{FF2B5EF4-FFF2-40B4-BE49-F238E27FC236}">
                <a16:creationId xmlns:a16="http://schemas.microsoft.com/office/drawing/2014/main" id="{83166F1D-0597-0597-6F57-5F1F99D69AFB}"/>
              </a:ext>
            </a:extLst>
          </p:cNvPr>
          <p:cNvSpPr/>
          <p:nvPr/>
        </p:nvSpPr>
        <p:spPr>
          <a:xfrm rot="5400000">
            <a:off x="8930826" y="2892874"/>
            <a:ext cx="2119998" cy="2120002"/>
          </a:xfrm>
          <a:custGeom>
            <a:avLst/>
            <a:gdLst>
              <a:gd name="connsiteX0" fmla="*/ 0 w 1492405"/>
              <a:gd name="connsiteY0" fmla="*/ 746203 h 1492405"/>
              <a:gd name="connsiteX1" fmla="*/ 746203 w 1492405"/>
              <a:gd name="connsiteY1" fmla="*/ 0 h 1492405"/>
              <a:gd name="connsiteX2" fmla="*/ 1492406 w 1492405"/>
              <a:gd name="connsiteY2" fmla="*/ 746203 h 1492405"/>
              <a:gd name="connsiteX3" fmla="*/ 746203 w 1492405"/>
              <a:gd name="connsiteY3" fmla="*/ 1492406 h 1492405"/>
              <a:gd name="connsiteX4" fmla="*/ 0 w 1492405"/>
              <a:gd name="connsiteY4" fmla="*/ 746203 h 14924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92405" h="1492405">
                <a:moveTo>
                  <a:pt x="0" y="746203"/>
                </a:moveTo>
                <a:cubicBezTo>
                  <a:pt x="0" y="334086"/>
                  <a:pt x="334086" y="0"/>
                  <a:pt x="746203" y="0"/>
                </a:cubicBezTo>
                <a:cubicBezTo>
                  <a:pt x="1158320" y="0"/>
                  <a:pt x="1492406" y="334086"/>
                  <a:pt x="1492406" y="746203"/>
                </a:cubicBezTo>
                <a:cubicBezTo>
                  <a:pt x="1492406" y="1158320"/>
                  <a:pt x="1158320" y="1492406"/>
                  <a:pt x="746203" y="1492406"/>
                </a:cubicBezTo>
                <a:cubicBezTo>
                  <a:pt x="334086" y="1492406"/>
                  <a:pt x="0" y="1158320"/>
                  <a:pt x="0" y="746203"/>
                </a:cubicBezTo>
                <a:close/>
              </a:path>
            </a:pathLst>
          </a:custGeom>
          <a:solidFill>
            <a:srgbClr val="FFFFFF"/>
          </a:solidFill>
          <a:ln w="19050">
            <a:solidFill>
              <a:srgbClr val="FA6502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33798" tIns="233798" rIns="233798" bIns="233798" numCol="1" spcCol="1270" anchor="ctr" anchorCtr="0">
            <a:noAutofit/>
          </a:bodyPr>
          <a:lstStyle/>
          <a:p>
            <a:pPr marL="0" marR="0" lvl="0" indent="0" algn="ctr" defTabSz="10668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A3A44353-849B-517C-F6AC-13E9A53ECD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59320" y="3421370"/>
            <a:ext cx="1063012" cy="1063010"/>
          </a:xfrm>
          <a:prstGeom prst="rect">
            <a:avLst/>
          </a:prstGeom>
        </p:spPr>
      </p:pic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63DFD27F-53EC-97B9-3528-B0595271E08C}"/>
              </a:ext>
            </a:extLst>
          </p:cNvPr>
          <p:cNvCxnSpPr>
            <a:cxnSpLocks/>
          </p:cNvCxnSpPr>
          <p:nvPr/>
        </p:nvCxnSpPr>
        <p:spPr>
          <a:xfrm>
            <a:off x="7611614" y="3952875"/>
            <a:ext cx="863600" cy="0"/>
          </a:xfrm>
          <a:prstGeom prst="straightConnector1">
            <a:avLst/>
          </a:prstGeom>
          <a:ln w="12700">
            <a:solidFill>
              <a:schemeClr val="bg2">
                <a:lumMod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4847977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>
        <p159:morph option="byChar"/>
      </p:transition>
    </mc:Choice>
    <mc:Fallback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02179D3-698A-808A-E332-1C5DCE437D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83148C9-8216-4A87-97C7-03C8D6CF0914}"/>
              </a:ext>
            </a:extLst>
          </p:cNvPr>
          <p:cNvSpPr txBox="1"/>
          <p:nvPr/>
        </p:nvSpPr>
        <p:spPr>
          <a:xfrm>
            <a:off x="628650" y="274320"/>
            <a:ext cx="977191" cy="276999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>
            <a:defPPr>
              <a:defRPr lang="ko-KR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019D6D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019D6D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03. </a:t>
            </a:r>
            <a:r>
              <a:rPr kumimoji="0" lang="ko-KR" altLang="en-US" sz="1200" b="0" i="0" u="none" strike="noStrike" kern="1200" cap="none" spc="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019D6D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시각자료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15FE34FC-7298-5E40-33A0-D4467E550E43}"/>
              </a:ext>
            </a:extLst>
          </p:cNvPr>
          <p:cNvCxnSpPr>
            <a:cxnSpLocks/>
          </p:cNvCxnSpPr>
          <p:nvPr/>
        </p:nvCxnSpPr>
        <p:spPr>
          <a:xfrm>
            <a:off x="628650" y="914400"/>
            <a:ext cx="10934700" cy="0"/>
          </a:xfrm>
          <a:prstGeom prst="line">
            <a:avLst/>
          </a:prstGeom>
          <a:ln w="19050">
            <a:solidFill>
              <a:srgbClr val="E0833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6E16CB7F-92FA-D6E3-9630-88EA708DC856}"/>
              </a:ext>
            </a:extLst>
          </p:cNvPr>
          <p:cNvSpPr txBox="1"/>
          <p:nvPr/>
        </p:nvSpPr>
        <p:spPr>
          <a:xfrm>
            <a:off x="628648" y="513219"/>
            <a:ext cx="6902451" cy="369332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-5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톤앤매너 해치지 않는 </a:t>
            </a:r>
            <a:r>
              <a:rPr kumimoji="0" lang="ko-KR" altLang="en-US" sz="1800" b="0" i="0" u="none" strike="noStrike" kern="1200" cap="none" spc="-5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FA6502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검정 아이콘 활용 방법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7214D6E3-A1AC-0A45-3C8A-E96F9E5E2732}"/>
              </a:ext>
            </a:extLst>
          </p:cNvPr>
          <p:cNvSpPr/>
          <p:nvPr/>
        </p:nvSpPr>
        <p:spPr>
          <a:xfrm>
            <a:off x="628649" y="1035130"/>
            <a:ext cx="10934702" cy="31854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※ </a:t>
            </a:r>
            <a:r>
              <a:rPr kumimoji="0" lang="ko-KR" altLang="en-US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밝기조절을 통해 검정 </a:t>
            </a: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to </a:t>
            </a:r>
            <a:r>
              <a:rPr kumimoji="0" lang="ko-KR" altLang="en-US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흰색 싹가능 </a:t>
            </a: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/ </a:t>
            </a:r>
            <a:r>
              <a:rPr kumimoji="0" lang="ko-KR" altLang="en-US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투명도 조절로 미세한 검정</a:t>
            </a: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, </a:t>
            </a:r>
            <a:r>
              <a:rPr kumimoji="0" lang="ko-KR" altLang="en-US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흰색 </a:t>
            </a: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to </a:t>
            </a:r>
            <a:r>
              <a:rPr kumimoji="0" lang="ko-KR" altLang="en-US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회색으로 톤 조절 싹가능</a:t>
            </a:r>
          </a:p>
        </p:txBody>
      </p:sp>
      <p:pic>
        <p:nvPicPr>
          <p:cNvPr id="2" name="그림 1" descr="클립아트, 만화 영화, 상징이(가) 표시된 사진&#10;&#10;자동 생성된 설명">
            <a:extLst>
              <a:ext uri="{FF2B5EF4-FFF2-40B4-BE49-F238E27FC236}">
                <a16:creationId xmlns:a16="http://schemas.microsoft.com/office/drawing/2014/main" id="{AAD6F7F8-2A94-D7C3-FC16-0BC8179A2119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09532" y="339853"/>
            <a:ext cx="453817" cy="453817"/>
          </a:xfrm>
          <a:prstGeom prst="rect">
            <a:avLst/>
          </a:prstGeom>
        </p:spPr>
      </p:pic>
      <p:pic>
        <p:nvPicPr>
          <p:cNvPr id="21" name="그래픽 20" descr="배지 체크 표시1 단색으로 채워진">
            <a:extLst>
              <a:ext uri="{FF2B5EF4-FFF2-40B4-BE49-F238E27FC236}">
                <a16:creationId xmlns:a16="http://schemas.microsoft.com/office/drawing/2014/main" id="{D702AF3B-FC1E-928E-9B14-7A3EAF981F2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844117" y="2640106"/>
            <a:ext cx="170327" cy="170327"/>
          </a:xfrm>
          <a:prstGeom prst="rect">
            <a:avLst/>
          </a:prstGeom>
        </p:spPr>
      </p:pic>
      <p:pic>
        <p:nvPicPr>
          <p:cNvPr id="24" name="그래픽 23" descr="배지 체크 표시1 단색으로 채워진">
            <a:extLst>
              <a:ext uri="{FF2B5EF4-FFF2-40B4-BE49-F238E27FC236}">
                <a16:creationId xmlns:a16="http://schemas.microsoft.com/office/drawing/2014/main" id="{3D74E8AE-6600-23BD-85E7-DDBE01B412E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45865" y="2640106"/>
            <a:ext cx="170327" cy="170327"/>
          </a:xfrm>
          <a:prstGeom prst="rect">
            <a:avLst/>
          </a:prstGeom>
        </p:spPr>
      </p:pic>
      <p:sp>
        <p:nvSpPr>
          <p:cNvPr id="20" name="자유형: 도형 19">
            <a:extLst>
              <a:ext uri="{FF2B5EF4-FFF2-40B4-BE49-F238E27FC236}">
                <a16:creationId xmlns:a16="http://schemas.microsoft.com/office/drawing/2014/main" id="{CDE2F4F1-B290-473D-94B5-23B81E82DE41}"/>
              </a:ext>
            </a:extLst>
          </p:cNvPr>
          <p:cNvSpPr/>
          <p:nvPr/>
        </p:nvSpPr>
        <p:spPr>
          <a:xfrm rot="5400000">
            <a:off x="1064752" y="2949600"/>
            <a:ext cx="1729057" cy="1729061"/>
          </a:xfrm>
          <a:custGeom>
            <a:avLst/>
            <a:gdLst>
              <a:gd name="connsiteX0" fmla="*/ 0 w 1492405"/>
              <a:gd name="connsiteY0" fmla="*/ 746203 h 1492405"/>
              <a:gd name="connsiteX1" fmla="*/ 746203 w 1492405"/>
              <a:gd name="connsiteY1" fmla="*/ 0 h 1492405"/>
              <a:gd name="connsiteX2" fmla="*/ 1492406 w 1492405"/>
              <a:gd name="connsiteY2" fmla="*/ 746203 h 1492405"/>
              <a:gd name="connsiteX3" fmla="*/ 746203 w 1492405"/>
              <a:gd name="connsiteY3" fmla="*/ 1492406 h 1492405"/>
              <a:gd name="connsiteX4" fmla="*/ 0 w 1492405"/>
              <a:gd name="connsiteY4" fmla="*/ 746203 h 14924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92405" h="1492405">
                <a:moveTo>
                  <a:pt x="0" y="746203"/>
                </a:moveTo>
                <a:cubicBezTo>
                  <a:pt x="0" y="334086"/>
                  <a:pt x="334086" y="0"/>
                  <a:pt x="746203" y="0"/>
                </a:cubicBezTo>
                <a:cubicBezTo>
                  <a:pt x="1158320" y="0"/>
                  <a:pt x="1492406" y="334086"/>
                  <a:pt x="1492406" y="746203"/>
                </a:cubicBezTo>
                <a:cubicBezTo>
                  <a:pt x="1492406" y="1158320"/>
                  <a:pt x="1158320" y="1492406"/>
                  <a:pt x="746203" y="1492406"/>
                </a:cubicBezTo>
                <a:cubicBezTo>
                  <a:pt x="334086" y="1492406"/>
                  <a:pt x="0" y="1158320"/>
                  <a:pt x="0" y="746203"/>
                </a:cubicBezTo>
                <a:close/>
              </a:path>
            </a:pathLst>
          </a:custGeom>
          <a:solidFill>
            <a:srgbClr val="FFFFFF"/>
          </a:solidFill>
          <a:ln w="19050">
            <a:solidFill>
              <a:srgbClr val="FA6502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33798" tIns="233798" rIns="233798" bIns="233798" numCol="1" spcCol="1270" anchor="ctr" anchorCtr="0">
            <a:noAutofit/>
          </a:bodyPr>
          <a:lstStyle/>
          <a:p>
            <a:pPr marL="0" marR="0" lvl="0" indent="0" algn="ctr" defTabSz="10668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01AD243-7BC5-DE95-4F5C-2E687CC92AC6}"/>
              </a:ext>
            </a:extLst>
          </p:cNvPr>
          <p:cNvSpPr txBox="1"/>
          <p:nvPr/>
        </p:nvSpPr>
        <p:spPr>
          <a:xfrm>
            <a:off x="1327791" y="4817828"/>
            <a:ext cx="1202978" cy="337913"/>
          </a:xfrm>
          <a:prstGeom prst="rect">
            <a:avLst/>
          </a:prstGeom>
          <a:noFill/>
        </p:spPr>
        <p:txBody>
          <a:bodyPr wrap="square" lIns="90000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100" normalizeH="0" baseline="0" noProof="0">
                <a:ln>
                  <a:solidFill>
                    <a:srgbClr val="00CC99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아이콘 공격</a:t>
            </a:r>
            <a:endParaRPr kumimoji="0" lang="en-US" altLang="ko-KR" sz="1400" b="0" i="0" u="none" strike="noStrike" kern="1200" cap="none" spc="-100" normalizeH="0" baseline="0" noProof="0" dirty="0">
              <a:ln>
                <a:solidFill>
                  <a:srgbClr val="00CC99">
                    <a:alpha val="0"/>
                  </a:srgbClr>
                </a:solidFill>
              </a:ln>
              <a:solidFill>
                <a:prstClr val="black"/>
              </a:solidFill>
              <a:effectLst/>
              <a:uLnTx/>
              <a:uFillTx/>
              <a:latin typeface="G마켓 산스 TTF Bold" panose="02000000000000000000" pitchFamily="2" charset="-127"/>
              <a:ea typeface="G마켓 산스 TTF Bold" panose="02000000000000000000" pitchFamily="2" charset="-127"/>
              <a:cs typeface="+mn-cs"/>
            </a:endParaRPr>
          </a:p>
        </p:txBody>
      </p:sp>
      <p:sp>
        <p:nvSpPr>
          <p:cNvPr id="23" name="자유형: 도형 22">
            <a:extLst>
              <a:ext uri="{FF2B5EF4-FFF2-40B4-BE49-F238E27FC236}">
                <a16:creationId xmlns:a16="http://schemas.microsoft.com/office/drawing/2014/main" id="{5D4C5AC7-7188-CF30-99FD-C591853832F9}"/>
              </a:ext>
            </a:extLst>
          </p:cNvPr>
          <p:cNvSpPr/>
          <p:nvPr/>
        </p:nvSpPr>
        <p:spPr>
          <a:xfrm rot="5400000">
            <a:off x="3766500" y="2949600"/>
            <a:ext cx="1729057" cy="1729061"/>
          </a:xfrm>
          <a:custGeom>
            <a:avLst/>
            <a:gdLst>
              <a:gd name="connsiteX0" fmla="*/ 0 w 1492405"/>
              <a:gd name="connsiteY0" fmla="*/ 746203 h 1492405"/>
              <a:gd name="connsiteX1" fmla="*/ 746203 w 1492405"/>
              <a:gd name="connsiteY1" fmla="*/ 0 h 1492405"/>
              <a:gd name="connsiteX2" fmla="*/ 1492406 w 1492405"/>
              <a:gd name="connsiteY2" fmla="*/ 746203 h 1492405"/>
              <a:gd name="connsiteX3" fmla="*/ 746203 w 1492405"/>
              <a:gd name="connsiteY3" fmla="*/ 1492406 h 1492405"/>
              <a:gd name="connsiteX4" fmla="*/ 0 w 1492405"/>
              <a:gd name="connsiteY4" fmla="*/ 746203 h 14924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92405" h="1492405">
                <a:moveTo>
                  <a:pt x="0" y="746203"/>
                </a:moveTo>
                <a:cubicBezTo>
                  <a:pt x="0" y="334086"/>
                  <a:pt x="334086" y="0"/>
                  <a:pt x="746203" y="0"/>
                </a:cubicBezTo>
                <a:cubicBezTo>
                  <a:pt x="1158320" y="0"/>
                  <a:pt x="1492406" y="334086"/>
                  <a:pt x="1492406" y="746203"/>
                </a:cubicBezTo>
                <a:cubicBezTo>
                  <a:pt x="1492406" y="1158320"/>
                  <a:pt x="1158320" y="1492406"/>
                  <a:pt x="746203" y="1492406"/>
                </a:cubicBezTo>
                <a:cubicBezTo>
                  <a:pt x="334086" y="1492406"/>
                  <a:pt x="0" y="1158320"/>
                  <a:pt x="0" y="746203"/>
                </a:cubicBezTo>
                <a:close/>
              </a:path>
            </a:pathLst>
          </a:custGeom>
          <a:solidFill>
            <a:srgbClr val="FFFFFF"/>
          </a:solidFill>
          <a:ln w="19050">
            <a:solidFill>
              <a:srgbClr val="FA6502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33798" tIns="233798" rIns="233798" bIns="233798" numCol="1" spcCol="1270" anchor="ctr" anchorCtr="0">
            <a:noAutofit/>
          </a:bodyPr>
          <a:lstStyle/>
          <a:p>
            <a:pPr marL="0" marR="0" lvl="0" indent="0" algn="ctr" defTabSz="10668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91BF0D9E-092D-F66E-9FB9-DD885CBD080D}"/>
              </a:ext>
            </a:extLst>
          </p:cNvPr>
          <p:cNvCxnSpPr>
            <a:cxnSpLocks/>
          </p:cNvCxnSpPr>
          <p:nvPr/>
        </p:nvCxnSpPr>
        <p:spPr>
          <a:xfrm>
            <a:off x="2958652" y="3814131"/>
            <a:ext cx="643005" cy="0"/>
          </a:xfrm>
          <a:prstGeom prst="line">
            <a:avLst/>
          </a:prstGeom>
          <a:ln w="31750" cap="rnd">
            <a:solidFill>
              <a:srgbClr val="6554FF">
                <a:alpha val="36000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74673619-8CA6-5286-9086-606DDEC4BE21}"/>
              </a:ext>
            </a:extLst>
          </p:cNvPr>
          <p:cNvSpPr txBox="1"/>
          <p:nvPr/>
        </p:nvSpPr>
        <p:spPr>
          <a:xfrm>
            <a:off x="4029540" y="4817828"/>
            <a:ext cx="1202978" cy="337913"/>
          </a:xfrm>
          <a:prstGeom prst="rect">
            <a:avLst/>
          </a:prstGeom>
          <a:noFill/>
        </p:spPr>
        <p:txBody>
          <a:bodyPr wrap="square" lIns="90000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100" normalizeH="0" baseline="0" noProof="0">
                <a:ln>
                  <a:solidFill>
                    <a:srgbClr val="00CC99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아이콘 공격</a:t>
            </a:r>
            <a:endParaRPr kumimoji="0" lang="en-US" altLang="ko-KR" sz="1400" b="0" i="0" u="none" strike="noStrike" kern="1200" cap="none" spc="-100" normalizeH="0" baseline="0" noProof="0" dirty="0">
              <a:ln>
                <a:solidFill>
                  <a:srgbClr val="00CC99">
                    <a:alpha val="0"/>
                  </a:srgbClr>
                </a:solidFill>
              </a:ln>
              <a:solidFill>
                <a:prstClr val="black"/>
              </a:solidFill>
              <a:effectLst/>
              <a:uLnTx/>
              <a:uFillTx/>
              <a:latin typeface="G마켓 산스 TTF Bold" panose="02000000000000000000" pitchFamily="2" charset="-127"/>
              <a:ea typeface="G마켓 산스 TTF Bold" panose="02000000000000000000" pitchFamily="2" charset="-127"/>
              <a:cs typeface="+mn-cs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26A177C-5D56-2363-659D-3782CCE5CB0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24277" y="3409129"/>
            <a:ext cx="810008" cy="810006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E34B156B-1A0E-B9A2-E0E4-3CE2914F3A87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" r="13"/>
          <a:stretch/>
        </p:blipFill>
        <p:spPr>
          <a:xfrm>
            <a:off x="4226024" y="3409129"/>
            <a:ext cx="809798" cy="810006"/>
          </a:xfrm>
          <a:prstGeom prst="rect">
            <a:avLst/>
          </a:prstGeom>
        </p:spPr>
      </p:pic>
      <p:sp>
        <p:nvSpPr>
          <p:cNvPr id="34" name="자유형: 도형 33">
            <a:extLst>
              <a:ext uri="{FF2B5EF4-FFF2-40B4-BE49-F238E27FC236}">
                <a16:creationId xmlns:a16="http://schemas.microsoft.com/office/drawing/2014/main" id="{68E47F2E-97A0-478B-CCBE-86978CDBB158}"/>
              </a:ext>
            </a:extLst>
          </p:cNvPr>
          <p:cNvSpPr/>
          <p:nvPr/>
        </p:nvSpPr>
        <p:spPr>
          <a:xfrm rot="5400000">
            <a:off x="6696442" y="2949600"/>
            <a:ext cx="1729057" cy="1729061"/>
          </a:xfrm>
          <a:custGeom>
            <a:avLst/>
            <a:gdLst>
              <a:gd name="connsiteX0" fmla="*/ 0 w 1492405"/>
              <a:gd name="connsiteY0" fmla="*/ 746203 h 1492405"/>
              <a:gd name="connsiteX1" fmla="*/ 746203 w 1492405"/>
              <a:gd name="connsiteY1" fmla="*/ 0 h 1492405"/>
              <a:gd name="connsiteX2" fmla="*/ 1492406 w 1492405"/>
              <a:gd name="connsiteY2" fmla="*/ 746203 h 1492405"/>
              <a:gd name="connsiteX3" fmla="*/ 746203 w 1492405"/>
              <a:gd name="connsiteY3" fmla="*/ 1492406 h 1492405"/>
              <a:gd name="connsiteX4" fmla="*/ 0 w 1492405"/>
              <a:gd name="connsiteY4" fmla="*/ 746203 h 14924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92405" h="1492405">
                <a:moveTo>
                  <a:pt x="0" y="746203"/>
                </a:moveTo>
                <a:cubicBezTo>
                  <a:pt x="0" y="334086"/>
                  <a:pt x="334086" y="0"/>
                  <a:pt x="746203" y="0"/>
                </a:cubicBezTo>
                <a:cubicBezTo>
                  <a:pt x="1158320" y="0"/>
                  <a:pt x="1492406" y="334086"/>
                  <a:pt x="1492406" y="746203"/>
                </a:cubicBezTo>
                <a:cubicBezTo>
                  <a:pt x="1492406" y="1158320"/>
                  <a:pt x="1158320" y="1492406"/>
                  <a:pt x="746203" y="1492406"/>
                </a:cubicBezTo>
                <a:cubicBezTo>
                  <a:pt x="334086" y="1492406"/>
                  <a:pt x="0" y="1158320"/>
                  <a:pt x="0" y="746203"/>
                </a:cubicBezTo>
                <a:close/>
              </a:path>
            </a:pathLst>
          </a:custGeom>
          <a:solidFill>
            <a:srgbClr val="2F4858"/>
          </a:solidFill>
          <a:ln w="19050"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33798" tIns="233798" rIns="233798" bIns="233798" numCol="1" spcCol="1270" anchor="ctr" anchorCtr="0">
            <a:noAutofit/>
          </a:bodyPr>
          <a:lstStyle/>
          <a:p>
            <a:pPr marL="0" marR="0" lvl="0" indent="0" algn="ctr" defTabSz="10668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35" name="그래픽 34" descr="배지 체크 표시1 단색으로 채워진">
            <a:extLst>
              <a:ext uri="{FF2B5EF4-FFF2-40B4-BE49-F238E27FC236}">
                <a16:creationId xmlns:a16="http://schemas.microsoft.com/office/drawing/2014/main" id="{DF8D5951-4D7B-385D-73FB-166EC097B17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475807" y="2640106"/>
            <a:ext cx="170327" cy="170327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8161692D-D07A-EAC6-94EC-A4785AEA8E54}"/>
              </a:ext>
            </a:extLst>
          </p:cNvPr>
          <p:cNvSpPr txBox="1"/>
          <p:nvPr/>
        </p:nvSpPr>
        <p:spPr>
          <a:xfrm>
            <a:off x="6959481" y="4817828"/>
            <a:ext cx="1202978" cy="337913"/>
          </a:xfrm>
          <a:prstGeom prst="rect">
            <a:avLst/>
          </a:prstGeom>
          <a:noFill/>
        </p:spPr>
        <p:txBody>
          <a:bodyPr wrap="square" lIns="90000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100" normalizeH="0" baseline="0" noProof="0">
                <a:ln>
                  <a:solidFill>
                    <a:srgbClr val="00CC99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아이콘 공격</a:t>
            </a:r>
            <a:endParaRPr kumimoji="0" lang="en-US" altLang="ko-KR" sz="1400" b="0" i="0" u="none" strike="noStrike" kern="1200" cap="none" spc="-100" normalizeH="0" baseline="0" noProof="0" dirty="0">
              <a:ln>
                <a:solidFill>
                  <a:srgbClr val="00CC99">
                    <a:alpha val="0"/>
                  </a:srgbClr>
                </a:solidFill>
              </a:ln>
              <a:solidFill>
                <a:prstClr val="black"/>
              </a:solidFill>
              <a:effectLst/>
              <a:uLnTx/>
              <a:uFillTx/>
              <a:latin typeface="G마켓 산스 TTF Bold" panose="02000000000000000000" pitchFamily="2" charset="-127"/>
              <a:ea typeface="G마켓 산스 TTF Bold" panose="02000000000000000000" pitchFamily="2" charset="-127"/>
              <a:cs typeface="+mn-cs"/>
            </a:endParaRPr>
          </a:p>
        </p:txBody>
      </p:sp>
      <p:sp>
        <p:nvSpPr>
          <p:cNvPr id="37" name="자유형: 도형 36">
            <a:extLst>
              <a:ext uri="{FF2B5EF4-FFF2-40B4-BE49-F238E27FC236}">
                <a16:creationId xmlns:a16="http://schemas.microsoft.com/office/drawing/2014/main" id="{48081606-92AD-19D2-6A5A-BE8F06C56055}"/>
              </a:ext>
            </a:extLst>
          </p:cNvPr>
          <p:cNvSpPr/>
          <p:nvPr/>
        </p:nvSpPr>
        <p:spPr>
          <a:xfrm rot="5400000">
            <a:off x="9398190" y="2949600"/>
            <a:ext cx="1729057" cy="1729061"/>
          </a:xfrm>
          <a:custGeom>
            <a:avLst/>
            <a:gdLst>
              <a:gd name="connsiteX0" fmla="*/ 0 w 1492405"/>
              <a:gd name="connsiteY0" fmla="*/ 746203 h 1492405"/>
              <a:gd name="connsiteX1" fmla="*/ 746203 w 1492405"/>
              <a:gd name="connsiteY1" fmla="*/ 0 h 1492405"/>
              <a:gd name="connsiteX2" fmla="*/ 1492406 w 1492405"/>
              <a:gd name="connsiteY2" fmla="*/ 746203 h 1492405"/>
              <a:gd name="connsiteX3" fmla="*/ 746203 w 1492405"/>
              <a:gd name="connsiteY3" fmla="*/ 1492406 h 1492405"/>
              <a:gd name="connsiteX4" fmla="*/ 0 w 1492405"/>
              <a:gd name="connsiteY4" fmla="*/ 746203 h 14924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92405" h="1492405">
                <a:moveTo>
                  <a:pt x="0" y="746203"/>
                </a:moveTo>
                <a:cubicBezTo>
                  <a:pt x="0" y="334086"/>
                  <a:pt x="334086" y="0"/>
                  <a:pt x="746203" y="0"/>
                </a:cubicBezTo>
                <a:cubicBezTo>
                  <a:pt x="1158320" y="0"/>
                  <a:pt x="1492406" y="334086"/>
                  <a:pt x="1492406" y="746203"/>
                </a:cubicBezTo>
                <a:cubicBezTo>
                  <a:pt x="1492406" y="1158320"/>
                  <a:pt x="1158320" y="1492406"/>
                  <a:pt x="746203" y="1492406"/>
                </a:cubicBezTo>
                <a:cubicBezTo>
                  <a:pt x="334086" y="1492406"/>
                  <a:pt x="0" y="1158320"/>
                  <a:pt x="0" y="746203"/>
                </a:cubicBezTo>
                <a:close/>
              </a:path>
            </a:pathLst>
          </a:custGeom>
          <a:solidFill>
            <a:srgbClr val="FA6502"/>
          </a:solidFill>
          <a:ln w="19050"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33798" tIns="233798" rIns="233798" bIns="233798" numCol="1" spcCol="1270" anchor="ctr" anchorCtr="0">
            <a:noAutofit/>
          </a:bodyPr>
          <a:lstStyle/>
          <a:p>
            <a:pPr marL="0" marR="0" lvl="0" indent="0" algn="ctr" defTabSz="10668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38" name="그래픽 37" descr="배지 체크 표시1 단색으로 채워진">
            <a:extLst>
              <a:ext uri="{FF2B5EF4-FFF2-40B4-BE49-F238E27FC236}">
                <a16:creationId xmlns:a16="http://schemas.microsoft.com/office/drawing/2014/main" id="{90D4F23B-05C3-2842-26E8-67CCDCBCE58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77555" y="2640106"/>
            <a:ext cx="170327" cy="170327"/>
          </a:xfrm>
          <a:prstGeom prst="rect">
            <a:avLst/>
          </a:prstGeom>
        </p:spPr>
      </p:pic>
      <p:cxnSp>
        <p:nvCxnSpPr>
          <p:cNvPr id="39" name="직선 연결선 38">
            <a:extLst>
              <a:ext uri="{FF2B5EF4-FFF2-40B4-BE49-F238E27FC236}">
                <a16:creationId xmlns:a16="http://schemas.microsoft.com/office/drawing/2014/main" id="{BBCC11D5-FD96-96A1-471E-86C6102183EF}"/>
              </a:ext>
            </a:extLst>
          </p:cNvPr>
          <p:cNvCxnSpPr>
            <a:cxnSpLocks/>
          </p:cNvCxnSpPr>
          <p:nvPr/>
        </p:nvCxnSpPr>
        <p:spPr>
          <a:xfrm>
            <a:off x="8590342" y="3814131"/>
            <a:ext cx="643005" cy="0"/>
          </a:xfrm>
          <a:prstGeom prst="line">
            <a:avLst/>
          </a:prstGeom>
          <a:ln w="31750" cap="rnd">
            <a:solidFill>
              <a:srgbClr val="6554FF">
                <a:alpha val="36000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B54A3C44-392F-F522-0074-C21EA01E3438}"/>
              </a:ext>
            </a:extLst>
          </p:cNvPr>
          <p:cNvSpPr txBox="1"/>
          <p:nvPr/>
        </p:nvSpPr>
        <p:spPr>
          <a:xfrm>
            <a:off x="9661230" y="4817828"/>
            <a:ext cx="1202978" cy="337913"/>
          </a:xfrm>
          <a:prstGeom prst="rect">
            <a:avLst/>
          </a:prstGeom>
          <a:noFill/>
        </p:spPr>
        <p:txBody>
          <a:bodyPr wrap="square" lIns="90000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100" normalizeH="0" baseline="0" noProof="0">
                <a:ln>
                  <a:solidFill>
                    <a:srgbClr val="00CC99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아이콘 공격</a:t>
            </a:r>
            <a:endParaRPr kumimoji="0" lang="en-US" altLang="ko-KR" sz="1400" b="0" i="0" u="none" strike="noStrike" kern="1200" cap="none" spc="-100" normalizeH="0" baseline="0" noProof="0" dirty="0">
              <a:ln>
                <a:solidFill>
                  <a:srgbClr val="00CC99">
                    <a:alpha val="0"/>
                  </a:srgbClr>
                </a:solidFill>
              </a:ln>
              <a:solidFill>
                <a:prstClr val="black"/>
              </a:solidFill>
              <a:effectLst/>
              <a:uLnTx/>
              <a:uFillTx/>
              <a:latin typeface="G마켓 산스 TTF Bold" panose="02000000000000000000" pitchFamily="2" charset="-127"/>
              <a:ea typeface="G마켓 산스 TTF Bold" panose="02000000000000000000" pitchFamily="2" charset="-127"/>
              <a:cs typeface="+mn-cs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7ADD57B8-7652-890B-318A-85C75D27263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55966" y="3409129"/>
            <a:ext cx="810008" cy="810006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099DC5FA-4D07-12EF-1D94-98E66F4D2EC7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" r="13"/>
          <a:stretch/>
        </p:blipFill>
        <p:spPr>
          <a:xfrm>
            <a:off x="9857714" y="3409129"/>
            <a:ext cx="809798" cy="810006"/>
          </a:xfrm>
          <a:prstGeom prst="rect">
            <a:avLst/>
          </a:prstGeom>
        </p:spPr>
      </p:pic>
      <p:sp>
        <p:nvSpPr>
          <p:cNvPr id="16" name="직사각형 15">
            <a:extLst>
              <a:ext uri="{FF2B5EF4-FFF2-40B4-BE49-F238E27FC236}">
                <a16:creationId xmlns:a16="http://schemas.microsoft.com/office/drawing/2014/main" id="{CF586801-0027-5297-D4DC-56AA5AF15BBF}"/>
              </a:ext>
            </a:extLst>
          </p:cNvPr>
          <p:cNvSpPr/>
          <p:nvPr/>
        </p:nvSpPr>
        <p:spPr>
          <a:xfrm>
            <a:off x="992499" y="1830955"/>
            <a:ext cx="4575311" cy="493986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페이퍼로지 8 ExtraBold" pitchFamily="2" charset="-127"/>
                <a:ea typeface="페이퍼로지 8 ExtraBold" pitchFamily="2" charset="-127"/>
                <a:cs typeface="+mn-cs"/>
              </a:rPr>
              <a:t>뽀인트 색으로 윤곽선 때린</a:t>
            </a:r>
            <a:r>
              <a:rPr kumimoji="0" lang="en-US" altLang="ko-K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페이퍼로지 8 ExtraBold" pitchFamily="2" charset="-127"/>
                <a:ea typeface="페이퍼로지 8 ExtraBold" pitchFamily="2" charset="-127"/>
                <a:cs typeface="+mn-cs"/>
              </a:rPr>
              <a:t>st + </a:t>
            </a:r>
            <a:r>
              <a: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페이퍼로지 8 ExtraBold" pitchFamily="2" charset="-127"/>
                <a:ea typeface="페이퍼로지 8 ExtraBold" pitchFamily="2" charset="-127"/>
                <a:cs typeface="+mn-cs"/>
              </a:rPr>
              <a:t>껌정</a:t>
            </a:r>
            <a:r>
              <a:rPr kumimoji="0" lang="en-US" altLang="ko-K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페이퍼로지 8 ExtraBold" pitchFamily="2" charset="-127"/>
                <a:ea typeface="페이퍼로지 8 ExtraBold" pitchFamily="2" charset="-127"/>
                <a:cs typeface="+mn-cs"/>
              </a:rPr>
              <a:t> ICON</a:t>
            </a: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페이퍼로지 8 ExtraBold" pitchFamily="2" charset="-127"/>
              <a:ea typeface="페이퍼로지 8 ExtraBold" pitchFamily="2" charset="-127"/>
              <a:cs typeface="+mn-cs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3059120D-2775-3FB5-3891-4315D03FDAF9}"/>
              </a:ext>
            </a:extLst>
          </p:cNvPr>
          <p:cNvSpPr/>
          <p:nvPr/>
        </p:nvSpPr>
        <p:spPr>
          <a:xfrm>
            <a:off x="6624189" y="1830955"/>
            <a:ext cx="4575311" cy="493986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페이퍼로지 8 ExtraBold" pitchFamily="2" charset="-127"/>
                <a:ea typeface="페이퍼로지 8 ExtraBold" pitchFamily="2" charset="-127"/>
                <a:cs typeface="+mn-cs"/>
              </a:rPr>
              <a:t>뽀인트 색으로  색채우기</a:t>
            </a:r>
            <a:r>
              <a:rPr kumimoji="0" lang="en-US" altLang="ko-K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페이퍼로지 8 ExtraBold" pitchFamily="2" charset="-127"/>
                <a:ea typeface="페이퍼로지 8 ExtraBold" pitchFamily="2" charset="-127"/>
                <a:cs typeface="+mn-cs"/>
              </a:rPr>
              <a:t>st + </a:t>
            </a:r>
            <a:r>
              <a: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페이퍼로지 8 ExtraBold" pitchFamily="2" charset="-127"/>
                <a:ea typeface="페이퍼로지 8 ExtraBold" pitchFamily="2" charset="-127"/>
                <a:cs typeface="+mn-cs"/>
              </a:rPr>
              <a:t>껌정</a:t>
            </a:r>
            <a:r>
              <a:rPr kumimoji="0" lang="en-US" altLang="ko-K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페이퍼로지 8 ExtraBold" pitchFamily="2" charset="-127"/>
                <a:ea typeface="페이퍼로지 8 ExtraBold" pitchFamily="2" charset="-127"/>
                <a:cs typeface="+mn-cs"/>
              </a:rPr>
              <a:t> ICON</a:t>
            </a: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페이퍼로지 8 ExtraBold" pitchFamily="2" charset="-127"/>
              <a:ea typeface="페이퍼로지 8 ExtraBold" pitchFamily="2" charset="-127"/>
              <a:cs typeface="+mn-cs"/>
            </a:endParaRPr>
          </a:p>
        </p:txBody>
      </p: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A350648D-675C-19FE-1A28-C789E36AC228}"/>
              </a:ext>
            </a:extLst>
          </p:cNvPr>
          <p:cNvCxnSpPr>
            <a:cxnSpLocks/>
          </p:cNvCxnSpPr>
          <p:nvPr/>
        </p:nvCxnSpPr>
        <p:spPr>
          <a:xfrm>
            <a:off x="6095999" y="2530363"/>
            <a:ext cx="0" cy="3549650"/>
          </a:xfrm>
          <a:prstGeom prst="line">
            <a:avLst/>
          </a:prstGeom>
          <a:ln w="9525">
            <a:solidFill>
              <a:srgbClr val="E08336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직사각형 2">
            <a:extLst>
              <a:ext uri="{FF2B5EF4-FFF2-40B4-BE49-F238E27FC236}">
                <a16:creationId xmlns:a16="http://schemas.microsoft.com/office/drawing/2014/main" id="{9880A0F3-7D0C-E768-F9CC-EB93B1F7E4C4}"/>
              </a:ext>
            </a:extLst>
          </p:cNvPr>
          <p:cNvSpPr/>
          <p:nvPr/>
        </p:nvSpPr>
        <p:spPr>
          <a:xfrm>
            <a:off x="10728236" y="529200"/>
            <a:ext cx="246184" cy="246184"/>
          </a:xfrm>
          <a:prstGeom prst="rect">
            <a:avLst/>
          </a:prstGeom>
          <a:solidFill>
            <a:srgbClr val="FA65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0" i="0" u="none" strike="noStrike" kern="1200" cap="none" spc="0" normalizeH="0" baseline="0" noProof="0">
              <a:ln>
                <a:solidFill>
                  <a:srgbClr val="E7E6E6">
                    <a:alpha val="0"/>
                  </a:srgbClr>
                </a:solidFill>
              </a:ln>
              <a:solidFill>
                <a:prstClr val="white"/>
              </a:solidFill>
              <a:effectLst/>
              <a:uLnTx/>
              <a:uFillTx/>
              <a:latin typeface="페이퍼로지 8 ExtraBold" pitchFamily="2" charset="-127"/>
              <a:ea typeface="페이퍼로지 8 ExtraBold" pitchFamily="2" charset="-127"/>
              <a:cs typeface="+mn-cs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C45260A0-97CE-9702-98C1-79BF581E8AD4}"/>
              </a:ext>
            </a:extLst>
          </p:cNvPr>
          <p:cNvSpPr/>
          <p:nvPr/>
        </p:nvSpPr>
        <p:spPr>
          <a:xfrm>
            <a:off x="10397921" y="529200"/>
            <a:ext cx="246184" cy="246184"/>
          </a:xfrm>
          <a:prstGeom prst="rect">
            <a:avLst/>
          </a:prstGeom>
          <a:solidFill>
            <a:srgbClr val="2F485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0" i="0" u="none" strike="noStrike" kern="1200" cap="none" spc="0" normalizeH="0" baseline="0" noProof="0">
              <a:ln>
                <a:solidFill>
                  <a:srgbClr val="E7E6E6">
                    <a:alpha val="0"/>
                  </a:srgbClr>
                </a:solidFill>
              </a:ln>
              <a:solidFill>
                <a:prstClr val="white"/>
              </a:solidFill>
              <a:effectLst/>
              <a:uLnTx/>
              <a:uFillTx/>
              <a:latin typeface="페이퍼로지 8 ExtraBold" pitchFamily="2" charset="-127"/>
              <a:ea typeface="페이퍼로지 8 ExtraBold" pitchFamily="2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62000089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>
        <p159:morph option="byChar"/>
      </p:transition>
    </mc:Choice>
    <mc:Fallback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118070-132A-3193-FAA6-1A6DF619E3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A1DD961E-375B-0AFA-CA6F-0D13E26A5D1F}"/>
              </a:ext>
            </a:extLst>
          </p:cNvPr>
          <p:cNvCxnSpPr>
            <a:cxnSpLocks/>
          </p:cNvCxnSpPr>
          <p:nvPr/>
        </p:nvCxnSpPr>
        <p:spPr>
          <a:xfrm>
            <a:off x="628650" y="914400"/>
            <a:ext cx="10934700" cy="0"/>
          </a:xfrm>
          <a:prstGeom prst="line">
            <a:avLst/>
          </a:prstGeom>
          <a:ln w="19050">
            <a:solidFill>
              <a:srgbClr val="FA650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그림 1" descr="클립아트, 만화 영화, 상징이(가) 표시된 사진&#10;&#10;자동 생성된 설명">
            <a:extLst>
              <a:ext uri="{FF2B5EF4-FFF2-40B4-BE49-F238E27FC236}">
                <a16:creationId xmlns:a16="http://schemas.microsoft.com/office/drawing/2014/main" id="{F215ECA8-8E4D-3FB7-65E9-F98C0A08E608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09532" y="339853"/>
            <a:ext cx="453817" cy="45381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F601327-4069-8553-9723-0DE04E807132}"/>
              </a:ext>
            </a:extLst>
          </p:cNvPr>
          <p:cNvSpPr txBox="1"/>
          <p:nvPr/>
        </p:nvSpPr>
        <p:spPr>
          <a:xfrm>
            <a:off x="628649" y="513219"/>
            <a:ext cx="5724526" cy="369332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-5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실무 필살 구조화</a:t>
            </a:r>
            <a:r>
              <a:rPr kumimoji="0" lang="ko-KR" altLang="en-US" sz="1800" b="0" i="0" u="none" strike="noStrike" kern="1200" cap="none" spc="-5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FA6502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 만들기 실습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861860F-8ACC-CDDC-F802-84A4A3F1754A}"/>
              </a:ext>
            </a:extLst>
          </p:cNvPr>
          <p:cNvSpPr/>
          <p:nvPr/>
        </p:nvSpPr>
        <p:spPr>
          <a:xfrm>
            <a:off x="628649" y="1035130"/>
            <a:ext cx="10934702" cy="31854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※ </a:t>
            </a:r>
            <a:r>
              <a:rPr kumimoji="0" lang="ko-KR" altLang="en-US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도형안에 텍스트 삽입 후</a:t>
            </a: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, </a:t>
            </a:r>
            <a:r>
              <a:rPr kumimoji="0" lang="ko-KR" altLang="en-US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줄간격 조정</a:t>
            </a: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 &amp; </a:t>
            </a:r>
            <a:r>
              <a:rPr kumimoji="0" lang="ko-KR" altLang="en-US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말머리 넣기</a:t>
            </a: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, </a:t>
            </a:r>
            <a:r>
              <a:rPr kumimoji="0" lang="ko-KR" altLang="en-US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그룹화</a:t>
            </a: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, </a:t>
            </a:r>
            <a:r>
              <a:rPr kumimoji="0" lang="ko-KR" altLang="en-US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회전</a:t>
            </a: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. </a:t>
            </a:r>
            <a:r>
              <a:rPr kumimoji="0" lang="ko-KR" altLang="en-US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수직</a:t>
            </a: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/</a:t>
            </a:r>
            <a:r>
              <a:rPr kumimoji="0" lang="ko-KR" altLang="en-US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수평 복사</a:t>
            </a: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, F4, </a:t>
            </a:r>
            <a:r>
              <a:rPr kumimoji="0" lang="ko-KR" altLang="en-US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색깔 바꾸기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2D8C642-2C11-415B-B044-A066F9FAABA6}"/>
              </a:ext>
            </a:extLst>
          </p:cNvPr>
          <p:cNvSpPr/>
          <p:nvPr/>
        </p:nvSpPr>
        <p:spPr>
          <a:xfrm>
            <a:off x="628649" y="1477198"/>
            <a:ext cx="1089026" cy="965483"/>
          </a:xfrm>
          <a:prstGeom prst="rect">
            <a:avLst/>
          </a:prstGeom>
          <a:solidFill>
            <a:srgbClr val="FA65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0" cap="none" spc="0" normalizeH="0" baseline="0" noProof="0">
                <a:ln>
                  <a:solidFill>
                    <a:srgbClr val="004BB7">
                      <a:alpha val="0"/>
                    </a:srgbClr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페이퍼로지 7 Bold" pitchFamily="2" charset="-127"/>
                <a:ea typeface="페이퍼로지 7 Bold" pitchFamily="2" charset="-127"/>
                <a:cs typeface="+mn-cs"/>
              </a:rPr>
              <a:t>나이스</a:t>
            </a:r>
            <a:endParaRPr kumimoji="0" lang="en-US" altLang="ko-KR" sz="1200" b="0" i="0" u="none" strike="noStrike" kern="0" cap="none" spc="0" normalizeH="0" baseline="0" noProof="0">
              <a:ln>
                <a:solidFill>
                  <a:srgbClr val="004BB7">
                    <a:alpha val="0"/>
                  </a:srgbClr>
                </a:solidFill>
              </a:ln>
              <a:solidFill>
                <a:srgbClr val="FFFFFF"/>
              </a:solidFill>
              <a:effectLst/>
              <a:uLnTx/>
              <a:uFillTx/>
              <a:latin typeface="페이퍼로지 7 Bold" pitchFamily="2" charset="-127"/>
              <a:ea typeface="페이퍼로지 7 Bold" pitchFamily="2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0" cap="none" spc="0" normalizeH="0" baseline="0" noProof="0">
                <a:ln>
                  <a:solidFill>
                    <a:srgbClr val="004BB7">
                      <a:alpha val="0"/>
                    </a:srgbClr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페이퍼로지 7 Bold" pitchFamily="2" charset="-127"/>
                <a:ea typeface="페이퍼로지 7 Bold" pitchFamily="2" charset="-127"/>
                <a:cs typeface="+mn-cs"/>
              </a:rPr>
              <a:t>소제목</a:t>
            </a:r>
            <a:endParaRPr kumimoji="0" lang="en-US" altLang="ko-KR" sz="1200" b="0" i="0" u="none" strike="noStrike" kern="0" cap="none" spc="0" normalizeH="0" baseline="0" noProof="0">
              <a:ln>
                <a:solidFill>
                  <a:srgbClr val="004BB7">
                    <a:alpha val="0"/>
                  </a:srgbClr>
                </a:solidFill>
              </a:ln>
              <a:solidFill>
                <a:srgbClr val="FFFFFF"/>
              </a:solidFill>
              <a:effectLst/>
              <a:uLnTx/>
              <a:uFillTx/>
              <a:latin typeface="페이퍼로지 7 Bold" pitchFamily="2" charset="-127"/>
              <a:ea typeface="페이퍼로지 7 Bold" pitchFamily="2" charset="-127"/>
              <a:cs typeface="+mn-cs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FB3BB8C-D275-E798-8939-AF2D30D8E7CD}"/>
              </a:ext>
            </a:extLst>
          </p:cNvPr>
          <p:cNvSpPr/>
          <p:nvPr/>
        </p:nvSpPr>
        <p:spPr>
          <a:xfrm>
            <a:off x="1811106" y="1474408"/>
            <a:ext cx="3859444" cy="96548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marR="0" lvl="0" indent="-171450" algn="l" defTabSz="121914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200" b="0" i="0" u="none" strike="noStrike" kern="0" cap="none" spc="0" normalizeH="0" baseline="0" noProof="0">
                <a:ln>
                  <a:solidFill>
                    <a:srgbClr val="004BB7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+mn-cs"/>
              </a:rPr>
              <a:t>스탑핑 아이템</a:t>
            </a:r>
            <a:r>
              <a:rPr kumimoji="0" lang="en-US" altLang="ko-KR" sz="1200" b="0" i="0" u="none" strike="noStrike" kern="0" cap="none" spc="0" normalizeH="0" baseline="0" noProof="0">
                <a:ln>
                  <a:solidFill>
                    <a:srgbClr val="004BB7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+mn-cs"/>
              </a:rPr>
              <a:t>(</a:t>
            </a:r>
            <a:r>
              <a:rPr kumimoji="0" lang="ko-KR" altLang="en-US" sz="1200" b="0" i="0" u="none" strike="noStrike" kern="0" cap="none" spc="0" normalizeH="0" baseline="0" noProof="0">
                <a:ln>
                  <a:solidFill>
                    <a:srgbClr val="004BB7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+mn-cs"/>
              </a:rPr>
              <a:t>리워드로서의 기능</a:t>
            </a:r>
            <a:r>
              <a:rPr kumimoji="0" lang="en-US" altLang="ko-KR" sz="1200" b="0" i="0" u="none" strike="noStrike" kern="0" cap="none" spc="0" normalizeH="0" baseline="0" noProof="0">
                <a:ln>
                  <a:solidFill>
                    <a:srgbClr val="004BB7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+mn-cs"/>
              </a:rPr>
              <a:t>)</a:t>
            </a:r>
          </a:p>
          <a:p>
            <a:pPr marL="171450" marR="0" lvl="0" indent="-171450" algn="l" defTabSz="121914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200" b="0" i="0" u="none" strike="noStrike" kern="0" cap="none" spc="0" normalizeH="0" baseline="0" noProof="0">
                <a:ln>
                  <a:solidFill>
                    <a:srgbClr val="004BB7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+mn-cs"/>
              </a:rPr>
              <a:t>부스로의 스토리 연결</a:t>
            </a:r>
            <a:r>
              <a:rPr kumimoji="0" lang="en-US" altLang="ko-KR" sz="1200" b="0" i="0" u="none" strike="noStrike" kern="0" cap="none" spc="0" normalizeH="0" baseline="0" noProof="0">
                <a:ln>
                  <a:solidFill>
                    <a:srgbClr val="004BB7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+mn-cs"/>
              </a:rPr>
              <a:t>(</a:t>
            </a:r>
            <a:r>
              <a:rPr kumimoji="0" lang="ko-KR" altLang="en-US" sz="1200" b="0" i="0" u="none" strike="noStrike" kern="0" cap="none" spc="0" normalizeH="0" baseline="0" noProof="0">
                <a:ln>
                  <a:solidFill>
                    <a:srgbClr val="004BB7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+mn-cs"/>
              </a:rPr>
              <a:t>카드별 메시지 </a:t>
            </a:r>
            <a:r>
              <a:rPr kumimoji="0" lang="en-US" altLang="ko-KR" sz="1200" b="0" i="0" u="none" strike="noStrike" kern="0" cap="none" spc="0" normalizeH="0" baseline="0" noProof="0">
                <a:ln>
                  <a:solidFill>
                    <a:srgbClr val="004BB7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+mn-cs"/>
              </a:rPr>
              <a:t>+ </a:t>
            </a:r>
            <a:r>
              <a:rPr kumimoji="0" lang="ko-KR" altLang="en-US" sz="1200" b="0" i="0" u="none" strike="noStrike" kern="0" cap="none" spc="0" normalizeH="0" baseline="0" noProof="0">
                <a:ln>
                  <a:solidFill>
                    <a:srgbClr val="004BB7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+mn-cs"/>
              </a:rPr>
              <a:t>부스 인입 요청</a:t>
            </a:r>
            <a:r>
              <a:rPr kumimoji="0" lang="en-US" altLang="ko-KR" sz="1200" b="0" i="0" u="none" strike="noStrike" kern="0" cap="none" spc="0" normalizeH="0" baseline="0" noProof="0">
                <a:ln>
                  <a:solidFill>
                    <a:srgbClr val="004BB7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+mn-cs"/>
              </a:rPr>
              <a:t>)</a:t>
            </a:r>
          </a:p>
          <a:p>
            <a:pPr marL="171450" marR="0" lvl="0" indent="-171450" algn="l" defTabSz="121914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200" b="0" i="0" u="none" strike="noStrike" kern="0" cap="none" spc="0" normalizeH="0" baseline="0" noProof="0">
                <a:ln>
                  <a:solidFill>
                    <a:srgbClr val="004BB7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+mn-cs"/>
              </a:rPr>
              <a:t>나이스한 내용을 적어주는 부분</a:t>
            </a:r>
            <a:endParaRPr kumimoji="0" lang="en-US" altLang="ko-KR" sz="1200" b="0" i="0" u="none" strike="noStrike" kern="0" cap="none" spc="0" normalizeH="0" baseline="0" noProof="0">
              <a:ln>
                <a:solidFill>
                  <a:srgbClr val="004BB7">
                    <a:alpha val="0"/>
                  </a:srgbClr>
                </a:solidFill>
              </a:ln>
              <a:solidFill>
                <a:srgbClr val="E7E6E6">
                  <a:lumMod val="25000"/>
                </a:srgbClr>
              </a:solidFill>
              <a:effectLst/>
              <a:uLnTx/>
              <a:uFillTx/>
              <a:latin typeface="페이퍼로지 5 Medium" pitchFamily="2" charset="-127"/>
              <a:ea typeface="페이퍼로지 5 Medium" pitchFamily="2" charset="-127"/>
              <a:cs typeface="+mn-cs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421B6E2-210F-B213-DA5F-538A85E80B79}"/>
              </a:ext>
            </a:extLst>
          </p:cNvPr>
          <p:cNvSpPr/>
          <p:nvPr/>
        </p:nvSpPr>
        <p:spPr>
          <a:xfrm>
            <a:off x="628649" y="2537648"/>
            <a:ext cx="1089026" cy="965483"/>
          </a:xfrm>
          <a:prstGeom prst="rect">
            <a:avLst/>
          </a:prstGeom>
          <a:solidFill>
            <a:srgbClr val="2F485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0" cap="none" spc="0" normalizeH="0" baseline="0" noProof="0">
                <a:ln>
                  <a:solidFill>
                    <a:srgbClr val="004BB7">
                      <a:alpha val="0"/>
                    </a:srgbClr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페이퍼로지 7 Bold" pitchFamily="2" charset="-127"/>
                <a:ea typeface="페이퍼로지 7 Bold" pitchFamily="2" charset="-127"/>
                <a:cs typeface="+mn-cs"/>
              </a:rPr>
              <a:t>나이스</a:t>
            </a:r>
            <a:endParaRPr kumimoji="0" lang="en-US" altLang="ko-KR" sz="1200" b="0" i="0" u="none" strike="noStrike" kern="0" cap="none" spc="0" normalizeH="0" baseline="0" noProof="0">
              <a:ln>
                <a:solidFill>
                  <a:srgbClr val="004BB7">
                    <a:alpha val="0"/>
                  </a:srgbClr>
                </a:solidFill>
              </a:ln>
              <a:solidFill>
                <a:srgbClr val="FFFFFF"/>
              </a:solidFill>
              <a:effectLst/>
              <a:uLnTx/>
              <a:uFillTx/>
              <a:latin typeface="페이퍼로지 7 Bold" pitchFamily="2" charset="-127"/>
              <a:ea typeface="페이퍼로지 7 Bold" pitchFamily="2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0" cap="none" spc="0" normalizeH="0" baseline="0" noProof="0">
                <a:ln>
                  <a:solidFill>
                    <a:srgbClr val="004BB7">
                      <a:alpha val="0"/>
                    </a:srgbClr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페이퍼로지 7 Bold" pitchFamily="2" charset="-127"/>
                <a:ea typeface="페이퍼로지 7 Bold" pitchFamily="2" charset="-127"/>
                <a:cs typeface="+mn-cs"/>
              </a:rPr>
              <a:t>소제목</a:t>
            </a:r>
            <a:endParaRPr kumimoji="0" lang="en-US" altLang="ko-KR" sz="1200" b="0" i="0" u="none" strike="noStrike" kern="0" cap="none" spc="0" normalizeH="0" baseline="0" noProof="0">
              <a:ln>
                <a:solidFill>
                  <a:srgbClr val="004BB7">
                    <a:alpha val="0"/>
                  </a:srgbClr>
                </a:solidFill>
              </a:ln>
              <a:solidFill>
                <a:srgbClr val="FFFFFF"/>
              </a:solidFill>
              <a:effectLst/>
              <a:uLnTx/>
              <a:uFillTx/>
              <a:latin typeface="페이퍼로지 7 Bold" pitchFamily="2" charset="-127"/>
              <a:ea typeface="페이퍼로지 7 Bold" pitchFamily="2" charset="-127"/>
              <a:cs typeface="+mn-cs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BBFEBB5-9F6E-92DE-4C97-505987FC4DF8}"/>
              </a:ext>
            </a:extLst>
          </p:cNvPr>
          <p:cNvSpPr/>
          <p:nvPr/>
        </p:nvSpPr>
        <p:spPr>
          <a:xfrm>
            <a:off x="1811106" y="2534858"/>
            <a:ext cx="3859444" cy="96548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marR="0" lvl="0" indent="-171450" algn="l" defTabSz="121914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200" b="0" i="0" u="none" strike="noStrike" kern="0" cap="none" spc="0" normalizeH="0" baseline="0" noProof="0">
                <a:ln>
                  <a:solidFill>
                    <a:srgbClr val="004BB7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+mn-cs"/>
              </a:rPr>
              <a:t>스탑핑 아이템</a:t>
            </a:r>
            <a:r>
              <a:rPr kumimoji="0" lang="en-US" altLang="ko-KR" sz="1200" b="0" i="0" u="none" strike="noStrike" kern="0" cap="none" spc="0" normalizeH="0" baseline="0" noProof="0">
                <a:ln>
                  <a:solidFill>
                    <a:srgbClr val="004BB7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+mn-cs"/>
              </a:rPr>
              <a:t>(</a:t>
            </a:r>
            <a:r>
              <a:rPr kumimoji="0" lang="ko-KR" altLang="en-US" sz="1200" b="0" i="0" u="none" strike="noStrike" kern="0" cap="none" spc="0" normalizeH="0" baseline="0" noProof="0">
                <a:ln>
                  <a:solidFill>
                    <a:srgbClr val="004BB7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+mn-cs"/>
              </a:rPr>
              <a:t>리워드로서의 기능</a:t>
            </a:r>
            <a:r>
              <a:rPr kumimoji="0" lang="en-US" altLang="ko-KR" sz="1200" b="0" i="0" u="none" strike="noStrike" kern="0" cap="none" spc="0" normalizeH="0" baseline="0" noProof="0">
                <a:ln>
                  <a:solidFill>
                    <a:srgbClr val="004BB7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+mn-cs"/>
              </a:rPr>
              <a:t>)</a:t>
            </a:r>
          </a:p>
          <a:p>
            <a:pPr marL="171450" marR="0" lvl="0" indent="-171450" algn="l" defTabSz="121914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200" b="0" i="0" u="none" strike="noStrike" kern="0" cap="none" spc="0" normalizeH="0" baseline="0" noProof="0">
                <a:ln>
                  <a:solidFill>
                    <a:srgbClr val="004BB7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+mn-cs"/>
              </a:rPr>
              <a:t>부스로의 스토리 연결</a:t>
            </a:r>
            <a:r>
              <a:rPr kumimoji="0" lang="en-US" altLang="ko-KR" sz="1200" b="0" i="0" u="none" strike="noStrike" kern="0" cap="none" spc="0" normalizeH="0" baseline="0" noProof="0">
                <a:ln>
                  <a:solidFill>
                    <a:srgbClr val="004BB7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+mn-cs"/>
              </a:rPr>
              <a:t>(</a:t>
            </a:r>
            <a:r>
              <a:rPr kumimoji="0" lang="ko-KR" altLang="en-US" sz="1200" b="0" i="0" u="none" strike="noStrike" kern="0" cap="none" spc="0" normalizeH="0" baseline="0" noProof="0">
                <a:ln>
                  <a:solidFill>
                    <a:srgbClr val="004BB7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+mn-cs"/>
              </a:rPr>
              <a:t>카드별 메시지 </a:t>
            </a:r>
            <a:r>
              <a:rPr kumimoji="0" lang="en-US" altLang="ko-KR" sz="1200" b="0" i="0" u="none" strike="noStrike" kern="0" cap="none" spc="0" normalizeH="0" baseline="0" noProof="0">
                <a:ln>
                  <a:solidFill>
                    <a:srgbClr val="004BB7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+mn-cs"/>
              </a:rPr>
              <a:t>+ </a:t>
            </a:r>
            <a:r>
              <a:rPr kumimoji="0" lang="ko-KR" altLang="en-US" sz="1200" b="0" i="0" u="none" strike="noStrike" kern="0" cap="none" spc="0" normalizeH="0" baseline="0" noProof="0">
                <a:ln>
                  <a:solidFill>
                    <a:srgbClr val="004BB7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+mn-cs"/>
              </a:rPr>
              <a:t>부스 인입 요청</a:t>
            </a:r>
            <a:r>
              <a:rPr kumimoji="0" lang="en-US" altLang="ko-KR" sz="1200" b="0" i="0" u="none" strike="noStrike" kern="0" cap="none" spc="0" normalizeH="0" baseline="0" noProof="0">
                <a:ln>
                  <a:solidFill>
                    <a:srgbClr val="004BB7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+mn-cs"/>
              </a:rPr>
              <a:t>)</a:t>
            </a:r>
          </a:p>
          <a:p>
            <a:pPr marL="171450" marR="0" lvl="0" indent="-171450" algn="l" defTabSz="121914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200" b="0" i="0" u="none" strike="noStrike" kern="0" cap="none" spc="0" normalizeH="0" baseline="0" noProof="0">
                <a:ln>
                  <a:solidFill>
                    <a:srgbClr val="004BB7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+mn-cs"/>
              </a:rPr>
              <a:t>나이스한 내용을 적어주는 부분</a:t>
            </a:r>
            <a:endParaRPr kumimoji="0" lang="en-US" altLang="ko-KR" sz="1200" b="0" i="0" u="none" strike="noStrike" kern="0" cap="none" spc="0" normalizeH="0" baseline="0" noProof="0">
              <a:ln>
                <a:solidFill>
                  <a:srgbClr val="004BB7">
                    <a:alpha val="0"/>
                  </a:srgbClr>
                </a:solidFill>
              </a:ln>
              <a:solidFill>
                <a:srgbClr val="E7E6E6">
                  <a:lumMod val="25000"/>
                </a:srgbClr>
              </a:solidFill>
              <a:effectLst/>
              <a:uLnTx/>
              <a:uFillTx/>
              <a:latin typeface="페이퍼로지 5 Medium" pitchFamily="2" charset="-127"/>
              <a:ea typeface="페이퍼로지 5 Medium" pitchFamily="2" charset="-127"/>
              <a:cs typeface="+mn-cs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61D91BBB-0A4A-45A8-A101-F2D5604EDAEE}"/>
              </a:ext>
            </a:extLst>
          </p:cNvPr>
          <p:cNvSpPr/>
          <p:nvPr/>
        </p:nvSpPr>
        <p:spPr>
          <a:xfrm>
            <a:off x="628649" y="3598098"/>
            <a:ext cx="1089026" cy="965483"/>
          </a:xfrm>
          <a:prstGeom prst="rect">
            <a:avLst/>
          </a:prstGeom>
          <a:solidFill>
            <a:srgbClr val="FA65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0" cap="none" spc="0" normalizeH="0" baseline="0" noProof="0">
                <a:ln>
                  <a:solidFill>
                    <a:srgbClr val="004BB7">
                      <a:alpha val="0"/>
                    </a:srgbClr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페이퍼로지 7 Bold" pitchFamily="2" charset="-127"/>
                <a:ea typeface="페이퍼로지 7 Bold" pitchFamily="2" charset="-127"/>
                <a:cs typeface="+mn-cs"/>
              </a:rPr>
              <a:t>나이스</a:t>
            </a:r>
            <a:endParaRPr kumimoji="0" lang="en-US" altLang="ko-KR" sz="1200" b="0" i="0" u="none" strike="noStrike" kern="0" cap="none" spc="0" normalizeH="0" baseline="0" noProof="0">
              <a:ln>
                <a:solidFill>
                  <a:srgbClr val="004BB7">
                    <a:alpha val="0"/>
                  </a:srgbClr>
                </a:solidFill>
              </a:ln>
              <a:solidFill>
                <a:srgbClr val="FFFFFF"/>
              </a:solidFill>
              <a:effectLst/>
              <a:uLnTx/>
              <a:uFillTx/>
              <a:latin typeface="페이퍼로지 7 Bold" pitchFamily="2" charset="-127"/>
              <a:ea typeface="페이퍼로지 7 Bold" pitchFamily="2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0" cap="none" spc="0" normalizeH="0" baseline="0" noProof="0">
                <a:ln>
                  <a:solidFill>
                    <a:srgbClr val="004BB7">
                      <a:alpha val="0"/>
                    </a:srgbClr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페이퍼로지 7 Bold" pitchFamily="2" charset="-127"/>
                <a:ea typeface="페이퍼로지 7 Bold" pitchFamily="2" charset="-127"/>
                <a:cs typeface="+mn-cs"/>
              </a:rPr>
              <a:t>소제목</a:t>
            </a:r>
            <a:endParaRPr kumimoji="0" lang="en-US" altLang="ko-KR" sz="1200" b="0" i="0" u="none" strike="noStrike" kern="0" cap="none" spc="0" normalizeH="0" baseline="0" noProof="0">
              <a:ln>
                <a:solidFill>
                  <a:srgbClr val="004BB7">
                    <a:alpha val="0"/>
                  </a:srgbClr>
                </a:solidFill>
              </a:ln>
              <a:solidFill>
                <a:srgbClr val="FFFFFF"/>
              </a:solidFill>
              <a:effectLst/>
              <a:uLnTx/>
              <a:uFillTx/>
              <a:latin typeface="페이퍼로지 7 Bold" pitchFamily="2" charset="-127"/>
              <a:ea typeface="페이퍼로지 7 Bold" pitchFamily="2" charset="-127"/>
              <a:cs typeface="+mn-cs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269DC86-F700-A407-B3AA-DB3E955F3B8C}"/>
              </a:ext>
            </a:extLst>
          </p:cNvPr>
          <p:cNvSpPr/>
          <p:nvPr/>
        </p:nvSpPr>
        <p:spPr>
          <a:xfrm>
            <a:off x="1811106" y="3595308"/>
            <a:ext cx="3859444" cy="96548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marR="0" lvl="0" indent="-171450" algn="l" defTabSz="121914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200" b="0" i="0" u="none" strike="noStrike" kern="0" cap="none" spc="0" normalizeH="0" baseline="0" noProof="0">
                <a:ln>
                  <a:solidFill>
                    <a:srgbClr val="004BB7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+mn-cs"/>
              </a:rPr>
              <a:t>스탑핑 아이템</a:t>
            </a:r>
            <a:r>
              <a:rPr kumimoji="0" lang="en-US" altLang="ko-KR" sz="1200" b="0" i="0" u="none" strike="noStrike" kern="0" cap="none" spc="0" normalizeH="0" baseline="0" noProof="0">
                <a:ln>
                  <a:solidFill>
                    <a:srgbClr val="004BB7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+mn-cs"/>
              </a:rPr>
              <a:t>(</a:t>
            </a:r>
            <a:r>
              <a:rPr kumimoji="0" lang="ko-KR" altLang="en-US" sz="1200" b="0" i="0" u="none" strike="noStrike" kern="0" cap="none" spc="0" normalizeH="0" baseline="0" noProof="0">
                <a:ln>
                  <a:solidFill>
                    <a:srgbClr val="004BB7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+mn-cs"/>
              </a:rPr>
              <a:t>리워드로서의 기능</a:t>
            </a:r>
            <a:r>
              <a:rPr kumimoji="0" lang="en-US" altLang="ko-KR" sz="1200" b="0" i="0" u="none" strike="noStrike" kern="0" cap="none" spc="0" normalizeH="0" baseline="0" noProof="0">
                <a:ln>
                  <a:solidFill>
                    <a:srgbClr val="004BB7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+mn-cs"/>
              </a:rPr>
              <a:t>)</a:t>
            </a:r>
          </a:p>
          <a:p>
            <a:pPr marL="171450" marR="0" lvl="0" indent="-171450" algn="l" defTabSz="121914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200" b="0" i="0" u="none" strike="noStrike" kern="0" cap="none" spc="0" normalizeH="0" baseline="0" noProof="0">
                <a:ln>
                  <a:solidFill>
                    <a:srgbClr val="004BB7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+mn-cs"/>
              </a:rPr>
              <a:t>부스로의 스토리 연결</a:t>
            </a:r>
            <a:r>
              <a:rPr kumimoji="0" lang="en-US" altLang="ko-KR" sz="1200" b="0" i="0" u="none" strike="noStrike" kern="0" cap="none" spc="0" normalizeH="0" baseline="0" noProof="0">
                <a:ln>
                  <a:solidFill>
                    <a:srgbClr val="004BB7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+mn-cs"/>
              </a:rPr>
              <a:t>(</a:t>
            </a:r>
            <a:r>
              <a:rPr kumimoji="0" lang="ko-KR" altLang="en-US" sz="1200" b="0" i="0" u="none" strike="noStrike" kern="0" cap="none" spc="0" normalizeH="0" baseline="0" noProof="0">
                <a:ln>
                  <a:solidFill>
                    <a:srgbClr val="004BB7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+mn-cs"/>
              </a:rPr>
              <a:t>카드별 메시지 </a:t>
            </a:r>
            <a:r>
              <a:rPr kumimoji="0" lang="en-US" altLang="ko-KR" sz="1200" b="0" i="0" u="none" strike="noStrike" kern="0" cap="none" spc="0" normalizeH="0" baseline="0" noProof="0">
                <a:ln>
                  <a:solidFill>
                    <a:srgbClr val="004BB7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+mn-cs"/>
              </a:rPr>
              <a:t>+ </a:t>
            </a:r>
            <a:r>
              <a:rPr kumimoji="0" lang="ko-KR" altLang="en-US" sz="1200" b="0" i="0" u="none" strike="noStrike" kern="0" cap="none" spc="0" normalizeH="0" baseline="0" noProof="0">
                <a:ln>
                  <a:solidFill>
                    <a:srgbClr val="004BB7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+mn-cs"/>
              </a:rPr>
              <a:t>부스 인입 요청</a:t>
            </a:r>
            <a:r>
              <a:rPr kumimoji="0" lang="en-US" altLang="ko-KR" sz="1200" b="0" i="0" u="none" strike="noStrike" kern="0" cap="none" spc="0" normalizeH="0" baseline="0" noProof="0">
                <a:ln>
                  <a:solidFill>
                    <a:srgbClr val="004BB7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+mn-cs"/>
              </a:rPr>
              <a:t>)</a:t>
            </a:r>
          </a:p>
          <a:p>
            <a:pPr marL="171450" marR="0" lvl="0" indent="-171450" algn="l" defTabSz="121914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200" b="0" i="0" u="none" strike="noStrike" kern="0" cap="none" spc="0" normalizeH="0" baseline="0" noProof="0">
                <a:ln>
                  <a:solidFill>
                    <a:srgbClr val="004BB7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+mn-cs"/>
              </a:rPr>
              <a:t>나이스한 내용을 적어주는 부분</a:t>
            </a:r>
            <a:endParaRPr kumimoji="0" lang="en-US" altLang="ko-KR" sz="1200" b="0" i="0" u="none" strike="noStrike" kern="0" cap="none" spc="0" normalizeH="0" baseline="0" noProof="0">
              <a:ln>
                <a:solidFill>
                  <a:srgbClr val="004BB7">
                    <a:alpha val="0"/>
                  </a:srgbClr>
                </a:solidFill>
              </a:ln>
              <a:solidFill>
                <a:srgbClr val="E7E6E6">
                  <a:lumMod val="25000"/>
                </a:srgbClr>
              </a:solidFill>
              <a:effectLst/>
              <a:uLnTx/>
              <a:uFillTx/>
              <a:latin typeface="페이퍼로지 5 Medium" pitchFamily="2" charset="-127"/>
              <a:ea typeface="페이퍼로지 5 Medium" pitchFamily="2" charset="-127"/>
              <a:cs typeface="+mn-cs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9A855AC-0454-61D0-C07A-5A232C4C1413}"/>
              </a:ext>
            </a:extLst>
          </p:cNvPr>
          <p:cNvSpPr/>
          <p:nvPr/>
        </p:nvSpPr>
        <p:spPr>
          <a:xfrm>
            <a:off x="628649" y="4658548"/>
            <a:ext cx="1089026" cy="965483"/>
          </a:xfrm>
          <a:prstGeom prst="rect">
            <a:avLst/>
          </a:prstGeom>
          <a:solidFill>
            <a:srgbClr val="2F485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0" cap="none" spc="0" normalizeH="0" baseline="0" noProof="0">
                <a:ln>
                  <a:solidFill>
                    <a:srgbClr val="004BB7">
                      <a:alpha val="0"/>
                    </a:srgbClr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페이퍼로지 7 Bold" pitchFamily="2" charset="-127"/>
                <a:ea typeface="페이퍼로지 7 Bold" pitchFamily="2" charset="-127"/>
                <a:cs typeface="+mn-cs"/>
              </a:rPr>
              <a:t>나이스</a:t>
            </a:r>
            <a:endParaRPr kumimoji="0" lang="en-US" altLang="ko-KR" sz="1200" b="0" i="0" u="none" strike="noStrike" kern="0" cap="none" spc="0" normalizeH="0" baseline="0" noProof="0">
              <a:ln>
                <a:solidFill>
                  <a:srgbClr val="004BB7">
                    <a:alpha val="0"/>
                  </a:srgbClr>
                </a:solidFill>
              </a:ln>
              <a:solidFill>
                <a:srgbClr val="FFFFFF"/>
              </a:solidFill>
              <a:effectLst/>
              <a:uLnTx/>
              <a:uFillTx/>
              <a:latin typeface="페이퍼로지 7 Bold" pitchFamily="2" charset="-127"/>
              <a:ea typeface="페이퍼로지 7 Bold" pitchFamily="2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0" cap="none" spc="0" normalizeH="0" baseline="0" noProof="0">
                <a:ln>
                  <a:solidFill>
                    <a:srgbClr val="004BB7">
                      <a:alpha val="0"/>
                    </a:srgbClr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페이퍼로지 7 Bold" pitchFamily="2" charset="-127"/>
                <a:ea typeface="페이퍼로지 7 Bold" pitchFamily="2" charset="-127"/>
                <a:cs typeface="+mn-cs"/>
              </a:rPr>
              <a:t>소제목</a:t>
            </a:r>
            <a:endParaRPr kumimoji="0" lang="en-US" altLang="ko-KR" sz="1200" b="0" i="0" u="none" strike="noStrike" kern="0" cap="none" spc="0" normalizeH="0" baseline="0" noProof="0">
              <a:ln>
                <a:solidFill>
                  <a:srgbClr val="004BB7">
                    <a:alpha val="0"/>
                  </a:srgbClr>
                </a:solidFill>
              </a:ln>
              <a:solidFill>
                <a:srgbClr val="FFFFFF"/>
              </a:solidFill>
              <a:effectLst/>
              <a:uLnTx/>
              <a:uFillTx/>
              <a:latin typeface="페이퍼로지 7 Bold" pitchFamily="2" charset="-127"/>
              <a:ea typeface="페이퍼로지 7 Bold" pitchFamily="2" charset="-127"/>
              <a:cs typeface="+mn-cs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2F678D8C-6829-03DC-2AFA-C952C768678B}"/>
              </a:ext>
            </a:extLst>
          </p:cNvPr>
          <p:cNvSpPr/>
          <p:nvPr/>
        </p:nvSpPr>
        <p:spPr>
          <a:xfrm>
            <a:off x="1811106" y="4655758"/>
            <a:ext cx="3859444" cy="96548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marR="0" lvl="0" indent="-171450" algn="l" defTabSz="121914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200" b="0" i="0" u="none" strike="noStrike" kern="0" cap="none" spc="0" normalizeH="0" baseline="0" noProof="0">
                <a:ln>
                  <a:solidFill>
                    <a:srgbClr val="004BB7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+mn-cs"/>
              </a:rPr>
              <a:t>스탑핑 아이템</a:t>
            </a:r>
            <a:r>
              <a:rPr kumimoji="0" lang="en-US" altLang="ko-KR" sz="1200" b="0" i="0" u="none" strike="noStrike" kern="0" cap="none" spc="0" normalizeH="0" baseline="0" noProof="0">
                <a:ln>
                  <a:solidFill>
                    <a:srgbClr val="004BB7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+mn-cs"/>
              </a:rPr>
              <a:t>(</a:t>
            </a:r>
            <a:r>
              <a:rPr kumimoji="0" lang="ko-KR" altLang="en-US" sz="1200" b="0" i="0" u="none" strike="noStrike" kern="0" cap="none" spc="0" normalizeH="0" baseline="0" noProof="0">
                <a:ln>
                  <a:solidFill>
                    <a:srgbClr val="004BB7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+mn-cs"/>
              </a:rPr>
              <a:t>리워드로서의 기능</a:t>
            </a:r>
            <a:r>
              <a:rPr kumimoji="0" lang="en-US" altLang="ko-KR" sz="1200" b="0" i="0" u="none" strike="noStrike" kern="0" cap="none" spc="0" normalizeH="0" baseline="0" noProof="0">
                <a:ln>
                  <a:solidFill>
                    <a:srgbClr val="004BB7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+mn-cs"/>
              </a:rPr>
              <a:t>)</a:t>
            </a:r>
          </a:p>
          <a:p>
            <a:pPr marL="171450" marR="0" lvl="0" indent="-171450" algn="l" defTabSz="121914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200" b="0" i="0" u="none" strike="noStrike" kern="0" cap="none" spc="0" normalizeH="0" baseline="0" noProof="0">
                <a:ln>
                  <a:solidFill>
                    <a:srgbClr val="004BB7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+mn-cs"/>
              </a:rPr>
              <a:t>부스로의 스토리 연결</a:t>
            </a:r>
            <a:r>
              <a:rPr kumimoji="0" lang="en-US" altLang="ko-KR" sz="1200" b="0" i="0" u="none" strike="noStrike" kern="0" cap="none" spc="0" normalizeH="0" baseline="0" noProof="0">
                <a:ln>
                  <a:solidFill>
                    <a:srgbClr val="004BB7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+mn-cs"/>
              </a:rPr>
              <a:t>(</a:t>
            </a:r>
            <a:r>
              <a:rPr kumimoji="0" lang="ko-KR" altLang="en-US" sz="1200" b="0" i="0" u="none" strike="noStrike" kern="0" cap="none" spc="0" normalizeH="0" baseline="0" noProof="0">
                <a:ln>
                  <a:solidFill>
                    <a:srgbClr val="004BB7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+mn-cs"/>
              </a:rPr>
              <a:t>카드별 메시지 </a:t>
            </a:r>
            <a:r>
              <a:rPr kumimoji="0" lang="en-US" altLang="ko-KR" sz="1200" b="0" i="0" u="none" strike="noStrike" kern="0" cap="none" spc="0" normalizeH="0" baseline="0" noProof="0">
                <a:ln>
                  <a:solidFill>
                    <a:srgbClr val="004BB7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+mn-cs"/>
              </a:rPr>
              <a:t>+ </a:t>
            </a:r>
            <a:r>
              <a:rPr kumimoji="0" lang="ko-KR" altLang="en-US" sz="1200" b="0" i="0" u="none" strike="noStrike" kern="0" cap="none" spc="0" normalizeH="0" baseline="0" noProof="0">
                <a:ln>
                  <a:solidFill>
                    <a:srgbClr val="004BB7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+mn-cs"/>
              </a:rPr>
              <a:t>부스 인입 요청</a:t>
            </a:r>
            <a:r>
              <a:rPr kumimoji="0" lang="en-US" altLang="ko-KR" sz="1200" b="0" i="0" u="none" strike="noStrike" kern="0" cap="none" spc="0" normalizeH="0" baseline="0" noProof="0">
                <a:ln>
                  <a:solidFill>
                    <a:srgbClr val="004BB7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+mn-cs"/>
              </a:rPr>
              <a:t>)</a:t>
            </a:r>
          </a:p>
          <a:p>
            <a:pPr marL="171450" marR="0" lvl="0" indent="-171450" algn="l" defTabSz="121914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200" b="0" i="0" u="none" strike="noStrike" kern="0" cap="none" spc="0" normalizeH="0" baseline="0" noProof="0">
                <a:ln>
                  <a:solidFill>
                    <a:srgbClr val="004BB7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+mn-cs"/>
              </a:rPr>
              <a:t>나이스한 내용을 적어주는 부분</a:t>
            </a:r>
            <a:endParaRPr kumimoji="0" lang="en-US" altLang="ko-KR" sz="1200" b="0" i="0" u="none" strike="noStrike" kern="0" cap="none" spc="0" normalizeH="0" baseline="0" noProof="0">
              <a:ln>
                <a:solidFill>
                  <a:srgbClr val="004BB7">
                    <a:alpha val="0"/>
                  </a:srgbClr>
                </a:solidFill>
              </a:ln>
              <a:solidFill>
                <a:srgbClr val="E7E6E6">
                  <a:lumMod val="25000"/>
                </a:srgbClr>
              </a:solidFill>
              <a:effectLst/>
              <a:uLnTx/>
              <a:uFillTx/>
              <a:latin typeface="페이퍼로지 5 Medium" pitchFamily="2" charset="-127"/>
              <a:ea typeface="페이퍼로지 5 Medium" pitchFamily="2" charset="-127"/>
              <a:cs typeface="+mn-cs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DC1C9E3A-F398-ADBA-D1ED-D37CBC58F431}"/>
              </a:ext>
            </a:extLst>
          </p:cNvPr>
          <p:cNvSpPr/>
          <p:nvPr/>
        </p:nvSpPr>
        <p:spPr>
          <a:xfrm>
            <a:off x="6096000" y="1477198"/>
            <a:ext cx="1089026" cy="965483"/>
          </a:xfrm>
          <a:prstGeom prst="rect">
            <a:avLst/>
          </a:prstGeom>
          <a:solidFill>
            <a:srgbClr val="FA65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200" b="0" i="0" u="none" strike="noStrike" kern="0" cap="none" spc="0" normalizeH="0" baseline="0" noProof="0">
              <a:ln>
                <a:solidFill>
                  <a:srgbClr val="004BB7">
                    <a:alpha val="0"/>
                  </a:srgbClr>
                </a:solidFill>
              </a:ln>
              <a:solidFill>
                <a:srgbClr val="FFFFFF"/>
              </a:solidFill>
              <a:effectLst/>
              <a:uLnTx/>
              <a:uFillTx/>
              <a:latin typeface="페이퍼로지 7 Bold" pitchFamily="2" charset="-127"/>
              <a:ea typeface="페이퍼로지 7 Bold" pitchFamily="2" charset="-127"/>
              <a:cs typeface="+mn-cs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16BE3035-3A8F-E80B-7385-32EC6D04DA5D}"/>
              </a:ext>
            </a:extLst>
          </p:cNvPr>
          <p:cNvSpPr/>
          <p:nvPr/>
        </p:nvSpPr>
        <p:spPr>
          <a:xfrm>
            <a:off x="7278457" y="1474408"/>
            <a:ext cx="3859444" cy="96548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marR="0" lvl="0" indent="-171450" algn="l" defTabSz="121914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ko-KR" sz="1200" b="0" i="0" u="none" strike="noStrike" kern="0" cap="none" spc="0" normalizeH="0" baseline="0" noProof="0">
              <a:ln>
                <a:solidFill>
                  <a:srgbClr val="004BB7">
                    <a:alpha val="0"/>
                  </a:srgbClr>
                </a:solidFill>
              </a:ln>
              <a:solidFill>
                <a:srgbClr val="E7E6E6">
                  <a:lumMod val="25000"/>
                </a:srgbClr>
              </a:solidFill>
              <a:effectLst/>
              <a:uLnTx/>
              <a:uFillTx/>
              <a:latin typeface="페이퍼로지 5 Medium" pitchFamily="2" charset="-127"/>
              <a:ea typeface="페이퍼로지 5 Medium" pitchFamily="2" charset="-127"/>
              <a:cs typeface="+mn-cs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550F7D1-578C-6C17-82B4-DEF9B8F48B98}"/>
              </a:ext>
            </a:extLst>
          </p:cNvPr>
          <p:cNvSpPr txBox="1"/>
          <p:nvPr/>
        </p:nvSpPr>
        <p:spPr>
          <a:xfrm>
            <a:off x="7403259" y="1532452"/>
            <a:ext cx="2360085" cy="276999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50" b="0" i="0" u="none" strike="noStrike" kern="0" cap="none" spc="0" normalizeH="0" baseline="0" noProof="0">
                <a:ln>
                  <a:solidFill>
                    <a:srgbClr val="004BB7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페이퍼로지 7 Bold" pitchFamily="2" charset="-127"/>
                <a:ea typeface="페이퍼로지 7 Bold" pitchFamily="2" charset="-127"/>
                <a:cs typeface="+mn-cs"/>
              </a:rPr>
              <a:t>01. </a:t>
            </a:r>
            <a:r>
              <a:rPr kumimoji="0" lang="ko-KR" altLang="en-US" sz="1150" b="0" i="0" u="none" strike="noStrike" kern="0" cap="none" spc="0" normalizeH="0" baseline="0" noProof="0">
                <a:ln>
                  <a:solidFill>
                    <a:srgbClr val="004BB7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페이퍼로지 7 Bold" pitchFamily="2" charset="-127"/>
                <a:ea typeface="페이퍼로지 7 Bold" pitchFamily="2" charset="-127"/>
                <a:cs typeface="+mn-cs"/>
              </a:rPr>
              <a:t>나이스한 소제목</a:t>
            </a:r>
            <a:endParaRPr kumimoji="0" lang="en-US" altLang="ko-KR" sz="1150" b="0" i="0" u="none" strike="noStrike" kern="0" cap="none" spc="0" normalizeH="0" baseline="0" noProof="0">
              <a:ln>
                <a:solidFill>
                  <a:srgbClr val="004BB7">
                    <a:alpha val="0"/>
                  </a:srgbClr>
                </a:solidFill>
              </a:ln>
              <a:solidFill>
                <a:prstClr val="black"/>
              </a:solidFill>
              <a:effectLst/>
              <a:uLnTx/>
              <a:uFillTx/>
              <a:latin typeface="페이퍼로지 7 Bold" pitchFamily="2" charset="-127"/>
              <a:ea typeface="페이퍼로지 7 Bold" pitchFamily="2" charset="-127"/>
              <a:cs typeface="+mn-cs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C987548-2F83-8D8F-B044-027BAF393D53}"/>
              </a:ext>
            </a:extLst>
          </p:cNvPr>
          <p:cNvSpPr txBox="1"/>
          <p:nvPr/>
        </p:nvSpPr>
        <p:spPr>
          <a:xfrm>
            <a:off x="7409609" y="1755415"/>
            <a:ext cx="3534084" cy="611001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marL="171450" marR="0" lvl="0" indent="-171450" algn="l" defTabSz="121914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0" normalizeH="0" baseline="0" noProof="0">
                <a:ln>
                  <a:solidFill>
                    <a:srgbClr val="004BB7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+mn-cs"/>
              </a:rPr>
              <a:t>스탑핑 아이템</a:t>
            </a:r>
            <a:r>
              <a:rPr kumimoji="0" lang="en-US" altLang="ko-KR" sz="900" b="0" i="0" u="none" strike="noStrike" kern="0" cap="none" spc="0" normalizeH="0" baseline="0" noProof="0">
                <a:ln>
                  <a:solidFill>
                    <a:srgbClr val="004BB7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+mn-cs"/>
              </a:rPr>
              <a:t>(</a:t>
            </a:r>
            <a:r>
              <a:rPr kumimoji="0" lang="ko-KR" altLang="en-US" sz="900" b="0" i="0" u="none" strike="noStrike" kern="0" cap="none" spc="0" normalizeH="0" baseline="0" noProof="0">
                <a:ln>
                  <a:solidFill>
                    <a:srgbClr val="004BB7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+mn-cs"/>
              </a:rPr>
              <a:t>리워드로서의 기능</a:t>
            </a:r>
            <a:r>
              <a:rPr kumimoji="0" lang="en-US" altLang="ko-KR" sz="900" b="0" i="0" u="none" strike="noStrike" kern="0" cap="none" spc="0" normalizeH="0" baseline="0" noProof="0">
                <a:ln>
                  <a:solidFill>
                    <a:srgbClr val="004BB7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+mn-cs"/>
              </a:rPr>
              <a:t>)</a:t>
            </a:r>
          </a:p>
          <a:p>
            <a:pPr marL="171450" marR="0" lvl="0" indent="-171450" algn="l" defTabSz="121914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0" normalizeH="0" baseline="0" noProof="0">
                <a:ln>
                  <a:solidFill>
                    <a:srgbClr val="004BB7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+mn-cs"/>
              </a:rPr>
              <a:t>부스로의 스토리 연결</a:t>
            </a:r>
            <a:r>
              <a:rPr kumimoji="0" lang="en-US" altLang="ko-KR" sz="900" b="0" i="0" u="none" strike="noStrike" kern="0" cap="none" spc="0" normalizeH="0" baseline="0" noProof="0">
                <a:ln>
                  <a:solidFill>
                    <a:srgbClr val="004BB7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+mn-cs"/>
              </a:rPr>
              <a:t>(</a:t>
            </a:r>
            <a:r>
              <a:rPr kumimoji="0" lang="ko-KR" altLang="en-US" sz="900" b="0" i="0" u="none" strike="noStrike" kern="0" cap="none" spc="0" normalizeH="0" baseline="0" noProof="0">
                <a:ln>
                  <a:solidFill>
                    <a:srgbClr val="004BB7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+mn-cs"/>
              </a:rPr>
              <a:t>카드별 메시지 </a:t>
            </a:r>
            <a:r>
              <a:rPr kumimoji="0" lang="en-US" altLang="ko-KR" sz="900" b="0" i="0" u="none" strike="noStrike" kern="0" cap="none" spc="0" normalizeH="0" baseline="0" noProof="0">
                <a:ln>
                  <a:solidFill>
                    <a:srgbClr val="004BB7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+mn-cs"/>
              </a:rPr>
              <a:t>+ </a:t>
            </a:r>
            <a:r>
              <a:rPr kumimoji="0" lang="ko-KR" altLang="en-US" sz="900" b="0" i="0" u="none" strike="noStrike" kern="0" cap="none" spc="0" normalizeH="0" baseline="0" noProof="0">
                <a:ln>
                  <a:solidFill>
                    <a:srgbClr val="004BB7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+mn-cs"/>
              </a:rPr>
              <a:t>부스 인입 요청</a:t>
            </a:r>
            <a:r>
              <a:rPr kumimoji="0" lang="en-US" altLang="ko-KR" sz="900" b="0" i="0" u="none" strike="noStrike" kern="0" cap="none" spc="0" normalizeH="0" baseline="0" noProof="0">
                <a:ln>
                  <a:solidFill>
                    <a:srgbClr val="004BB7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+mn-cs"/>
              </a:rPr>
              <a:t>)</a:t>
            </a:r>
          </a:p>
          <a:p>
            <a:pPr marL="171450" marR="0" lvl="0" indent="-171450" algn="l" defTabSz="121914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0" normalizeH="0" baseline="0" noProof="0">
                <a:ln>
                  <a:solidFill>
                    <a:srgbClr val="004BB7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+mn-cs"/>
              </a:rPr>
              <a:t>나이스한 내용을 적어주는 부분</a:t>
            </a:r>
            <a:endParaRPr kumimoji="0" lang="en-US" altLang="ko-KR" sz="900" b="0" i="0" u="none" strike="noStrike" kern="0" cap="none" spc="0" normalizeH="0" baseline="0" noProof="0">
              <a:ln>
                <a:solidFill>
                  <a:srgbClr val="004BB7">
                    <a:alpha val="0"/>
                  </a:srgbClr>
                </a:solidFill>
              </a:ln>
              <a:solidFill>
                <a:srgbClr val="E7E6E6">
                  <a:lumMod val="25000"/>
                </a:srgbClr>
              </a:solidFill>
              <a:effectLst/>
              <a:uLnTx/>
              <a:uFillTx/>
              <a:latin typeface="페이퍼로지 5 Medium" pitchFamily="2" charset="-127"/>
              <a:ea typeface="페이퍼로지 5 Medium" pitchFamily="2" charset="-127"/>
              <a:cs typeface="+mn-cs"/>
            </a:endParaRPr>
          </a:p>
        </p:txBody>
      </p:sp>
      <p:pic>
        <p:nvPicPr>
          <p:cNvPr id="32" name="그림 31">
            <a:extLst>
              <a:ext uri="{FF2B5EF4-FFF2-40B4-BE49-F238E27FC236}">
                <a16:creationId xmlns:a16="http://schemas.microsoft.com/office/drawing/2014/main" id="{1E2E4C8B-A030-D370-336C-56AEBADE32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0476" y="1659902"/>
            <a:ext cx="600075" cy="600074"/>
          </a:xfrm>
          <a:prstGeom prst="rect">
            <a:avLst/>
          </a:prstGeom>
        </p:spPr>
      </p:pic>
      <p:sp>
        <p:nvSpPr>
          <p:cNvPr id="33" name="직사각형 32">
            <a:extLst>
              <a:ext uri="{FF2B5EF4-FFF2-40B4-BE49-F238E27FC236}">
                <a16:creationId xmlns:a16="http://schemas.microsoft.com/office/drawing/2014/main" id="{D27C8690-2A67-FF56-ACEC-7954ECE27379}"/>
              </a:ext>
            </a:extLst>
          </p:cNvPr>
          <p:cNvSpPr/>
          <p:nvPr/>
        </p:nvSpPr>
        <p:spPr>
          <a:xfrm>
            <a:off x="6096000" y="2555553"/>
            <a:ext cx="5048251" cy="96548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marR="0" lvl="0" indent="-171450" algn="l" defTabSz="121914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ko-KR" sz="1200" b="0" i="0" u="none" strike="noStrike" kern="0" cap="none" spc="0" normalizeH="0" baseline="0" noProof="0">
              <a:ln>
                <a:solidFill>
                  <a:srgbClr val="004BB7">
                    <a:alpha val="0"/>
                  </a:srgbClr>
                </a:solidFill>
              </a:ln>
              <a:solidFill>
                <a:srgbClr val="E7E6E6">
                  <a:lumMod val="25000"/>
                </a:srgbClr>
              </a:solidFill>
              <a:effectLst/>
              <a:uLnTx/>
              <a:uFillTx/>
              <a:latin typeface="페이퍼로지 5 Medium" pitchFamily="2" charset="-127"/>
              <a:ea typeface="페이퍼로지 5 Medium" pitchFamily="2" charset="-127"/>
              <a:cs typeface="+mn-cs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CCC52A1-A706-0ACB-224A-77AA577E6B47}"/>
              </a:ext>
            </a:extLst>
          </p:cNvPr>
          <p:cNvSpPr txBox="1"/>
          <p:nvPr/>
        </p:nvSpPr>
        <p:spPr>
          <a:xfrm>
            <a:off x="6295512" y="2613597"/>
            <a:ext cx="2360085" cy="276999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50" b="0" i="0" u="none" strike="noStrike" kern="0" cap="none" spc="0" normalizeH="0" baseline="0" noProof="0">
                <a:ln>
                  <a:solidFill>
                    <a:srgbClr val="004BB7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페이퍼로지 7 Bold" pitchFamily="2" charset="-127"/>
                <a:ea typeface="페이퍼로지 7 Bold" pitchFamily="2" charset="-127"/>
                <a:cs typeface="+mn-cs"/>
              </a:rPr>
              <a:t>01. </a:t>
            </a:r>
            <a:r>
              <a:rPr kumimoji="0" lang="ko-KR" altLang="en-US" sz="1150" b="0" i="0" u="none" strike="noStrike" kern="0" cap="none" spc="0" normalizeH="0" baseline="0" noProof="0">
                <a:ln>
                  <a:solidFill>
                    <a:srgbClr val="004BB7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페이퍼로지 7 Bold" pitchFamily="2" charset="-127"/>
                <a:ea typeface="페이퍼로지 7 Bold" pitchFamily="2" charset="-127"/>
                <a:cs typeface="+mn-cs"/>
              </a:rPr>
              <a:t>나이스한 소제목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6788A09-FBF1-F73C-FCF5-F07B71473C14}"/>
              </a:ext>
            </a:extLst>
          </p:cNvPr>
          <p:cNvSpPr txBox="1"/>
          <p:nvPr/>
        </p:nvSpPr>
        <p:spPr>
          <a:xfrm>
            <a:off x="6301862" y="2836560"/>
            <a:ext cx="3534084" cy="611001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marL="171450" marR="0" lvl="0" indent="-171450" algn="l" defTabSz="121914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0" normalizeH="0" baseline="0" noProof="0">
                <a:ln>
                  <a:solidFill>
                    <a:srgbClr val="004BB7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+mn-cs"/>
              </a:rPr>
              <a:t>스탑핑 아이템</a:t>
            </a:r>
            <a:r>
              <a:rPr kumimoji="0" lang="en-US" altLang="ko-KR" sz="900" b="0" i="0" u="none" strike="noStrike" kern="0" cap="none" spc="0" normalizeH="0" baseline="0" noProof="0">
                <a:ln>
                  <a:solidFill>
                    <a:srgbClr val="004BB7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+mn-cs"/>
              </a:rPr>
              <a:t>(</a:t>
            </a:r>
            <a:r>
              <a:rPr kumimoji="0" lang="ko-KR" altLang="en-US" sz="900" b="0" i="0" u="none" strike="noStrike" kern="0" cap="none" spc="0" normalizeH="0" baseline="0" noProof="0">
                <a:ln>
                  <a:solidFill>
                    <a:srgbClr val="004BB7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+mn-cs"/>
              </a:rPr>
              <a:t>리워드로서의 기능</a:t>
            </a:r>
            <a:r>
              <a:rPr kumimoji="0" lang="en-US" altLang="ko-KR" sz="900" b="0" i="0" u="none" strike="noStrike" kern="0" cap="none" spc="0" normalizeH="0" baseline="0" noProof="0">
                <a:ln>
                  <a:solidFill>
                    <a:srgbClr val="004BB7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+mn-cs"/>
              </a:rPr>
              <a:t>)</a:t>
            </a:r>
          </a:p>
          <a:p>
            <a:pPr marL="171450" marR="0" lvl="0" indent="-171450" algn="l" defTabSz="121914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0" normalizeH="0" baseline="0" noProof="0">
                <a:ln>
                  <a:solidFill>
                    <a:srgbClr val="004BB7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+mn-cs"/>
              </a:rPr>
              <a:t>부스로의 스토리 연결</a:t>
            </a:r>
            <a:r>
              <a:rPr kumimoji="0" lang="en-US" altLang="ko-KR" sz="900" b="0" i="0" u="none" strike="noStrike" kern="0" cap="none" spc="0" normalizeH="0" baseline="0" noProof="0">
                <a:ln>
                  <a:solidFill>
                    <a:srgbClr val="004BB7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+mn-cs"/>
              </a:rPr>
              <a:t>(</a:t>
            </a:r>
            <a:r>
              <a:rPr kumimoji="0" lang="ko-KR" altLang="en-US" sz="900" b="0" i="0" u="none" strike="noStrike" kern="0" cap="none" spc="0" normalizeH="0" baseline="0" noProof="0">
                <a:ln>
                  <a:solidFill>
                    <a:srgbClr val="004BB7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+mn-cs"/>
              </a:rPr>
              <a:t>카드별 메시지 </a:t>
            </a:r>
            <a:r>
              <a:rPr kumimoji="0" lang="en-US" altLang="ko-KR" sz="900" b="0" i="0" u="none" strike="noStrike" kern="0" cap="none" spc="0" normalizeH="0" baseline="0" noProof="0">
                <a:ln>
                  <a:solidFill>
                    <a:srgbClr val="004BB7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+mn-cs"/>
              </a:rPr>
              <a:t>+ </a:t>
            </a:r>
            <a:r>
              <a:rPr kumimoji="0" lang="ko-KR" altLang="en-US" sz="900" b="0" i="0" u="none" strike="noStrike" kern="0" cap="none" spc="0" normalizeH="0" baseline="0" noProof="0">
                <a:ln>
                  <a:solidFill>
                    <a:srgbClr val="004BB7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+mn-cs"/>
              </a:rPr>
              <a:t>부스 인입 요청</a:t>
            </a:r>
            <a:r>
              <a:rPr kumimoji="0" lang="en-US" altLang="ko-KR" sz="900" b="0" i="0" u="none" strike="noStrike" kern="0" cap="none" spc="0" normalizeH="0" baseline="0" noProof="0">
                <a:ln>
                  <a:solidFill>
                    <a:srgbClr val="004BB7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+mn-cs"/>
              </a:rPr>
              <a:t>)</a:t>
            </a:r>
          </a:p>
          <a:p>
            <a:pPr marL="171450" marR="0" lvl="0" indent="-171450" algn="l" defTabSz="121914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0" normalizeH="0" baseline="0" noProof="0">
                <a:ln>
                  <a:solidFill>
                    <a:srgbClr val="004BB7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+mn-cs"/>
              </a:rPr>
              <a:t>나이스한 내용을 적어주는 부분</a:t>
            </a:r>
            <a:endParaRPr kumimoji="0" lang="en-US" altLang="ko-KR" sz="900" b="0" i="0" u="none" strike="noStrike" kern="0" cap="none" spc="0" normalizeH="0" baseline="0" noProof="0">
              <a:ln>
                <a:solidFill>
                  <a:srgbClr val="004BB7">
                    <a:alpha val="0"/>
                  </a:srgbClr>
                </a:solidFill>
              </a:ln>
              <a:solidFill>
                <a:srgbClr val="E7E6E6">
                  <a:lumMod val="25000"/>
                </a:srgbClr>
              </a:solidFill>
              <a:effectLst/>
              <a:uLnTx/>
              <a:uFillTx/>
              <a:latin typeface="페이퍼로지 5 Medium" pitchFamily="2" charset="-127"/>
              <a:ea typeface="페이퍼로지 5 Medium" pitchFamily="2" charset="-127"/>
              <a:cs typeface="+mn-cs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E16FAD2B-003E-40C0-2D56-30B7C6D15AB5}"/>
              </a:ext>
            </a:extLst>
          </p:cNvPr>
          <p:cNvSpPr/>
          <p:nvPr/>
        </p:nvSpPr>
        <p:spPr>
          <a:xfrm>
            <a:off x="6096000" y="3641765"/>
            <a:ext cx="5048251" cy="96548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marR="0" lvl="0" indent="-171450" algn="l" defTabSz="121914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ko-KR" sz="1200" b="0" i="0" u="none" strike="noStrike" kern="0" cap="none" spc="0" normalizeH="0" baseline="0" noProof="0">
              <a:ln>
                <a:solidFill>
                  <a:srgbClr val="004BB7">
                    <a:alpha val="0"/>
                  </a:srgbClr>
                </a:solidFill>
              </a:ln>
              <a:solidFill>
                <a:srgbClr val="E7E6E6">
                  <a:lumMod val="25000"/>
                </a:srgbClr>
              </a:solidFill>
              <a:effectLst/>
              <a:uLnTx/>
              <a:uFillTx/>
              <a:latin typeface="페이퍼로지 5 Medium" pitchFamily="2" charset="-127"/>
              <a:ea typeface="페이퍼로지 5 Medium" pitchFamily="2" charset="-127"/>
              <a:cs typeface="+mn-cs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2079965-65E3-F98C-21F9-E131BED39244}"/>
              </a:ext>
            </a:extLst>
          </p:cNvPr>
          <p:cNvSpPr txBox="1"/>
          <p:nvPr/>
        </p:nvSpPr>
        <p:spPr>
          <a:xfrm>
            <a:off x="6295512" y="3699809"/>
            <a:ext cx="2360085" cy="276999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50" b="0" i="0" u="none" strike="noStrike" kern="0" cap="none" spc="0" normalizeH="0" baseline="0" noProof="0">
                <a:ln>
                  <a:solidFill>
                    <a:srgbClr val="004BB7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페이퍼로지 7 Bold" pitchFamily="2" charset="-127"/>
                <a:ea typeface="페이퍼로지 7 Bold" pitchFamily="2" charset="-127"/>
                <a:cs typeface="+mn-cs"/>
              </a:rPr>
              <a:t>First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B928A95-F373-61E2-8392-DDF37782C406}"/>
              </a:ext>
            </a:extLst>
          </p:cNvPr>
          <p:cNvSpPr txBox="1"/>
          <p:nvPr/>
        </p:nvSpPr>
        <p:spPr>
          <a:xfrm>
            <a:off x="6301862" y="3922772"/>
            <a:ext cx="3534084" cy="611001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marL="171450" marR="0" lvl="0" indent="-171450" algn="l" defTabSz="121914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0" normalizeH="0" baseline="0" noProof="0">
                <a:ln>
                  <a:solidFill>
                    <a:srgbClr val="004BB7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+mn-cs"/>
              </a:rPr>
              <a:t>스탑핑 아이템</a:t>
            </a:r>
            <a:r>
              <a:rPr kumimoji="0" lang="en-US" altLang="ko-KR" sz="900" b="0" i="0" u="none" strike="noStrike" kern="0" cap="none" spc="0" normalizeH="0" baseline="0" noProof="0">
                <a:ln>
                  <a:solidFill>
                    <a:srgbClr val="004BB7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+mn-cs"/>
              </a:rPr>
              <a:t>(</a:t>
            </a:r>
            <a:r>
              <a:rPr kumimoji="0" lang="ko-KR" altLang="en-US" sz="900" b="0" i="0" u="none" strike="noStrike" kern="0" cap="none" spc="0" normalizeH="0" baseline="0" noProof="0">
                <a:ln>
                  <a:solidFill>
                    <a:srgbClr val="004BB7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+mn-cs"/>
              </a:rPr>
              <a:t>리워드로서의 기능</a:t>
            </a:r>
            <a:r>
              <a:rPr kumimoji="0" lang="en-US" altLang="ko-KR" sz="900" b="0" i="0" u="none" strike="noStrike" kern="0" cap="none" spc="0" normalizeH="0" baseline="0" noProof="0">
                <a:ln>
                  <a:solidFill>
                    <a:srgbClr val="004BB7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+mn-cs"/>
              </a:rPr>
              <a:t>)</a:t>
            </a:r>
          </a:p>
          <a:p>
            <a:pPr marL="171450" marR="0" lvl="0" indent="-171450" algn="l" defTabSz="121914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0" normalizeH="0" baseline="0" noProof="0">
                <a:ln>
                  <a:solidFill>
                    <a:srgbClr val="004BB7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+mn-cs"/>
              </a:rPr>
              <a:t>부스로의 스토리 연결</a:t>
            </a:r>
            <a:r>
              <a:rPr kumimoji="0" lang="en-US" altLang="ko-KR" sz="900" b="0" i="0" u="none" strike="noStrike" kern="0" cap="none" spc="0" normalizeH="0" baseline="0" noProof="0">
                <a:ln>
                  <a:solidFill>
                    <a:srgbClr val="004BB7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+mn-cs"/>
              </a:rPr>
              <a:t>(</a:t>
            </a:r>
            <a:r>
              <a:rPr kumimoji="0" lang="ko-KR" altLang="en-US" sz="900" b="0" i="0" u="none" strike="noStrike" kern="0" cap="none" spc="0" normalizeH="0" baseline="0" noProof="0">
                <a:ln>
                  <a:solidFill>
                    <a:srgbClr val="004BB7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+mn-cs"/>
              </a:rPr>
              <a:t>카드별 메시지 </a:t>
            </a:r>
            <a:r>
              <a:rPr kumimoji="0" lang="en-US" altLang="ko-KR" sz="900" b="0" i="0" u="none" strike="noStrike" kern="0" cap="none" spc="0" normalizeH="0" baseline="0" noProof="0">
                <a:ln>
                  <a:solidFill>
                    <a:srgbClr val="004BB7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+mn-cs"/>
              </a:rPr>
              <a:t>+ </a:t>
            </a:r>
            <a:r>
              <a:rPr kumimoji="0" lang="ko-KR" altLang="en-US" sz="900" b="0" i="0" u="none" strike="noStrike" kern="0" cap="none" spc="0" normalizeH="0" baseline="0" noProof="0">
                <a:ln>
                  <a:solidFill>
                    <a:srgbClr val="004BB7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+mn-cs"/>
              </a:rPr>
              <a:t>부스 인입 요청</a:t>
            </a:r>
            <a:r>
              <a:rPr kumimoji="0" lang="en-US" altLang="ko-KR" sz="900" b="0" i="0" u="none" strike="noStrike" kern="0" cap="none" spc="0" normalizeH="0" baseline="0" noProof="0">
                <a:ln>
                  <a:solidFill>
                    <a:srgbClr val="004BB7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+mn-cs"/>
              </a:rPr>
              <a:t>)</a:t>
            </a:r>
          </a:p>
          <a:p>
            <a:pPr marL="171450" marR="0" lvl="0" indent="-171450" algn="l" defTabSz="121914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0" normalizeH="0" baseline="0" noProof="0">
                <a:ln>
                  <a:solidFill>
                    <a:srgbClr val="004BB7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+mn-cs"/>
              </a:rPr>
              <a:t>나이스한 내용을 적어주는 부분</a:t>
            </a:r>
            <a:endParaRPr kumimoji="0" lang="en-US" altLang="ko-KR" sz="900" b="0" i="0" u="none" strike="noStrike" kern="0" cap="none" spc="0" normalizeH="0" baseline="0" noProof="0">
              <a:ln>
                <a:solidFill>
                  <a:srgbClr val="004BB7">
                    <a:alpha val="0"/>
                  </a:srgbClr>
                </a:solidFill>
              </a:ln>
              <a:solidFill>
                <a:srgbClr val="E7E6E6">
                  <a:lumMod val="25000"/>
                </a:srgbClr>
              </a:solidFill>
              <a:effectLst/>
              <a:uLnTx/>
              <a:uFillTx/>
              <a:latin typeface="페이퍼로지 5 Medium" pitchFamily="2" charset="-127"/>
              <a:ea typeface="페이퍼로지 5 Medium" pitchFamily="2" charset="-127"/>
              <a:cs typeface="+mn-cs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E986C17-59D8-FC2D-2CFF-4C6C41514B26}"/>
              </a:ext>
            </a:extLst>
          </p:cNvPr>
          <p:cNvSpPr/>
          <p:nvPr/>
        </p:nvSpPr>
        <p:spPr>
          <a:xfrm>
            <a:off x="10728236" y="529200"/>
            <a:ext cx="246184" cy="246184"/>
          </a:xfrm>
          <a:prstGeom prst="rect">
            <a:avLst/>
          </a:prstGeom>
          <a:solidFill>
            <a:srgbClr val="FA65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0" i="0" u="none" strike="noStrike" kern="1200" cap="none" spc="0" normalizeH="0" baseline="0" noProof="0">
              <a:ln>
                <a:solidFill>
                  <a:srgbClr val="E7E6E6">
                    <a:alpha val="0"/>
                  </a:srgbClr>
                </a:solidFill>
              </a:ln>
              <a:solidFill>
                <a:prstClr val="white"/>
              </a:solidFill>
              <a:effectLst/>
              <a:uLnTx/>
              <a:uFillTx/>
              <a:latin typeface="페이퍼로지 8 ExtraBold" pitchFamily="2" charset="-127"/>
              <a:ea typeface="페이퍼로지 8 ExtraBold" pitchFamily="2" charset="-127"/>
              <a:cs typeface="+mn-cs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2C824482-B0F0-989C-9932-F2C7DA175AD2}"/>
              </a:ext>
            </a:extLst>
          </p:cNvPr>
          <p:cNvSpPr/>
          <p:nvPr/>
        </p:nvSpPr>
        <p:spPr>
          <a:xfrm>
            <a:off x="10397921" y="529200"/>
            <a:ext cx="246184" cy="246184"/>
          </a:xfrm>
          <a:prstGeom prst="rect">
            <a:avLst/>
          </a:prstGeom>
          <a:solidFill>
            <a:srgbClr val="2F485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0" i="0" u="none" strike="noStrike" kern="1200" cap="none" spc="0" normalizeH="0" baseline="0" noProof="0">
              <a:ln>
                <a:solidFill>
                  <a:srgbClr val="E7E6E6">
                    <a:alpha val="0"/>
                  </a:srgbClr>
                </a:solidFill>
              </a:ln>
              <a:solidFill>
                <a:prstClr val="white"/>
              </a:solidFill>
              <a:effectLst/>
              <a:uLnTx/>
              <a:uFillTx/>
              <a:latin typeface="페이퍼로지 8 ExtraBold" pitchFamily="2" charset="-127"/>
              <a:ea typeface="페이퍼로지 8 ExtraBold" pitchFamily="2" charset="-127"/>
              <a:cs typeface="+mn-cs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EAAB30F-BB1D-35C8-5678-EB8663616216}"/>
              </a:ext>
            </a:extLst>
          </p:cNvPr>
          <p:cNvSpPr txBox="1"/>
          <p:nvPr/>
        </p:nvSpPr>
        <p:spPr>
          <a:xfrm>
            <a:off x="628650" y="274320"/>
            <a:ext cx="977191" cy="276999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>
            <a:defPPr>
              <a:defRPr lang="ko-KR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019D6D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019D6D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03. </a:t>
            </a:r>
            <a:r>
              <a:rPr kumimoji="0" lang="ko-KR" altLang="en-US" sz="1200" b="0" i="0" u="none" strike="noStrike" kern="1200" cap="none" spc="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019D6D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시각자료</a:t>
            </a:r>
          </a:p>
        </p:txBody>
      </p:sp>
    </p:spTree>
    <p:extLst>
      <p:ext uri="{BB962C8B-B14F-4D97-AF65-F5344CB8AC3E}">
        <p14:creationId xmlns:p14="http://schemas.microsoft.com/office/powerpoint/2010/main" val="616476801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>
        <p159:morph option="byChar"/>
      </p:transition>
    </mc:Choice>
    <mc:Fallback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BBD084E-C399-8905-1483-705180B583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4DA2DC19-0F45-A6B3-09C3-A5AC5DFDEB4C}"/>
              </a:ext>
            </a:extLst>
          </p:cNvPr>
          <p:cNvCxnSpPr>
            <a:cxnSpLocks/>
          </p:cNvCxnSpPr>
          <p:nvPr/>
        </p:nvCxnSpPr>
        <p:spPr>
          <a:xfrm>
            <a:off x="628650" y="914400"/>
            <a:ext cx="10934700" cy="0"/>
          </a:xfrm>
          <a:prstGeom prst="line">
            <a:avLst/>
          </a:prstGeom>
          <a:ln w="19050">
            <a:solidFill>
              <a:srgbClr val="E0833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그림 2" descr="클립아트, 만화 영화, 상징이(가) 표시된 사진&#10;&#10;자동 생성된 설명">
            <a:extLst>
              <a:ext uri="{FF2B5EF4-FFF2-40B4-BE49-F238E27FC236}">
                <a16:creationId xmlns:a16="http://schemas.microsoft.com/office/drawing/2014/main" id="{F06ECE8E-CB81-5D40-40D7-ADD36BF19548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09532" y="339853"/>
            <a:ext cx="453817" cy="45381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94579BF-9824-A903-C451-316447FF129C}"/>
              </a:ext>
            </a:extLst>
          </p:cNvPr>
          <p:cNvSpPr txBox="1"/>
          <p:nvPr/>
        </p:nvSpPr>
        <p:spPr>
          <a:xfrm>
            <a:off x="628650" y="274320"/>
            <a:ext cx="973985" cy="276999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019D6D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03. </a:t>
            </a:r>
            <a:r>
              <a:rPr kumimoji="0" lang="ko-KR" altLang="en-US" sz="1200" b="0" i="0" u="none" strike="noStrike" kern="1200" cap="none" spc="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019D6D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시각자료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4B2BA73-670A-F080-2E06-D20488936A94}"/>
              </a:ext>
            </a:extLst>
          </p:cNvPr>
          <p:cNvSpPr txBox="1"/>
          <p:nvPr/>
        </p:nvSpPr>
        <p:spPr>
          <a:xfrm>
            <a:off x="628648" y="513219"/>
            <a:ext cx="6902451" cy="369332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-5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사진 잔잔바리 기술 </a:t>
            </a:r>
            <a:r>
              <a:rPr kumimoji="0" lang="en-US" altLang="ko-KR" sz="1800" b="0" i="0" u="none" strike="noStrike" kern="1200" cap="none" spc="-5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FA6502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with </a:t>
            </a:r>
            <a:r>
              <a:rPr kumimoji="0" lang="ko-KR" altLang="en-US" sz="1800" b="0" i="0" u="none" strike="noStrike" kern="1200" cap="none" spc="-5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FA6502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그림레이아웃</a:t>
            </a:r>
            <a:endParaRPr kumimoji="0" lang="ko-KR" altLang="en-US" sz="1800" b="0" i="0" u="none" strike="noStrike" kern="1200" cap="none" spc="-50" normalizeH="0" baseline="0" noProof="0" dirty="0">
              <a:ln>
                <a:solidFill>
                  <a:srgbClr val="FF0000">
                    <a:alpha val="0"/>
                  </a:srgbClr>
                </a:solidFill>
              </a:ln>
              <a:solidFill>
                <a:srgbClr val="FA6502"/>
              </a:solidFill>
              <a:effectLst/>
              <a:uLnTx/>
              <a:uFillTx/>
              <a:latin typeface="G마켓 산스 TTF Bold" panose="02000000000000000000" pitchFamily="2" charset="-127"/>
              <a:ea typeface="G마켓 산스 TTF Bold" panose="02000000000000000000" pitchFamily="2" charset="-127"/>
              <a:cs typeface="+mn-cs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7418C6BE-DBA5-FEAA-EA1B-B3705C9614DE}"/>
              </a:ext>
            </a:extLst>
          </p:cNvPr>
          <p:cNvSpPr/>
          <p:nvPr/>
        </p:nvSpPr>
        <p:spPr>
          <a:xfrm>
            <a:off x="628649" y="1035130"/>
            <a:ext cx="10934702" cy="31854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※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사진 정렬과 편집을 동시에 하는 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치트키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(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그림서식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 -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그림 레이아웃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-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그룹화해제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2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번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-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텍스트 </a:t>
            </a:r>
            <a:r>
              <a:rPr kumimoji="0" lang="ko-KR" altLang="en-US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박스 삭제 </a:t>
            </a: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- </a:t>
            </a:r>
            <a:r>
              <a:rPr kumimoji="0" lang="ko-KR" altLang="en-US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그룹화 </a:t>
            </a: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&amp; </a:t>
            </a:r>
            <a:r>
              <a:rPr kumimoji="0" lang="ko-KR" altLang="en-US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사이즈 조정</a:t>
            </a: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 - </a:t>
            </a:r>
            <a:r>
              <a:rPr kumimoji="0" lang="ko-KR" altLang="en-US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그룹화해제 </a:t>
            </a: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- </a:t>
            </a:r>
            <a:r>
              <a:rPr kumimoji="0" lang="ko-KR" altLang="en-US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자르기 </a:t>
            </a: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- </a:t>
            </a:r>
            <a:r>
              <a:rPr kumimoji="0" lang="ko-KR" altLang="en-US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채우기</a:t>
            </a: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)</a:t>
            </a:r>
            <a:endParaRPr kumimoji="0" lang="ko-KR" altLang="en-US" sz="1200" b="0" i="0" u="none" strike="noStrike" kern="1200" cap="none" spc="0" normalizeH="0" baseline="0" noProof="0" dirty="0">
              <a:ln>
                <a:solidFill>
                  <a:srgbClr val="4472C4">
                    <a:alpha val="0"/>
                  </a:srgbClr>
                </a:solidFill>
              </a:ln>
              <a:solidFill>
                <a:srgbClr val="E7E6E6">
                  <a:lumMod val="10000"/>
                </a:srgbClr>
              </a:solidFill>
              <a:effectLst/>
              <a:uLnTx/>
              <a:uFillTx/>
              <a:latin typeface="G마켓 산스 TTF Bold" panose="02000000000000000000" pitchFamily="2" charset="-127"/>
              <a:ea typeface="G마켓 산스 TTF Bold" panose="02000000000000000000" pitchFamily="2" charset="-127"/>
              <a:cs typeface="+mn-cs"/>
            </a:endParaRPr>
          </a:p>
        </p:txBody>
      </p:sp>
      <p:pic>
        <p:nvPicPr>
          <p:cNvPr id="14" name="Picture 2" descr="labrador amarelo mordendo flor de tulipa amarela">
            <a:extLst>
              <a:ext uri="{FF2B5EF4-FFF2-40B4-BE49-F238E27FC236}">
                <a16:creationId xmlns:a16="http://schemas.microsoft.com/office/drawing/2014/main" id="{ED357475-FDFC-08DF-263F-6BDA2BB560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933" y="1657501"/>
            <a:ext cx="2210273" cy="35429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4" descr="cara de cachorro">
            <a:extLst>
              <a:ext uri="{FF2B5EF4-FFF2-40B4-BE49-F238E27FC236}">
                <a16:creationId xmlns:a16="http://schemas.microsoft.com/office/drawing/2014/main" id="{1D7B0D50-6EAF-4F45-74DD-200611F907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8840" y="2108091"/>
            <a:ext cx="5713708" cy="42852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6" descr="낮에 해변에서 달리는 개">
            <a:extLst>
              <a:ext uri="{FF2B5EF4-FFF2-40B4-BE49-F238E27FC236}">
                <a16:creationId xmlns:a16="http://schemas.microsoft.com/office/drawing/2014/main" id="{955A3BDD-1747-9162-BA01-62CBF41A53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48208" y="1527537"/>
            <a:ext cx="2289175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8" descr="갈색 프랑스 불독 강아지 노란 직물에 누워">
            <a:extLst>
              <a:ext uri="{FF2B5EF4-FFF2-40B4-BE49-F238E27FC236}">
                <a16:creationId xmlns:a16="http://schemas.microsoft.com/office/drawing/2014/main" id="{009B77AD-E7F3-9E15-76DB-7CD738C45A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2696" y="3242037"/>
            <a:ext cx="3429000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12" descr="낮에 흰색과 검은색 아메리칸 핏불 테리어">
            <a:extLst>
              <a:ext uri="{FF2B5EF4-FFF2-40B4-BE49-F238E27FC236}">
                <a16:creationId xmlns:a16="http://schemas.microsoft.com/office/drawing/2014/main" id="{128C70F0-1460-FEAF-0648-529AE49BFB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9153" y="1474408"/>
            <a:ext cx="3695804" cy="24651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10" descr="주황색 까마귀에 갈색 짧은 코팅 개">
            <a:extLst>
              <a:ext uri="{FF2B5EF4-FFF2-40B4-BE49-F238E27FC236}">
                <a16:creationId xmlns:a16="http://schemas.microsoft.com/office/drawing/2014/main" id="{70472CA7-0DA6-D760-A61C-538869061D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4129" y="3373970"/>
            <a:ext cx="3609474" cy="45118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15126209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>
        <p159:morph option="byChar"/>
      </p:transition>
    </mc:Choice>
    <mc:Fallback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FE547F-3F8B-0F23-8D9C-2DAA1B247C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ACAD285-FFAB-E2AE-6D36-6021048C7133}"/>
              </a:ext>
            </a:extLst>
          </p:cNvPr>
          <p:cNvSpPr txBox="1"/>
          <p:nvPr/>
        </p:nvSpPr>
        <p:spPr>
          <a:xfrm>
            <a:off x="628650" y="274320"/>
            <a:ext cx="1058944" cy="276999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>
            <a:defPPr>
              <a:defRPr lang="ko-KR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019D6D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019D6D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04. </a:t>
            </a:r>
            <a:r>
              <a:rPr kumimoji="0" lang="ko-KR" altLang="en-US" sz="1200" b="0" i="0" u="none" strike="noStrike" kern="1200" cap="none" spc="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019D6D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표</a:t>
            </a: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019D6D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/</a:t>
            </a:r>
            <a:r>
              <a:rPr kumimoji="0" lang="ko-KR" altLang="en-US" sz="1200" b="0" i="0" u="none" strike="noStrike" kern="1200" cap="none" spc="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019D6D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그래프</a:t>
            </a: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B2B94F61-5961-14D5-D8F6-86458329D7F3}"/>
              </a:ext>
            </a:extLst>
          </p:cNvPr>
          <p:cNvCxnSpPr>
            <a:cxnSpLocks/>
          </p:cNvCxnSpPr>
          <p:nvPr/>
        </p:nvCxnSpPr>
        <p:spPr>
          <a:xfrm>
            <a:off x="628650" y="914400"/>
            <a:ext cx="10934700" cy="0"/>
          </a:xfrm>
          <a:prstGeom prst="line">
            <a:avLst/>
          </a:prstGeom>
          <a:ln w="19050">
            <a:solidFill>
              <a:srgbClr val="E0833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30D18FE-CE67-8A43-258B-41D056A98A5E}"/>
              </a:ext>
            </a:extLst>
          </p:cNvPr>
          <p:cNvSpPr/>
          <p:nvPr/>
        </p:nvSpPr>
        <p:spPr>
          <a:xfrm>
            <a:off x="628649" y="1035130"/>
            <a:ext cx="10934702" cy="31854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※ 5</a:t>
            </a:r>
            <a:r>
              <a:rPr kumimoji="0" lang="ko-KR" altLang="en-US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분컷 공식 </a:t>
            </a: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2</a:t>
            </a:r>
            <a:r>
              <a:rPr kumimoji="0" lang="ko-KR" altLang="en-US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가지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2EFA6CF-1A9C-B4EE-B3CB-BFFE4A740855}"/>
              </a:ext>
            </a:extLst>
          </p:cNvPr>
          <p:cNvSpPr txBox="1"/>
          <p:nvPr/>
        </p:nvSpPr>
        <p:spPr>
          <a:xfrm>
            <a:off x="628649" y="513219"/>
            <a:ext cx="5724526" cy="369332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-5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표</a:t>
            </a:r>
            <a:r>
              <a:rPr kumimoji="0" lang="en-US" altLang="ko-KR" sz="1800" b="0" i="0" u="none" strike="noStrike" kern="1200" cap="none" spc="-5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,</a:t>
            </a:r>
            <a:r>
              <a:rPr kumimoji="0" lang="ko-KR" altLang="en-US" sz="1800" b="0" i="0" u="none" strike="noStrike" kern="1200" cap="none" spc="-5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 </a:t>
            </a:r>
            <a:r>
              <a:rPr kumimoji="0" lang="en-US" altLang="ko-KR" sz="1800" b="0" i="0" u="none" strike="noStrike" kern="1200" cap="none" spc="-5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FA6502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5</a:t>
            </a:r>
            <a:r>
              <a:rPr kumimoji="0" lang="ko-KR" altLang="en-US" sz="1800" b="0" i="0" u="none" strike="noStrike" kern="1200" cap="none" spc="-50" normalizeH="0" baseline="0" noProof="0" dirty="0" err="1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FA6502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분컷</a:t>
            </a:r>
            <a:r>
              <a:rPr kumimoji="0" lang="ko-KR" altLang="en-US" sz="1800" b="0" i="0" u="none" strike="noStrike" kern="1200" cap="none" spc="-50" normalizeH="0" baseline="0" noProof="0" dirty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FA6502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 공식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DCB7039-A0C8-562C-5ADE-E1C38C84A794}"/>
              </a:ext>
            </a:extLst>
          </p:cNvPr>
          <p:cNvSpPr txBox="1"/>
          <p:nvPr/>
        </p:nvSpPr>
        <p:spPr>
          <a:xfrm>
            <a:off x="1139339" y="1686579"/>
            <a:ext cx="41145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-15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[ </a:t>
            </a:r>
            <a:r>
              <a:rPr kumimoji="0" lang="ko-KR" altLang="en-US" sz="1400" b="0" i="0" u="none" strike="noStrike" kern="1200" cap="none" spc="-15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테두리 없는 표 </a:t>
            </a:r>
            <a:r>
              <a:rPr kumimoji="0" lang="en-US" altLang="ko-KR" sz="1400" b="0" i="0" u="none" strike="noStrike" kern="1200" cap="none" spc="-15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]</a:t>
            </a:r>
            <a:endParaRPr kumimoji="0" lang="ko-KR" altLang="en-US" sz="1400" b="0" i="0" u="none" strike="noStrike" kern="1200" cap="none" spc="-150" normalizeH="0" baseline="0" noProof="0">
              <a:ln>
                <a:solidFill>
                  <a:srgbClr val="4472C4">
                    <a:alpha val="0"/>
                  </a:srgbClr>
                </a:solidFill>
              </a:ln>
              <a:solidFill>
                <a:srgbClr val="03B293"/>
              </a:solidFill>
              <a:effectLst/>
              <a:uLnTx/>
              <a:uFillTx/>
              <a:latin typeface="G마켓 산스 TTF Bold" panose="02000000000000000000" pitchFamily="2" charset="-127"/>
              <a:ea typeface="G마켓 산스 TTF Bold" panose="02000000000000000000" pitchFamily="2" charset="-127"/>
              <a:cs typeface="+mn-cs"/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33DE1637-C535-98CD-4AC9-48B8ECBB07C0}"/>
              </a:ext>
            </a:extLst>
          </p:cNvPr>
          <p:cNvSpPr/>
          <p:nvPr/>
        </p:nvSpPr>
        <p:spPr>
          <a:xfrm>
            <a:off x="659141" y="2112648"/>
            <a:ext cx="5074909" cy="451836"/>
          </a:xfrm>
          <a:prstGeom prst="roundRect">
            <a:avLst>
              <a:gd name="adj" fmla="val 50000"/>
            </a:avLst>
          </a:prstGeom>
          <a:solidFill>
            <a:srgbClr val="4E4D4D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6360316-D5CB-89E1-2451-20A74DC28BB2}"/>
              </a:ext>
            </a:extLst>
          </p:cNvPr>
          <p:cNvSpPr txBox="1"/>
          <p:nvPr/>
        </p:nvSpPr>
        <p:spPr>
          <a:xfrm>
            <a:off x="1034810" y="2200067"/>
            <a:ext cx="45373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1200" cap="none" spc="0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4x5 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표 삽입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&amp; 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우측 상단 빈 공간에 표 전체 사이즈 조정</a:t>
            </a: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A66FE576-141B-4040-E139-93EFBA8B98AD}"/>
              </a:ext>
            </a:extLst>
          </p:cNvPr>
          <p:cNvSpPr/>
          <p:nvPr/>
        </p:nvSpPr>
        <p:spPr>
          <a:xfrm>
            <a:off x="718710" y="2177342"/>
            <a:ext cx="322450" cy="322448"/>
          </a:xfrm>
          <a:prstGeom prst="ellipse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1200" cap="none" spc="0" normalizeH="0" baseline="0" noProof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4E4D4D"/>
                </a:solidFill>
                <a:effectLst/>
                <a:uLnTx/>
                <a:uFillTx/>
                <a:latin typeface="Montserrat ExtraBold" pitchFamily="2" charset="0"/>
                <a:ea typeface="맑은 고딕" panose="020B0503020000020004" pitchFamily="50" charset="-127"/>
                <a:cs typeface="+mn-cs"/>
              </a:rPr>
              <a:t>1</a:t>
            </a:r>
            <a:endParaRPr kumimoji="0" lang="ko-KR" altLang="en-US" sz="1200" b="1" i="0" u="none" strike="noStrike" kern="1200" cap="none" spc="0" normalizeH="0" baseline="0" noProof="0">
              <a:ln>
                <a:solidFill>
                  <a:srgbClr val="4472C4">
                    <a:shade val="50000"/>
                    <a:alpha val="0"/>
                  </a:srgbClr>
                </a:solidFill>
              </a:ln>
              <a:solidFill>
                <a:srgbClr val="4E4D4D"/>
              </a:solidFill>
              <a:effectLst/>
              <a:uLnTx/>
              <a:uFillTx/>
              <a:latin typeface="Montserrat ExtraBold" pitchFamily="2" charset="0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A487E60C-C119-D2DD-0338-669B1E7DE4C4}"/>
              </a:ext>
            </a:extLst>
          </p:cNvPr>
          <p:cNvSpPr/>
          <p:nvPr/>
        </p:nvSpPr>
        <p:spPr>
          <a:xfrm>
            <a:off x="659141" y="2693219"/>
            <a:ext cx="5074909" cy="451836"/>
          </a:xfrm>
          <a:prstGeom prst="roundRect">
            <a:avLst>
              <a:gd name="adj" fmla="val 50000"/>
            </a:avLst>
          </a:prstGeom>
          <a:solidFill>
            <a:srgbClr val="4E4D4D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8E354D0-E12B-876D-F0DA-8EBEC2ABC4B6}"/>
              </a:ext>
            </a:extLst>
          </p:cNvPr>
          <p:cNvSpPr txBox="1"/>
          <p:nvPr/>
        </p:nvSpPr>
        <p:spPr>
          <a:xfrm>
            <a:off x="1034810" y="2780638"/>
            <a:ext cx="45373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1200" cap="none" spc="0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소제목에서 텍스트 일부 복사 후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, 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표 전체 붙여넣기</a:t>
            </a:r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37EFB90A-B354-207A-9BD2-A1D21E30C8F3}"/>
              </a:ext>
            </a:extLst>
          </p:cNvPr>
          <p:cNvSpPr/>
          <p:nvPr/>
        </p:nvSpPr>
        <p:spPr>
          <a:xfrm>
            <a:off x="718710" y="2757913"/>
            <a:ext cx="322450" cy="322448"/>
          </a:xfrm>
          <a:prstGeom prst="ellipse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1200" cap="none" spc="0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4E4D4D"/>
                </a:solidFill>
                <a:effectLst/>
                <a:uLnTx/>
                <a:uFillTx/>
                <a:latin typeface="Montserrat ExtraBold" pitchFamily="2" charset="0"/>
                <a:ea typeface="맑은 고딕" panose="020B0503020000020004" pitchFamily="50" charset="-127"/>
                <a:cs typeface="+mn-cs"/>
              </a:rPr>
              <a:t>2</a:t>
            </a:r>
            <a:endParaRPr kumimoji="0" lang="ko-KR" altLang="en-US" sz="1200" b="1" i="0" u="none" strike="noStrike" kern="1200" cap="none" spc="0" normalizeH="0" baseline="0" noProof="0" dirty="0">
              <a:ln>
                <a:solidFill>
                  <a:srgbClr val="4472C4">
                    <a:shade val="50000"/>
                    <a:alpha val="0"/>
                  </a:srgbClr>
                </a:solidFill>
              </a:ln>
              <a:solidFill>
                <a:srgbClr val="4E4D4D"/>
              </a:solidFill>
              <a:effectLst/>
              <a:uLnTx/>
              <a:uFillTx/>
              <a:latin typeface="Montserrat ExtraBold" pitchFamily="2" charset="0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ADBFA2E0-4F7D-F49A-46E1-43D6D643DA81}"/>
              </a:ext>
            </a:extLst>
          </p:cNvPr>
          <p:cNvSpPr/>
          <p:nvPr/>
        </p:nvSpPr>
        <p:spPr>
          <a:xfrm>
            <a:off x="659141" y="3273790"/>
            <a:ext cx="5074909" cy="451836"/>
          </a:xfrm>
          <a:prstGeom prst="roundRect">
            <a:avLst>
              <a:gd name="adj" fmla="val 50000"/>
            </a:avLst>
          </a:prstGeom>
          <a:solidFill>
            <a:srgbClr val="4E4D4D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BE5DD88-4FDC-BEDE-EA55-D17B340A1859}"/>
              </a:ext>
            </a:extLst>
          </p:cNvPr>
          <p:cNvSpPr txBox="1"/>
          <p:nvPr/>
        </p:nvSpPr>
        <p:spPr>
          <a:xfrm>
            <a:off x="1034810" y="3361209"/>
            <a:ext cx="45373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1200" cap="none" spc="0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표 전체 </a:t>
            </a:r>
            <a:r>
              <a:rPr kumimoji="0" lang="ko-KR" altLang="en-US" sz="1200" b="1" i="0" u="none" strike="noStrike" kern="1200" cap="none" spc="0" normalizeH="0" baseline="0" noProof="0" dirty="0" err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블록잡고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- 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레이아웃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- 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맞춤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- 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가로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/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세로 텍스트 센터</a:t>
            </a:r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687744EA-1A5E-07CC-0D62-8129D639E405}"/>
              </a:ext>
            </a:extLst>
          </p:cNvPr>
          <p:cNvSpPr/>
          <p:nvPr/>
        </p:nvSpPr>
        <p:spPr>
          <a:xfrm>
            <a:off x="718710" y="3338484"/>
            <a:ext cx="322450" cy="322448"/>
          </a:xfrm>
          <a:prstGeom prst="ellipse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1200" cap="none" spc="0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4E4D4D"/>
                </a:solidFill>
                <a:effectLst/>
                <a:uLnTx/>
                <a:uFillTx/>
                <a:latin typeface="Montserrat ExtraBold" pitchFamily="2" charset="0"/>
                <a:ea typeface="맑은 고딕" panose="020B0503020000020004" pitchFamily="50" charset="-127"/>
                <a:cs typeface="+mn-cs"/>
              </a:rPr>
              <a:t>3</a:t>
            </a:r>
            <a:endParaRPr kumimoji="0" lang="ko-KR" altLang="en-US" sz="1200" b="1" i="0" u="none" strike="noStrike" kern="1200" cap="none" spc="0" normalizeH="0" baseline="0" noProof="0" dirty="0">
              <a:ln>
                <a:solidFill>
                  <a:srgbClr val="4472C4">
                    <a:shade val="50000"/>
                    <a:alpha val="0"/>
                  </a:srgbClr>
                </a:solidFill>
              </a:ln>
              <a:solidFill>
                <a:srgbClr val="4E4D4D"/>
              </a:solidFill>
              <a:effectLst/>
              <a:uLnTx/>
              <a:uFillTx/>
              <a:latin typeface="Montserrat ExtraBold" pitchFamily="2" charset="0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F92B894B-F45C-22C8-B57F-BEFFD7947CFD}"/>
              </a:ext>
            </a:extLst>
          </p:cNvPr>
          <p:cNvSpPr/>
          <p:nvPr/>
        </p:nvSpPr>
        <p:spPr>
          <a:xfrm>
            <a:off x="659141" y="3854361"/>
            <a:ext cx="5074909" cy="451836"/>
          </a:xfrm>
          <a:prstGeom prst="roundRect">
            <a:avLst>
              <a:gd name="adj" fmla="val 50000"/>
            </a:avLst>
          </a:prstGeom>
          <a:solidFill>
            <a:srgbClr val="4E4D4D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F27F8CC-FC1E-4446-D6FB-2C3537667BFA}"/>
              </a:ext>
            </a:extLst>
          </p:cNvPr>
          <p:cNvSpPr txBox="1"/>
          <p:nvPr/>
        </p:nvSpPr>
        <p:spPr>
          <a:xfrm>
            <a:off x="1034810" y="3941780"/>
            <a:ext cx="45373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1200" cap="none" spc="0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1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행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: 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포인트색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&amp; 2,4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행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: 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흰색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&amp; 3,5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행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: 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회색으로 색 변경</a:t>
            </a: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43547E75-5312-8ED1-C54F-D7FB34AAC844}"/>
              </a:ext>
            </a:extLst>
          </p:cNvPr>
          <p:cNvSpPr/>
          <p:nvPr/>
        </p:nvSpPr>
        <p:spPr>
          <a:xfrm>
            <a:off x="718710" y="3919055"/>
            <a:ext cx="322450" cy="322448"/>
          </a:xfrm>
          <a:prstGeom prst="ellipse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1200" cap="none" spc="0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4E4D4D"/>
                </a:solidFill>
                <a:effectLst/>
                <a:uLnTx/>
                <a:uFillTx/>
                <a:latin typeface="Montserrat ExtraBold" pitchFamily="2" charset="0"/>
                <a:ea typeface="맑은 고딕" panose="020B0503020000020004" pitchFamily="50" charset="-127"/>
                <a:cs typeface="+mn-cs"/>
              </a:rPr>
              <a:t>4</a:t>
            </a:r>
            <a:endParaRPr kumimoji="0" lang="ko-KR" altLang="en-US" sz="1200" b="1" i="0" u="none" strike="noStrike" kern="1200" cap="none" spc="0" normalizeH="0" baseline="0" noProof="0" dirty="0">
              <a:ln>
                <a:solidFill>
                  <a:srgbClr val="4472C4">
                    <a:shade val="50000"/>
                    <a:alpha val="0"/>
                  </a:srgbClr>
                </a:solidFill>
              </a:ln>
              <a:solidFill>
                <a:srgbClr val="4E4D4D"/>
              </a:solidFill>
              <a:effectLst/>
              <a:uLnTx/>
              <a:uFillTx/>
              <a:latin typeface="Montserrat ExtraBold" pitchFamily="2" charset="0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EDE2740F-F085-6369-6058-7821260EC37A}"/>
              </a:ext>
            </a:extLst>
          </p:cNvPr>
          <p:cNvSpPr/>
          <p:nvPr/>
        </p:nvSpPr>
        <p:spPr>
          <a:xfrm>
            <a:off x="659141" y="4434932"/>
            <a:ext cx="5074909" cy="451836"/>
          </a:xfrm>
          <a:prstGeom prst="roundRect">
            <a:avLst>
              <a:gd name="adj" fmla="val 50000"/>
            </a:avLst>
          </a:prstGeom>
          <a:solidFill>
            <a:srgbClr val="4E4D4D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EC6EF9C-FBC2-3EB0-55A6-2F491CFD2811}"/>
              </a:ext>
            </a:extLst>
          </p:cNvPr>
          <p:cNvSpPr txBox="1"/>
          <p:nvPr/>
        </p:nvSpPr>
        <p:spPr>
          <a:xfrm>
            <a:off x="1034810" y="4522351"/>
            <a:ext cx="45373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1200" cap="none" spc="0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상단 제목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G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마켓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Bold 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흰색으로 글꼴 서식 변경</a:t>
            </a:r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035FCDC0-9EB4-7C37-90DD-1690F7A391C4}"/>
              </a:ext>
            </a:extLst>
          </p:cNvPr>
          <p:cNvSpPr/>
          <p:nvPr/>
        </p:nvSpPr>
        <p:spPr>
          <a:xfrm>
            <a:off x="718710" y="4499626"/>
            <a:ext cx="322450" cy="322448"/>
          </a:xfrm>
          <a:prstGeom prst="ellipse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1200" cap="none" spc="0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4E4D4D"/>
                </a:solidFill>
                <a:effectLst/>
                <a:uLnTx/>
                <a:uFillTx/>
                <a:latin typeface="Montserrat ExtraBold" pitchFamily="2" charset="0"/>
                <a:ea typeface="맑은 고딕" panose="020B0503020000020004" pitchFamily="50" charset="-127"/>
                <a:cs typeface="+mn-cs"/>
              </a:rPr>
              <a:t>5</a:t>
            </a:r>
            <a:endParaRPr kumimoji="0" lang="ko-KR" altLang="en-US" sz="1200" b="1" i="0" u="none" strike="noStrike" kern="1200" cap="none" spc="0" normalizeH="0" baseline="0" noProof="0" dirty="0">
              <a:ln>
                <a:solidFill>
                  <a:srgbClr val="4472C4">
                    <a:shade val="50000"/>
                    <a:alpha val="0"/>
                  </a:srgbClr>
                </a:solidFill>
              </a:ln>
              <a:solidFill>
                <a:srgbClr val="4E4D4D"/>
              </a:solidFill>
              <a:effectLst/>
              <a:uLnTx/>
              <a:uFillTx/>
              <a:latin typeface="Montserrat ExtraBold" pitchFamily="2" charset="0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8F573B1B-3929-6473-B3A0-F7F32B8C0400}"/>
              </a:ext>
            </a:extLst>
          </p:cNvPr>
          <p:cNvSpPr/>
          <p:nvPr/>
        </p:nvSpPr>
        <p:spPr>
          <a:xfrm>
            <a:off x="659141" y="5015503"/>
            <a:ext cx="5074909" cy="451836"/>
          </a:xfrm>
          <a:prstGeom prst="roundRect">
            <a:avLst>
              <a:gd name="adj" fmla="val 50000"/>
            </a:avLst>
          </a:prstGeom>
          <a:solidFill>
            <a:srgbClr val="4E4D4D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B6C7F11-1B81-557C-9D57-24428997F22B}"/>
              </a:ext>
            </a:extLst>
          </p:cNvPr>
          <p:cNvSpPr txBox="1"/>
          <p:nvPr/>
        </p:nvSpPr>
        <p:spPr>
          <a:xfrm>
            <a:off x="1034810" y="5102922"/>
            <a:ext cx="45373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1200" cap="none" spc="0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전체블록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- 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테이블 디자인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- 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테두리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- </a:t>
            </a:r>
            <a:r>
              <a:rPr kumimoji="0" lang="ko-KR" altLang="en-US" sz="1200" b="1" i="0" u="none" strike="noStrike" kern="1200" cap="none" spc="0" normalizeH="0" baseline="0" noProof="0" dirty="0" err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테두리없음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 클릭</a:t>
            </a:r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01E627D4-D963-14F5-64E0-CD37B42789BD}"/>
              </a:ext>
            </a:extLst>
          </p:cNvPr>
          <p:cNvSpPr/>
          <p:nvPr/>
        </p:nvSpPr>
        <p:spPr>
          <a:xfrm>
            <a:off x="718710" y="5080197"/>
            <a:ext cx="322450" cy="322448"/>
          </a:xfrm>
          <a:prstGeom prst="ellipse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1200" cap="none" spc="0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4E4D4D"/>
                </a:solidFill>
                <a:effectLst/>
                <a:uLnTx/>
                <a:uFillTx/>
                <a:latin typeface="Montserrat ExtraBold" pitchFamily="2" charset="0"/>
                <a:ea typeface="맑은 고딕" panose="020B0503020000020004" pitchFamily="50" charset="-127"/>
                <a:cs typeface="+mn-cs"/>
              </a:rPr>
              <a:t>6</a:t>
            </a:r>
            <a:endParaRPr kumimoji="0" lang="ko-KR" altLang="en-US" sz="1200" b="1" i="0" u="none" strike="noStrike" kern="1200" cap="none" spc="0" normalizeH="0" baseline="0" noProof="0" dirty="0">
              <a:ln>
                <a:solidFill>
                  <a:srgbClr val="4472C4">
                    <a:shade val="50000"/>
                    <a:alpha val="0"/>
                  </a:srgbClr>
                </a:solidFill>
              </a:ln>
              <a:solidFill>
                <a:srgbClr val="4E4D4D"/>
              </a:solidFill>
              <a:effectLst/>
              <a:uLnTx/>
              <a:uFillTx/>
              <a:latin typeface="Montserrat ExtraBold" pitchFamily="2" charset="0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F7A4B69C-7D65-83B5-1AAE-6E23E7C9D021}"/>
              </a:ext>
            </a:extLst>
          </p:cNvPr>
          <p:cNvSpPr/>
          <p:nvPr/>
        </p:nvSpPr>
        <p:spPr>
          <a:xfrm>
            <a:off x="659141" y="5596074"/>
            <a:ext cx="5074909" cy="451836"/>
          </a:xfrm>
          <a:prstGeom prst="roundRect">
            <a:avLst>
              <a:gd name="adj" fmla="val 50000"/>
            </a:avLst>
          </a:prstGeom>
          <a:solidFill>
            <a:srgbClr val="4E4D4D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7F1D7F9-86D1-C7D1-AF42-02D8F7CCB81F}"/>
              </a:ext>
            </a:extLst>
          </p:cNvPr>
          <p:cNvSpPr txBox="1"/>
          <p:nvPr/>
        </p:nvSpPr>
        <p:spPr>
          <a:xfrm>
            <a:off x="1034810" y="5683493"/>
            <a:ext cx="45373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1200" cap="none" spc="0" normalizeH="0" baseline="0" noProof="0" dirty="0" err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나이스하게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 텍스트만 입력하면 끝</a:t>
            </a:r>
          </a:p>
        </p:txBody>
      </p:sp>
      <p:sp>
        <p:nvSpPr>
          <p:cNvPr id="32" name="타원 31">
            <a:extLst>
              <a:ext uri="{FF2B5EF4-FFF2-40B4-BE49-F238E27FC236}">
                <a16:creationId xmlns:a16="http://schemas.microsoft.com/office/drawing/2014/main" id="{CF5DA50A-2FFD-095E-1691-3F093F29CD18}"/>
              </a:ext>
            </a:extLst>
          </p:cNvPr>
          <p:cNvSpPr/>
          <p:nvPr/>
        </p:nvSpPr>
        <p:spPr>
          <a:xfrm>
            <a:off x="718710" y="5660768"/>
            <a:ext cx="322450" cy="322448"/>
          </a:xfrm>
          <a:prstGeom prst="ellipse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1200" cap="none" spc="0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4E4D4D"/>
                </a:solidFill>
                <a:effectLst/>
                <a:uLnTx/>
                <a:uFillTx/>
                <a:latin typeface="Montserrat ExtraBold" pitchFamily="2" charset="0"/>
                <a:ea typeface="맑은 고딕" panose="020B0503020000020004" pitchFamily="50" charset="-127"/>
                <a:cs typeface="+mn-cs"/>
              </a:rPr>
              <a:t>7</a:t>
            </a:r>
            <a:endParaRPr kumimoji="0" lang="ko-KR" altLang="en-US" sz="1200" b="1" i="0" u="none" strike="noStrike" kern="1200" cap="none" spc="0" normalizeH="0" baseline="0" noProof="0" dirty="0">
              <a:ln>
                <a:solidFill>
                  <a:srgbClr val="4472C4">
                    <a:shade val="50000"/>
                    <a:alpha val="0"/>
                  </a:srgbClr>
                </a:solidFill>
              </a:ln>
              <a:solidFill>
                <a:srgbClr val="4E4D4D"/>
              </a:solidFill>
              <a:effectLst/>
              <a:uLnTx/>
              <a:uFillTx/>
              <a:latin typeface="Montserrat ExtraBold" pitchFamily="2" charset="0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56" name="그림 55">
            <a:extLst>
              <a:ext uri="{FF2B5EF4-FFF2-40B4-BE49-F238E27FC236}">
                <a16:creationId xmlns:a16="http://schemas.microsoft.com/office/drawing/2014/main" id="{BA51DB00-DBC5-67D1-8B98-D831B8DBE3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4"/>
              </a:ext>
            </a:extLst>
          </a:blip>
          <a:srcRect t="182" b="182"/>
          <a:stretch/>
        </p:blipFill>
        <p:spPr>
          <a:xfrm>
            <a:off x="6954786" y="4080279"/>
            <a:ext cx="3593045" cy="1727958"/>
          </a:xfrm>
          <a:prstGeom prst="rect">
            <a:avLst/>
          </a:prstGeom>
        </p:spPr>
      </p:pic>
      <p:pic>
        <p:nvPicPr>
          <p:cNvPr id="63" name="그림 62" descr="클립아트, 만화 영화, 상징이(가) 표시된 사진&#10;&#10;자동 생성된 설명">
            <a:extLst>
              <a:ext uri="{FF2B5EF4-FFF2-40B4-BE49-F238E27FC236}">
                <a16:creationId xmlns:a16="http://schemas.microsoft.com/office/drawing/2014/main" id="{7D23650F-7808-A62D-EEC6-748E919263EA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09532" y="339853"/>
            <a:ext cx="453817" cy="453817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0C2C60E3-3A00-58F3-2EF8-0FC84601C9EE}"/>
              </a:ext>
            </a:extLst>
          </p:cNvPr>
          <p:cNvSpPr/>
          <p:nvPr/>
        </p:nvSpPr>
        <p:spPr>
          <a:xfrm>
            <a:off x="10728236" y="529200"/>
            <a:ext cx="246184" cy="246184"/>
          </a:xfrm>
          <a:prstGeom prst="rect">
            <a:avLst/>
          </a:prstGeom>
          <a:solidFill>
            <a:srgbClr val="FA65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0" i="0" u="none" strike="noStrike" kern="1200" cap="none" spc="0" normalizeH="0" baseline="0" noProof="0">
              <a:ln>
                <a:solidFill>
                  <a:srgbClr val="E7E6E6">
                    <a:alpha val="0"/>
                  </a:srgbClr>
                </a:solidFill>
              </a:ln>
              <a:solidFill>
                <a:prstClr val="white"/>
              </a:solidFill>
              <a:effectLst/>
              <a:uLnTx/>
              <a:uFillTx/>
              <a:latin typeface="페이퍼로지 8 ExtraBold" pitchFamily="2" charset="-127"/>
              <a:ea typeface="페이퍼로지 8 ExtraBold" pitchFamily="2" charset="-127"/>
              <a:cs typeface="+mn-cs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30019A3-8E57-4100-2DA9-A2CE13E7208E}"/>
              </a:ext>
            </a:extLst>
          </p:cNvPr>
          <p:cNvSpPr/>
          <p:nvPr/>
        </p:nvSpPr>
        <p:spPr>
          <a:xfrm>
            <a:off x="10397921" y="529200"/>
            <a:ext cx="246184" cy="246184"/>
          </a:xfrm>
          <a:prstGeom prst="rect">
            <a:avLst/>
          </a:prstGeom>
          <a:solidFill>
            <a:srgbClr val="2F485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0" i="0" u="none" strike="noStrike" kern="1200" cap="none" spc="0" normalizeH="0" baseline="0" noProof="0">
              <a:ln>
                <a:solidFill>
                  <a:srgbClr val="E7E6E6">
                    <a:alpha val="0"/>
                  </a:srgbClr>
                </a:solidFill>
              </a:ln>
              <a:solidFill>
                <a:prstClr val="white"/>
              </a:solidFill>
              <a:effectLst/>
              <a:uLnTx/>
              <a:uFillTx/>
              <a:latin typeface="페이퍼로지 8 ExtraBold" pitchFamily="2" charset="-127"/>
              <a:ea typeface="페이퍼로지 8 ExtraBold" pitchFamily="2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17989665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>
        <p159:morph option="byChar"/>
      </p:transition>
    </mc:Choice>
    <mc:Fallback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FE547F-3F8B-0F23-8D9C-2DAA1B247C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그림 22">
            <a:extLst>
              <a:ext uri="{FF2B5EF4-FFF2-40B4-BE49-F238E27FC236}">
                <a16:creationId xmlns:a16="http://schemas.microsoft.com/office/drawing/2014/main" id="{F8ACAA5A-224B-1FCE-CA86-63450DE702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7820" y="4515537"/>
            <a:ext cx="4127350" cy="199356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ACAD285-FFAB-E2AE-6D36-6021048C7133}"/>
              </a:ext>
            </a:extLst>
          </p:cNvPr>
          <p:cNvSpPr txBox="1"/>
          <p:nvPr/>
        </p:nvSpPr>
        <p:spPr>
          <a:xfrm>
            <a:off x="628650" y="274320"/>
            <a:ext cx="1058944" cy="276999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>
            <a:defPPr>
              <a:defRPr lang="ko-KR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019D6D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019D6D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04. </a:t>
            </a:r>
            <a:r>
              <a:rPr kumimoji="0" lang="ko-KR" altLang="en-US" sz="1200" b="0" i="0" u="none" strike="noStrike" kern="1200" cap="none" spc="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019D6D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표</a:t>
            </a: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019D6D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/</a:t>
            </a:r>
            <a:r>
              <a:rPr kumimoji="0" lang="ko-KR" altLang="en-US" sz="1200" b="0" i="0" u="none" strike="noStrike" kern="1200" cap="none" spc="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019D6D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그래프</a:t>
            </a: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B2B94F61-5961-14D5-D8F6-86458329D7F3}"/>
              </a:ext>
            </a:extLst>
          </p:cNvPr>
          <p:cNvCxnSpPr>
            <a:cxnSpLocks/>
          </p:cNvCxnSpPr>
          <p:nvPr/>
        </p:nvCxnSpPr>
        <p:spPr>
          <a:xfrm>
            <a:off x="628650" y="914400"/>
            <a:ext cx="10934700" cy="0"/>
          </a:xfrm>
          <a:prstGeom prst="line">
            <a:avLst/>
          </a:prstGeom>
          <a:ln w="19050">
            <a:solidFill>
              <a:srgbClr val="E0833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30D18FE-CE67-8A43-258B-41D056A98A5E}"/>
              </a:ext>
            </a:extLst>
          </p:cNvPr>
          <p:cNvSpPr/>
          <p:nvPr/>
        </p:nvSpPr>
        <p:spPr>
          <a:xfrm>
            <a:off x="628649" y="1035130"/>
            <a:ext cx="10934702" cy="31854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※ 5</a:t>
            </a:r>
            <a:r>
              <a:rPr kumimoji="0" lang="ko-KR" altLang="en-US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분컷 공식 </a:t>
            </a: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2</a:t>
            </a:r>
            <a:r>
              <a:rPr kumimoji="0" lang="ko-KR" altLang="en-US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가지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2EFA6CF-1A9C-B4EE-B3CB-BFFE4A740855}"/>
              </a:ext>
            </a:extLst>
          </p:cNvPr>
          <p:cNvSpPr txBox="1"/>
          <p:nvPr/>
        </p:nvSpPr>
        <p:spPr>
          <a:xfrm>
            <a:off x="628649" y="513219"/>
            <a:ext cx="5724526" cy="369332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-5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표</a:t>
            </a:r>
            <a:r>
              <a:rPr kumimoji="0" lang="en-US" altLang="ko-KR" sz="1800" b="0" i="0" u="none" strike="noStrike" kern="1200" cap="none" spc="-5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,</a:t>
            </a:r>
            <a:r>
              <a:rPr kumimoji="0" lang="ko-KR" altLang="en-US" sz="1800" b="0" i="0" u="none" strike="noStrike" kern="1200" cap="none" spc="-5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 </a:t>
            </a:r>
            <a:r>
              <a:rPr kumimoji="0" lang="en-US" altLang="ko-KR" sz="1800" b="0" i="0" u="none" strike="noStrike" kern="1200" cap="none" spc="-5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FA6502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5</a:t>
            </a:r>
            <a:r>
              <a:rPr kumimoji="0" lang="ko-KR" altLang="en-US" sz="1800" b="0" i="0" u="none" strike="noStrike" kern="1200" cap="none" spc="-50" normalizeH="0" baseline="0" noProof="0" dirty="0" err="1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FA6502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분컷</a:t>
            </a:r>
            <a:r>
              <a:rPr kumimoji="0" lang="ko-KR" altLang="en-US" sz="1800" b="0" i="0" u="none" strike="noStrike" kern="1200" cap="none" spc="-50" normalizeH="0" baseline="0" noProof="0" dirty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FA6502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 공식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DCB7039-A0C8-562C-5ADE-E1C38C84A794}"/>
              </a:ext>
            </a:extLst>
          </p:cNvPr>
          <p:cNvSpPr txBox="1"/>
          <p:nvPr/>
        </p:nvSpPr>
        <p:spPr>
          <a:xfrm>
            <a:off x="1139339" y="1686579"/>
            <a:ext cx="41145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-15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[ </a:t>
            </a:r>
            <a:r>
              <a:rPr kumimoji="0" lang="ko-KR" altLang="en-US" sz="1400" b="0" i="0" u="none" strike="noStrike" kern="1200" cap="none" spc="-15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테두리 있는 표 </a:t>
            </a:r>
            <a:r>
              <a:rPr kumimoji="0" lang="en-US" altLang="ko-KR" sz="1400" b="0" i="0" u="none" strike="noStrike" kern="1200" cap="none" spc="-15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]</a:t>
            </a:r>
            <a:endParaRPr kumimoji="0" lang="ko-KR" altLang="en-US" sz="1400" b="0" i="0" u="none" strike="noStrike" kern="1200" cap="none" spc="-150" normalizeH="0" baseline="0" noProof="0">
              <a:ln>
                <a:solidFill>
                  <a:srgbClr val="4472C4">
                    <a:alpha val="0"/>
                  </a:srgbClr>
                </a:solidFill>
              </a:ln>
              <a:solidFill>
                <a:srgbClr val="03B293"/>
              </a:solidFill>
              <a:effectLst/>
              <a:uLnTx/>
              <a:uFillTx/>
              <a:latin typeface="G마켓 산스 TTF Bold" panose="02000000000000000000" pitchFamily="2" charset="-127"/>
              <a:ea typeface="G마켓 산스 TTF Bold" panose="02000000000000000000" pitchFamily="2" charset="-127"/>
              <a:cs typeface="+mn-cs"/>
            </a:endParaRPr>
          </a:p>
        </p:txBody>
      </p:sp>
      <p:pic>
        <p:nvPicPr>
          <p:cNvPr id="63" name="그림 62" descr="클립아트, 만화 영화, 상징이(가) 표시된 사진&#10;&#10;자동 생성된 설명">
            <a:extLst>
              <a:ext uri="{FF2B5EF4-FFF2-40B4-BE49-F238E27FC236}">
                <a16:creationId xmlns:a16="http://schemas.microsoft.com/office/drawing/2014/main" id="{7D23650F-7808-A62D-EEC6-748E919263EA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09532" y="339853"/>
            <a:ext cx="453817" cy="453817"/>
          </a:xfrm>
          <a:prstGeom prst="rect">
            <a:avLst/>
          </a:prstGeom>
        </p:spPr>
      </p:pic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D8DDEFDE-106E-7935-BFDF-7C6A43C8178B}"/>
              </a:ext>
            </a:extLst>
          </p:cNvPr>
          <p:cNvSpPr/>
          <p:nvPr/>
        </p:nvSpPr>
        <p:spPr>
          <a:xfrm>
            <a:off x="659141" y="2112648"/>
            <a:ext cx="5074909" cy="451836"/>
          </a:xfrm>
          <a:prstGeom prst="roundRect">
            <a:avLst>
              <a:gd name="adj" fmla="val 50000"/>
            </a:avLst>
          </a:prstGeom>
          <a:solidFill>
            <a:srgbClr val="4E4D4D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439C40F-FD2B-40BA-038D-E182980BE146}"/>
              </a:ext>
            </a:extLst>
          </p:cNvPr>
          <p:cNvSpPr txBox="1"/>
          <p:nvPr/>
        </p:nvSpPr>
        <p:spPr>
          <a:xfrm>
            <a:off x="1034810" y="2200067"/>
            <a:ext cx="45373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1200" cap="none" spc="0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4x5 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표 삽입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&amp; 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우측 상단 빈 공간에 표 전체 사이즈 조정</a:t>
            </a:r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DA9B5991-69BA-FA89-0A2C-4FB06EF00706}"/>
              </a:ext>
            </a:extLst>
          </p:cNvPr>
          <p:cNvSpPr/>
          <p:nvPr/>
        </p:nvSpPr>
        <p:spPr>
          <a:xfrm>
            <a:off x="718710" y="2177342"/>
            <a:ext cx="322450" cy="322448"/>
          </a:xfrm>
          <a:prstGeom prst="ellipse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1200" cap="none" spc="0" normalizeH="0" baseline="0" noProof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4E4D4D"/>
                </a:solidFill>
                <a:effectLst/>
                <a:uLnTx/>
                <a:uFillTx/>
                <a:latin typeface="Montserrat ExtraBold" pitchFamily="2" charset="0"/>
                <a:ea typeface="맑은 고딕" panose="020B0503020000020004" pitchFamily="50" charset="-127"/>
                <a:cs typeface="+mn-cs"/>
              </a:rPr>
              <a:t>1</a:t>
            </a:r>
            <a:endParaRPr kumimoji="0" lang="ko-KR" altLang="en-US" sz="1200" b="1" i="0" u="none" strike="noStrike" kern="1200" cap="none" spc="0" normalizeH="0" baseline="0" noProof="0">
              <a:ln>
                <a:solidFill>
                  <a:srgbClr val="4472C4">
                    <a:shade val="50000"/>
                    <a:alpha val="0"/>
                  </a:srgbClr>
                </a:solidFill>
              </a:ln>
              <a:solidFill>
                <a:srgbClr val="4E4D4D"/>
              </a:solidFill>
              <a:effectLst/>
              <a:uLnTx/>
              <a:uFillTx/>
              <a:latin typeface="Montserrat ExtraBold" pitchFamily="2" charset="0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7472C3D0-BA0D-35FA-5BD2-24A06F0E4AF9}"/>
              </a:ext>
            </a:extLst>
          </p:cNvPr>
          <p:cNvSpPr/>
          <p:nvPr/>
        </p:nvSpPr>
        <p:spPr>
          <a:xfrm>
            <a:off x="659141" y="2693219"/>
            <a:ext cx="5074909" cy="451836"/>
          </a:xfrm>
          <a:prstGeom prst="roundRect">
            <a:avLst>
              <a:gd name="adj" fmla="val 50000"/>
            </a:avLst>
          </a:prstGeom>
          <a:solidFill>
            <a:srgbClr val="4E4D4D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677D359-4C5D-DD83-959C-63B813E8729C}"/>
              </a:ext>
            </a:extLst>
          </p:cNvPr>
          <p:cNvSpPr txBox="1"/>
          <p:nvPr/>
        </p:nvSpPr>
        <p:spPr>
          <a:xfrm>
            <a:off x="1034810" y="2780638"/>
            <a:ext cx="45373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1200" cap="none" spc="0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소제목에서 텍스트 일부 복사 후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, 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표 전체 붙여넣기</a:t>
            </a:r>
          </a:p>
        </p:txBody>
      </p:sp>
      <p:sp>
        <p:nvSpPr>
          <p:cNvPr id="37" name="타원 36">
            <a:extLst>
              <a:ext uri="{FF2B5EF4-FFF2-40B4-BE49-F238E27FC236}">
                <a16:creationId xmlns:a16="http://schemas.microsoft.com/office/drawing/2014/main" id="{1DE17D9C-6485-C2D8-673C-C496C061DBFA}"/>
              </a:ext>
            </a:extLst>
          </p:cNvPr>
          <p:cNvSpPr/>
          <p:nvPr/>
        </p:nvSpPr>
        <p:spPr>
          <a:xfrm>
            <a:off x="718710" y="2757913"/>
            <a:ext cx="322450" cy="322448"/>
          </a:xfrm>
          <a:prstGeom prst="ellipse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1200" cap="none" spc="0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4E4D4D"/>
                </a:solidFill>
                <a:effectLst/>
                <a:uLnTx/>
                <a:uFillTx/>
                <a:latin typeface="Montserrat ExtraBold" pitchFamily="2" charset="0"/>
                <a:ea typeface="맑은 고딕" panose="020B0503020000020004" pitchFamily="50" charset="-127"/>
                <a:cs typeface="+mn-cs"/>
              </a:rPr>
              <a:t>2</a:t>
            </a:r>
            <a:endParaRPr kumimoji="0" lang="ko-KR" altLang="en-US" sz="1200" b="1" i="0" u="none" strike="noStrike" kern="1200" cap="none" spc="0" normalizeH="0" baseline="0" noProof="0" dirty="0">
              <a:ln>
                <a:solidFill>
                  <a:srgbClr val="4472C4">
                    <a:shade val="50000"/>
                    <a:alpha val="0"/>
                  </a:srgbClr>
                </a:solidFill>
              </a:ln>
              <a:solidFill>
                <a:srgbClr val="4E4D4D"/>
              </a:solidFill>
              <a:effectLst/>
              <a:uLnTx/>
              <a:uFillTx/>
              <a:latin typeface="Montserrat ExtraBold" pitchFamily="2" charset="0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3EE29BBB-3CDE-0287-475D-7AC1CF42F7CD}"/>
              </a:ext>
            </a:extLst>
          </p:cNvPr>
          <p:cNvSpPr/>
          <p:nvPr/>
        </p:nvSpPr>
        <p:spPr>
          <a:xfrm>
            <a:off x="659141" y="3273790"/>
            <a:ext cx="5074909" cy="451836"/>
          </a:xfrm>
          <a:prstGeom prst="roundRect">
            <a:avLst>
              <a:gd name="adj" fmla="val 50000"/>
            </a:avLst>
          </a:prstGeom>
          <a:solidFill>
            <a:srgbClr val="4E4D4D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E8E7042-4351-3185-88B2-C41B7E5F2A8F}"/>
              </a:ext>
            </a:extLst>
          </p:cNvPr>
          <p:cNvSpPr txBox="1"/>
          <p:nvPr/>
        </p:nvSpPr>
        <p:spPr>
          <a:xfrm>
            <a:off x="1034810" y="3361209"/>
            <a:ext cx="45373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1200" cap="none" spc="0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표 전체 </a:t>
            </a:r>
            <a:r>
              <a:rPr kumimoji="0" lang="ko-KR" altLang="en-US" sz="1200" b="1" i="0" u="none" strike="noStrike" kern="1200" cap="none" spc="0" normalizeH="0" baseline="0" noProof="0" dirty="0" err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블록잡고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- 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레이아웃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- 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맞춤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- 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가로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/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세로 텍스트 센터</a:t>
            </a:r>
          </a:p>
        </p:txBody>
      </p:sp>
      <p:sp>
        <p:nvSpPr>
          <p:cNvPr id="40" name="타원 39">
            <a:extLst>
              <a:ext uri="{FF2B5EF4-FFF2-40B4-BE49-F238E27FC236}">
                <a16:creationId xmlns:a16="http://schemas.microsoft.com/office/drawing/2014/main" id="{B0823F92-CB23-AD8D-0747-CF0A1C2C0589}"/>
              </a:ext>
            </a:extLst>
          </p:cNvPr>
          <p:cNvSpPr/>
          <p:nvPr/>
        </p:nvSpPr>
        <p:spPr>
          <a:xfrm>
            <a:off x="718710" y="3338484"/>
            <a:ext cx="322450" cy="322448"/>
          </a:xfrm>
          <a:prstGeom prst="ellipse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1200" cap="none" spc="0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4E4D4D"/>
                </a:solidFill>
                <a:effectLst/>
                <a:uLnTx/>
                <a:uFillTx/>
                <a:latin typeface="Montserrat ExtraBold" pitchFamily="2" charset="0"/>
                <a:ea typeface="맑은 고딕" panose="020B0503020000020004" pitchFamily="50" charset="-127"/>
                <a:cs typeface="+mn-cs"/>
              </a:rPr>
              <a:t>3</a:t>
            </a:r>
            <a:endParaRPr kumimoji="0" lang="ko-KR" altLang="en-US" sz="1200" b="1" i="0" u="none" strike="noStrike" kern="1200" cap="none" spc="0" normalizeH="0" baseline="0" noProof="0" dirty="0">
              <a:ln>
                <a:solidFill>
                  <a:srgbClr val="4472C4">
                    <a:shade val="50000"/>
                    <a:alpha val="0"/>
                  </a:srgbClr>
                </a:solidFill>
              </a:ln>
              <a:solidFill>
                <a:srgbClr val="4E4D4D"/>
              </a:solidFill>
              <a:effectLst/>
              <a:uLnTx/>
              <a:uFillTx/>
              <a:latin typeface="Montserrat ExtraBold" pitchFamily="2" charset="0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5715FE81-BAED-2773-5466-8F6FA0557285}"/>
              </a:ext>
            </a:extLst>
          </p:cNvPr>
          <p:cNvSpPr/>
          <p:nvPr/>
        </p:nvSpPr>
        <p:spPr>
          <a:xfrm>
            <a:off x="659141" y="3854361"/>
            <a:ext cx="5074909" cy="451836"/>
          </a:xfrm>
          <a:prstGeom prst="roundRect">
            <a:avLst>
              <a:gd name="adj" fmla="val 50000"/>
            </a:avLst>
          </a:prstGeom>
          <a:solidFill>
            <a:srgbClr val="4E4D4D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1D47888-8F5A-1B8B-5EBB-AF3750C104B4}"/>
              </a:ext>
            </a:extLst>
          </p:cNvPr>
          <p:cNvSpPr txBox="1"/>
          <p:nvPr/>
        </p:nvSpPr>
        <p:spPr>
          <a:xfrm>
            <a:off x="1034810" y="3941780"/>
            <a:ext cx="45373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1200" cap="none" spc="0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1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행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: 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포인트색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&amp; 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나머지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: 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흰색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(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블록지정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- 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테이블디자인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- 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음영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)</a:t>
            </a:r>
            <a:endParaRPr kumimoji="0" lang="ko-KR" altLang="en-US" sz="1200" b="1" i="0" u="none" strike="noStrike" kern="1200" cap="none" spc="0" normalizeH="0" baseline="0" noProof="0" dirty="0">
              <a:ln>
                <a:solidFill>
                  <a:srgbClr val="4472C4">
                    <a:shade val="50000"/>
                    <a:alpha val="0"/>
                  </a:srgbClr>
                </a:solidFill>
              </a:ln>
              <a:solidFill>
                <a:srgbClr val="FFFFFF"/>
              </a:solidFill>
              <a:effectLst/>
              <a:uLnTx/>
              <a:uFillTx/>
              <a:latin typeface="G마켓 산스 TTF Medium" panose="02000000000000000000" pitchFamily="2" charset="-127"/>
              <a:ea typeface="G마켓 산스 TTF Medium" panose="02000000000000000000" pitchFamily="2" charset="-127"/>
              <a:cs typeface="+mn-cs"/>
            </a:endParaRPr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C70BB6F2-E4C6-BBDE-5078-3E5F4CADFD1C}"/>
              </a:ext>
            </a:extLst>
          </p:cNvPr>
          <p:cNvSpPr/>
          <p:nvPr/>
        </p:nvSpPr>
        <p:spPr>
          <a:xfrm>
            <a:off x="718710" y="3919055"/>
            <a:ext cx="322450" cy="322448"/>
          </a:xfrm>
          <a:prstGeom prst="ellipse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1200" cap="none" spc="0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4E4D4D"/>
                </a:solidFill>
                <a:effectLst/>
                <a:uLnTx/>
                <a:uFillTx/>
                <a:latin typeface="Montserrat ExtraBold" pitchFamily="2" charset="0"/>
                <a:ea typeface="맑은 고딕" panose="020B0503020000020004" pitchFamily="50" charset="-127"/>
                <a:cs typeface="+mn-cs"/>
              </a:rPr>
              <a:t>4</a:t>
            </a:r>
            <a:endParaRPr kumimoji="0" lang="ko-KR" altLang="en-US" sz="1200" b="1" i="0" u="none" strike="noStrike" kern="1200" cap="none" spc="0" normalizeH="0" baseline="0" noProof="0" dirty="0">
              <a:ln>
                <a:solidFill>
                  <a:srgbClr val="4472C4">
                    <a:shade val="50000"/>
                    <a:alpha val="0"/>
                  </a:srgbClr>
                </a:solidFill>
              </a:ln>
              <a:solidFill>
                <a:srgbClr val="4E4D4D"/>
              </a:solidFill>
              <a:effectLst/>
              <a:uLnTx/>
              <a:uFillTx/>
              <a:latin typeface="Montserrat ExtraBold" pitchFamily="2" charset="0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215F59B9-DEBE-1C03-E556-4EBF165BE61D}"/>
              </a:ext>
            </a:extLst>
          </p:cNvPr>
          <p:cNvSpPr/>
          <p:nvPr/>
        </p:nvSpPr>
        <p:spPr>
          <a:xfrm>
            <a:off x="659141" y="4434932"/>
            <a:ext cx="5074909" cy="451836"/>
          </a:xfrm>
          <a:prstGeom prst="roundRect">
            <a:avLst>
              <a:gd name="adj" fmla="val 50000"/>
            </a:avLst>
          </a:prstGeom>
          <a:solidFill>
            <a:srgbClr val="4E4D4D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C11FBC9-7F49-9A45-C936-89361220C297}"/>
              </a:ext>
            </a:extLst>
          </p:cNvPr>
          <p:cNvSpPr txBox="1"/>
          <p:nvPr/>
        </p:nvSpPr>
        <p:spPr>
          <a:xfrm>
            <a:off x="1034810" y="4522351"/>
            <a:ext cx="45373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1200" cap="none" spc="0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상단 제목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G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마켓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Bold 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흰색으로 글꼴 서식 변경</a:t>
            </a:r>
          </a:p>
        </p:txBody>
      </p:sp>
      <p:sp>
        <p:nvSpPr>
          <p:cNvPr id="46" name="타원 45">
            <a:extLst>
              <a:ext uri="{FF2B5EF4-FFF2-40B4-BE49-F238E27FC236}">
                <a16:creationId xmlns:a16="http://schemas.microsoft.com/office/drawing/2014/main" id="{07FE5FEF-DF2C-FA14-0600-2B9FA194523C}"/>
              </a:ext>
            </a:extLst>
          </p:cNvPr>
          <p:cNvSpPr/>
          <p:nvPr/>
        </p:nvSpPr>
        <p:spPr>
          <a:xfrm>
            <a:off x="718710" y="4499626"/>
            <a:ext cx="322450" cy="322448"/>
          </a:xfrm>
          <a:prstGeom prst="ellipse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1200" cap="none" spc="0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4E4D4D"/>
                </a:solidFill>
                <a:effectLst/>
                <a:uLnTx/>
                <a:uFillTx/>
                <a:latin typeface="Montserrat ExtraBold" pitchFamily="2" charset="0"/>
                <a:ea typeface="맑은 고딕" panose="020B0503020000020004" pitchFamily="50" charset="-127"/>
                <a:cs typeface="+mn-cs"/>
              </a:rPr>
              <a:t>5</a:t>
            </a:r>
            <a:endParaRPr kumimoji="0" lang="ko-KR" altLang="en-US" sz="1200" b="1" i="0" u="none" strike="noStrike" kern="1200" cap="none" spc="0" normalizeH="0" baseline="0" noProof="0" dirty="0">
              <a:ln>
                <a:solidFill>
                  <a:srgbClr val="4472C4">
                    <a:shade val="50000"/>
                    <a:alpha val="0"/>
                  </a:srgbClr>
                </a:solidFill>
              </a:ln>
              <a:solidFill>
                <a:srgbClr val="4E4D4D"/>
              </a:solidFill>
              <a:effectLst/>
              <a:uLnTx/>
              <a:uFillTx/>
              <a:latin typeface="Montserrat ExtraBold" pitchFamily="2" charset="0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8237BC11-1AD6-AFA3-9E77-B5A6BFF750D0}"/>
              </a:ext>
            </a:extLst>
          </p:cNvPr>
          <p:cNvSpPr/>
          <p:nvPr/>
        </p:nvSpPr>
        <p:spPr>
          <a:xfrm>
            <a:off x="659141" y="5015503"/>
            <a:ext cx="5074909" cy="451836"/>
          </a:xfrm>
          <a:prstGeom prst="roundRect">
            <a:avLst>
              <a:gd name="adj" fmla="val 50000"/>
            </a:avLst>
          </a:prstGeom>
          <a:solidFill>
            <a:srgbClr val="4E4D4D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7B31191-7118-A059-E7F0-D8992F04BE24}"/>
              </a:ext>
            </a:extLst>
          </p:cNvPr>
          <p:cNvSpPr txBox="1"/>
          <p:nvPr/>
        </p:nvSpPr>
        <p:spPr>
          <a:xfrm>
            <a:off x="1034810" y="5102922"/>
            <a:ext cx="45373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1200" cap="none" spc="0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전체블록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- 1.5pt 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포인트색 서식지정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- 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테두리 맨 위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&amp; 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맨 아래</a:t>
            </a:r>
          </a:p>
        </p:txBody>
      </p:sp>
      <p:sp>
        <p:nvSpPr>
          <p:cNvPr id="49" name="타원 48">
            <a:extLst>
              <a:ext uri="{FF2B5EF4-FFF2-40B4-BE49-F238E27FC236}">
                <a16:creationId xmlns:a16="http://schemas.microsoft.com/office/drawing/2014/main" id="{114E43A3-8824-FF17-5E6E-7A7CEC335429}"/>
              </a:ext>
            </a:extLst>
          </p:cNvPr>
          <p:cNvSpPr/>
          <p:nvPr/>
        </p:nvSpPr>
        <p:spPr>
          <a:xfrm>
            <a:off x="718710" y="5080197"/>
            <a:ext cx="322450" cy="322448"/>
          </a:xfrm>
          <a:prstGeom prst="ellipse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1200" cap="none" spc="0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4E4D4D"/>
                </a:solidFill>
                <a:effectLst/>
                <a:uLnTx/>
                <a:uFillTx/>
                <a:latin typeface="Montserrat ExtraBold" pitchFamily="2" charset="0"/>
                <a:ea typeface="맑은 고딕" panose="020B0503020000020004" pitchFamily="50" charset="-127"/>
                <a:cs typeface="+mn-cs"/>
              </a:rPr>
              <a:t>6</a:t>
            </a:r>
            <a:endParaRPr kumimoji="0" lang="ko-KR" altLang="en-US" sz="1200" b="1" i="0" u="none" strike="noStrike" kern="1200" cap="none" spc="0" normalizeH="0" baseline="0" noProof="0" dirty="0">
              <a:ln>
                <a:solidFill>
                  <a:srgbClr val="4472C4">
                    <a:shade val="50000"/>
                    <a:alpha val="0"/>
                  </a:srgbClr>
                </a:solidFill>
              </a:ln>
              <a:solidFill>
                <a:srgbClr val="4E4D4D"/>
              </a:solidFill>
              <a:effectLst/>
              <a:uLnTx/>
              <a:uFillTx/>
              <a:latin typeface="Montserrat ExtraBold" pitchFamily="2" charset="0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0" name="사각형: 둥근 모서리 49">
            <a:extLst>
              <a:ext uri="{FF2B5EF4-FFF2-40B4-BE49-F238E27FC236}">
                <a16:creationId xmlns:a16="http://schemas.microsoft.com/office/drawing/2014/main" id="{871D1206-4DAA-76CA-CA84-1DE7B28CC24E}"/>
              </a:ext>
            </a:extLst>
          </p:cNvPr>
          <p:cNvSpPr/>
          <p:nvPr/>
        </p:nvSpPr>
        <p:spPr>
          <a:xfrm>
            <a:off x="659141" y="5596074"/>
            <a:ext cx="5074909" cy="451836"/>
          </a:xfrm>
          <a:prstGeom prst="roundRect">
            <a:avLst>
              <a:gd name="adj" fmla="val 50000"/>
            </a:avLst>
          </a:prstGeom>
          <a:solidFill>
            <a:srgbClr val="4E4D4D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FD4D61C-596B-9571-36B1-AC4099477854}"/>
              </a:ext>
            </a:extLst>
          </p:cNvPr>
          <p:cNvSpPr txBox="1"/>
          <p:nvPr/>
        </p:nvSpPr>
        <p:spPr>
          <a:xfrm>
            <a:off x="1034810" y="5683493"/>
            <a:ext cx="45373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1200" cap="none" spc="0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전체블록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- 0.25pt 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서식지정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- 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안쪽 가로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&amp; 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세로 테두리 지정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 </a:t>
            </a:r>
            <a:endParaRPr kumimoji="0" lang="ko-KR" altLang="en-US" sz="1200" b="1" i="0" u="none" strike="noStrike" kern="1200" cap="none" spc="0" normalizeH="0" baseline="0" noProof="0" dirty="0">
              <a:ln>
                <a:solidFill>
                  <a:srgbClr val="4472C4">
                    <a:shade val="50000"/>
                    <a:alpha val="0"/>
                  </a:srgbClr>
                </a:solidFill>
              </a:ln>
              <a:solidFill>
                <a:srgbClr val="FFFFFF"/>
              </a:solidFill>
              <a:effectLst/>
              <a:uLnTx/>
              <a:uFillTx/>
              <a:latin typeface="G마켓 산스 TTF Medium" panose="02000000000000000000" pitchFamily="2" charset="-127"/>
              <a:ea typeface="G마켓 산스 TTF Medium" panose="02000000000000000000" pitchFamily="2" charset="-127"/>
              <a:cs typeface="+mn-cs"/>
            </a:endParaRPr>
          </a:p>
        </p:txBody>
      </p:sp>
      <p:sp>
        <p:nvSpPr>
          <p:cNvPr id="52" name="타원 51">
            <a:extLst>
              <a:ext uri="{FF2B5EF4-FFF2-40B4-BE49-F238E27FC236}">
                <a16:creationId xmlns:a16="http://schemas.microsoft.com/office/drawing/2014/main" id="{D59DE79F-CA07-2BE8-A13A-BF86928B8605}"/>
              </a:ext>
            </a:extLst>
          </p:cNvPr>
          <p:cNvSpPr/>
          <p:nvPr/>
        </p:nvSpPr>
        <p:spPr>
          <a:xfrm>
            <a:off x="718710" y="5660768"/>
            <a:ext cx="322450" cy="322448"/>
          </a:xfrm>
          <a:prstGeom prst="ellipse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1200" cap="none" spc="0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4E4D4D"/>
                </a:solidFill>
                <a:effectLst/>
                <a:uLnTx/>
                <a:uFillTx/>
                <a:latin typeface="Montserrat ExtraBold" pitchFamily="2" charset="0"/>
                <a:ea typeface="맑은 고딕" panose="020B0503020000020004" pitchFamily="50" charset="-127"/>
                <a:cs typeface="+mn-cs"/>
              </a:rPr>
              <a:t>7</a:t>
            </a:r>
            <a:endParaRPr kumimoji="0" lang="ko-KR" altLang="en-US" sz="1200" b="1" i="0" u="none" strike="noStrike" kern="1200" cap="none" spc="0" normalizeH="0" baseline="0" noProof="0" dirty="0">
              <a:ln>
                <a:solidFill>
                  <a:srgbClr val="4472C4">
                    <a:shade val="50000"/>
                    <a:alpha val="0"/>
                  </a:srgbClr>
                </a:solidFill>
              </a:ln>
              <a:solidFill>
                <a:srgbClr val="4E4D4D"/>
              </a:solidFill>
              <a:effectLst/>
              <a:uLnTx/>
              <a:uFillTx/>
              <a:latin typeface="Montserrat ExtraBold" pitchFamily="2" charset="0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3" name="사각형: 둥근 모서리 52">
            <a:extLst>
              <a:ext uri="{FF2B5EF4-FFF2-40B4-BE49-F238E27FC236}">
                <a16:creationId xmlns:a16="http://schemas.microsoft.com/office/drawing/2014/main" id="{2CC65ED8-269E-B635-4272-C4597B42988F}"/>
              </a:ext>
            </a:extLst>
          </p:cNvPr>
          <p:cNvSpPr/>
          <p:nvPr/>
        </p:nvSpPr>
        <p:spPr>
          <a:xfrm>
            <a:off x="659141" y="6176645"/>
            <a:ext cx="5074909" cy="451836"/>
          </a:xfrm>
          <a:prstGeom prst="roundRect">
            <a:avLst>
              <a:gd name="adj" fmla="val 50000"/>
            </a:avLst>
          </a:prstGeom>
          <a:solidFill>
            <a:srgbClr val="4E4D4D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5143495-0737-B18D-EF67-6F99CA29FC15}"/>
              </a:ext>
            </a:extLst>
          </p:cNvPr>
          <p:cNvSpPr txBox="1"/>
          <p:nvPr/>
        </p:nvSpPr>
        <p:spPr>
          <a:xfrm>
            <a:off x="1034810" y="6264064"/>
            <a:ext cx="45373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1200" cap="none" spc="0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1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행 블록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- </a:t>
            </a:r>
            <a:r>
              <a:rPr kumimoji="0" lang="en-US" altLang="ko-KR" sz="1200" b="1" i="0" u="none" strike="noStrike" kern="1200" cap="none" spc="0" normalizeH="0" baseline="0" noProof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0.25pt </a:t>
            </a:r>
            <a:r>
              <a:rPr kumimoji="0" lang="ko-KR" altLang="en-US" sz="1200" b="1" i="0" u="none" strike="noStrike" kern="1200" cap="none" spc="0" normalizeH="0" baseline="0" noProof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흰색 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지정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- 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세로 테두리 지정</a:t>
            </a:r>
          </a:p>
        </p:txBody>
      </p:sp>
      <p:sp>
        <p:nvSpPr>
          <p:cNvPr id="55" name="타원 54">
            <a:extLst>
              <a:ext uri="{FF2B5EF4-FFF2-40B4-BE49-F238E27FC236}">
                <a16:creationId xmlns:a16="http://schemas.microsoft.com/office/drawing/2014/main" id="{1C9B68FC-975A-5A1F-6FC9-C1565427960E}"/>
              </a:ext>
            </a:extLst>
          </p:cNvPr>
          <p:cNvSpPr/>
          <p:nvPr/>
        </p:nvSpPr>
        <p:spPr>
          <a:xfrm>
            <a:off x="718710" y="6241339"/>
            <a:ext cx="322450" cy="322448"/>
          </a:xfrm>
          <a:prstGeom prst="ellipse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1200" cap="none" spc="0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4E4D4D"/>
                </a:solidFill>
                <a:effectLst/>
                <a:uLnTx/>
                <a:uFillTx/>
                <a:latin typeface="Montserrat ExtraBold" pitchFamily="2" charset="0"/>
                <a:ea typeface="맑은 고딕" panose="020B0503020000020004" pitchFamily="50" charset="-127"/>
                <a:cs typeface="+mn-cs"/>
              </a:rPr>
              <a:t>8</a:t>
            </a:r>
            <a:endParaRPr kumimoji="0" lang="ko-KR" altLang="en-US" sz="1200" b="1" i="0" u="none" strike="noStrike" kern="1200" cap="none" spc="0" normalizeH="0" baseline="0" noProof="0" dirty="0">
              <a:ln>
                <a:solidFill>
                  <a:srgbClr val="4472C4">
                    <a:shade val="50000"/>
                    <a:alpha val="0"/>
                  </a:srgbClr>
                </a:solidFill>
              </a:ln>
              <a:solidFill>
                <a:srgbClr val="4E4D4D"/>
              </a:solidFill>
              <a:effectLst/>
              <a:uLnTx/>
              <a:uFillTx/>
              <a:latin typeface="Montserrat ExtraBold" pitchFamily="2" charset="0"/>
              <a:ea typeface="맑은 고딕" panose="020B0503020000020004" pitchFamily="50" charset="-127"/>
              <a:cs typeface="+mn-cs"/>
            </a:endParaRPr>
          </a:p>
        </p:txBody>
      </p:sp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id="{64B26798-B607-7B42-C2AC-E7A915FEEF5B}"/>
              </a:ext>
            </a:extLst>
          </p:cNvPr>
          <p:cNvGraphicFramePr>
            <a:graphicFrameLocks noGrp="1"/>
          </p:cNvGraphicFramePr>
          <p:nvPr/>
        </p:nvGraphicFramePr>
        <p:xfrm>
          <a:off x="6603997" y="1871426"/>
          <a:ext cx="4959352" cy="18890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9838">
                  <a:extLst>
                    <a:ext uri="{9D8B030D-6E8A-4147-A177-3AD203B41FA5}">
                      <a16:colId xmlns:a16="http://schemas.microsoft.com/office/drawing/2014/main" val="2910788350"/>
                    </a:ext>
                  </a:extLst>
                </a:gridCol>
                <a:gridCol w="1239838">
                  <a:extLst>
                    <a:ext uri="{9D8B030D-6E8A-4147-A177-3AD203B41FA5}">
                      <a16:colId xmlns:a16="http://schemas.microsoft.com/office/drawing/2014/main" val="344793521"/>
                    </a:ext>
                  </a:extLst>
                </a:gridCol>
                <a:gridCol w="1239838">
                  <a:extLst>
                    <a:ext uri="{9D8B030D-6E8A-4147-A177-3AD203B41FA5}">
                      <a16:colId xmlns:a16="http://schemas.microsoft.com/office/drawing/2014/main" val="2024440114"/>
                    </a:ext>
                  </a:extLst>
                </a:gridCol>
                <a:gridCol w="1239838">
                  <a:extLst>
                    <a:ext uri="{9D8B030D-6E8A-4147-A177-3AD203B41FA5}">
                      <a16:colId xmlns:a16="http://schemas.microsoft.com/office/drawing/2014/main" val="2856200188"/>
                    </a:ext>
                  </a:extLst>
                </a:gridCol>
              </a:tblGrid>
              <a:tr h="377809"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400" b="0" i="0" u="none" strike="noStrike" kern="1200" cap="none" spc="-50" normalizeH="0" baseline="0" noProof="0">
                          <a:ln>
                            <a:solidFill>
                              <a:srgbClr val="FF0000">
                                <a:alpha val="0"/>
                              </a:srgbClr>
                            </a:solidFill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  <a:cs typeface="+mn-cs"/>
                        </a:rPr>
                        <a:t>5</a:t>
                      </a:r>
                      <a:r>
                        <a:rPr kumimoji="0" lang="ko-KR" altLang="en-US" sz="1400" b="0" i="0" u="none" strike="noStrike" kern="1200" cap="none" spc="-50" normalizeH="0" baseline="0" noProof="0">
                          <a:ln>
                            <a:solidFill>
                              <a:srgbClr val="FF0000">
                                <a:alpha val="0"/>
                              </a:srgbClr>
                            </a:solidFill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  <a:cs typeface="+mn-cs"/>
                        </a:rPr>
                        <a:t>분컷 </a:t>
                      </a:r>
                      <a:endParaRPr kumimoji="0" lang="ko-KR" altLang="en-US" sz="1400" b="0" i="0" u="none" strike="noStrike" kern="1200" cap="none" spc="-50" normalizeH="0" baseline="0">
                        <a:ln>
                          <a:solidFill>
                            <a:srgbClr val="FF0000">
                              <a:alpha val="0"/>
                            </a:srgbClr>
                          </a:solidFill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F4858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400" b="0" i="0" u="none" strike="noStrike" kern="1200" cap="none" spc="-50" normalizeH="0" baseline="0" noProof="0">
                          <a:ln>
                            <a:solidFill>
                              <a:srgbClr val="FF0000">
                                <a:alpha val="0"/>
                              </a:srgbClr>
                            </a:solidFill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  <a:cs typeface="+mn-cs"/>
                        </a:rPr>
                        <a:t>5</a:t>
                      </a:r>
                      <a:r>
                        <a:rPr kumimoji="0" lang="ko-KR" altLang="en-US" sz="1400" b="0" i="0" u="none" strike="noStrike" kern="1200" cap="none" spc="-50" normalizeH="0" baseline="0" noProof="0">
                          <a:ln>
                            <a:solidFill>
                              <a:srgbClr val="FF0000">
                                <a:alpha val="0"/>
                              </a:srgbClr>
                            </a:solidFill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  <a:cs typeface="+mn-cs"/>
                        </a:rPr>
                        <a:t>분컷 </a:t>
                      </a:r>
                      <a:endParaRPr kumimoji="0" lang="ko-KR" altLang="en-US" sz="1400" b="0" i="0" u="none" strike="noStrike" kern="1200" cap="none" spc="-50" normalizeH="0" baseline="0">
                        <a:ln>
                          <a:solidFill>
                            <a:srgbClr val="FF0000">
                              <a:alpha val="0"/>
                            </a:srgbClr>
                          </a:solidFill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F4858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400" b="0" i="0" u="none" strike="noStrike" kern="1200" cap="none" spc="-50" normalizeH="0" baseline="0" noProof="0">
                          <a:ln>
                            <a:solidFill>
                              <a:srgbClr val="FF0000">
                                <a:alpha val="0"/>
                              </a:srgbClr>
                            </a:solidFill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  <a:cs typeface="+mn-cs"/>
                        </a:rPr>
                        <a:t>5</a:t>
                      </a:r>
                      <a:r>
                        <a:rPr kumimoji="0" lang="ko-KR" altLang="en-US" sz="1400" b="0" i="0" u="none" strike="noStrike" kern="1200" cap="none" spc="-50" normalizeH="0" baseline="0" noProof="0">
                          <a:ln>
                            <a:solidFill>
                              <a:srgbClr val="FF0000">
                                <a:alpha val="0"/>
                              </a:srgbClr>
                            </a:solidFill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  <a:cs typeface="+mn-cs"/>
                        </a:rPr>
                        <a:t>분컷 </a:t>
                      </a:r>
                      <a:endParaRPr kumimoji="0" lang="ko-KR" altLang="en-US" sz="1400" b="0" i="0" u="none" strike="noStrike" kern="1200" cap="none" spc="-50" normalizeH="0" baseline="0">
                        <a:ln>
                          <a:solidFill>
                            <a:srgbClr val="FF0000">
                              <a:alpha val="0"/>
                            </a:srgbClr>
                          </a:solidFill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F4858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400" b="0" i="0" u="none" strike="noStrike" kern="1200" cap="none" spc="-50" normalizeH="0" baseline="0" noProof="0">
                          <a:ln>
                            <a:solidFill>
                              <a:srgbClr val="FF0000">
                                <a:alpha val="0"/>
                              </a:srgbClr>
                            </a:solidFill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  <a:cs typeface="+mn-cs"/>
                        </a:rPr>
                        <a:t>5</a:t>
                      </a:r>
                      <a:r>
                        <a:rPr kumimoji="0" lang="ko-KR" altLang="en-US" sz="1400" b="0" i="0" u="none" strike="noStrike" kern="1200" cap="none" spc="-50" normalizeH="0" baseline="0" noProof="0">
                          <a:ln>
                            <a:solidFill>
                              <a:srgbClr val="FF0000">
                                <a:alpha val="0"/>
                              </a:srgbClr>
                            </a:solidFill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  <a:cs typeface="+mn-cs"/>
                        </a:rPr>
                        <a:t>분컷 </a:t>
                      </a:r>
                      <a:endParaRPr kumimoji="0" lang="ko-KR" altLang="en-US" sz="1400" b="0" i="0" u="none" strike="noStrike" kern="1200" cap="none" spc="-50" normalizeH="0" baseline="0">
                        <a:ln>
                          <a:solidFill>
                            <a:srgbClr val="FF0000">
                              <a:alpha val="0"/>
                            </a:srgbClr>
                          </a:solidFill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F48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445994"/>
                  </a:ext>
                </a:extLst>
              </a:tr>
              <a:tr h="377809"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200" b="0" i="0" u="none" strike="noStrike" kern="1200" cap="none" spc="0" normalizeH="0" baseline="0" noProof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E7E6E6">
                              <a:lumMod val="10000"/>
                            </a:srgbClr>
                          </a:solidFill>
                          <a:effectLst/>
                          <a:uLnTx/>
                          <a:uFillTx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+mn-cs"/>
                        </a:rPr>
                        <a:t>5</a:t>
                      </a:r>
                      <a:r>
                        <a:rPr kumimoji="0" lang="ko-KR" altLang="en-US" sz="1200" b="0" i="0" u="none" strike="noStrike" kern="1200" cap="none" spc="0" normalizeH="0" baseline="0" noProof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E7E6E6">
                              <a:lumMod val="10000"/>
                            </a:srgbClr>
                          </a:solidFill>
                          <a:effectLst/>
                          <a:uLnTx/>
                          <a:uFillTx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+mn-cs"/>
                        </a:rPr>
                        <a:t>분컷 </a:t>
                      </a:r>
                      <a:endParaRPr lang="ko-KR" altLang="en-US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200" b="0" i="0" u="none" strike="noStrike" kern="1200" cap="none" spc="0" normalizeH="0" baseline="0" noProof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E7E6E6">
                              <a:lumMod val="10000"/>
                            </a:srgbClr>
                          </a:solidFill>
                          <a:effectLst/>
                          <a:uLnTx/>
                          <a:uFillTx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+mn-cs"/>
                        </a:rPr>
                        <a:t>5</a:t>
                      </a:r>
                      <a:r>
                        <a:rPr kumimoji="0" lang="ko-KR" altLang="en-US" sz="1200" b="0" i="0" u="none" strike="noStrike" kern="1200" cap="none" spc="0" normalizeH="0" baseline="0" noProof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E7E6E6">
                              <a:lumMod val="10000"/>
                            </a:srgbClr>
                          </a:solidFill>
                          <a:effectLst/>
                          <a:uLnTx/>
                          <a:uFillTx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+mn-cs"/>
                        </a:rPr>
                        <a:t>분컷 </a:t>
                      </a:r>
                      <a:endParaRPr lang="ko-KR" altLang="en-US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200" b="0" i="0" u="none" strike="noStrike" kern="1200" cap="none" spc="0" normalizeH="0" baseline="0" noProof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E7E6E6">
                              <a:lumMod val="10000"/>
                            </a:srgbClr>
                          </a:solidFill>
                          <a:effectLst/>
                          <a:uLnTx/>
                          <a:uFillTx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+mn-cs"/>
                        </a:rPr>
                        <a:t>5</a:t>
                      </a:r>
                      <a:r>
                        <a:rPr kumimoji="0" lang="ko-KR" altLang="en-US" sz="1200" b="0" i="0" u="none" strike="noStrike" kern="1200" cap="none" spc="0" normalizeH="0" baseline="0" noProof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E7E6E6">
                              <a:lumMod val="10000"/>
                            </a:srgbClr>
                          </a:solidFill>
                          <a:effectLst/>
                          <a:uLnTx/>
                          <a:uFillTx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+mn-cs"/>
                        </a:rPr>
                        <a:t>분컷 </a:t>
                      </a:r>
                      <a:endParaRPr lang="ko-KR" altLang="en-US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200" b="0" i="0" u="none" strike="noStrike" kern="1200" cap="none" spc="0" normalizeH="0" baseline="0" noProof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E7E6E6">
                              <a:lumMod val="10000"/>
                            </a:srgbClr>
                          </a:solidFill>
                          <a:effectLst/>
                          <a:uLnTx/>
                          <a:uFillTx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+mn-cs"/>
                        </a:rPr>
                        <a:t>5</a:t>
                      </a:r>
                      <a:r>
                        <a:rPr kumimoji="0" lang="ko-KR" altLang="en-US" sz="1200" b="0" i="0" u="none" strike="noStrike" kern="1200" cap="none" spc="0" normalizeH="0" baseline="0" noProof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E7E6E6">
                              <a:lumMod val="10000"/>
                            </a:srgbClr>
                          </a:solidFill>
                          <a:effectLst/>
                          <a:uLnTx/>
                          <a:uFillTx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+mn-cs"/>
                        </a:rPr>
                        <a:t>분컷 </a:t>
                      </a:r>
                      <a:endParaRPr lang="ko-KR" altLang="en-US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4323460"/>
                  </a:ext>
                </a:extLst>
              </a:tr>
              <a:tr h="377809"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200" b="0" i="0" u="none" strike="noStrike" kern="1200" cap="none" spc="0" normalizeH="0" baseline="0" noProof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E7E6E6">
                              <a:lumMod val="10000"/>
                            </a:srgbClr>
                          </a:solidFill>
                          <a:effectLst/>
                          <a:uLnTx/>
                          <a:uFillTx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+mn-cs"/>
                        </a:rPr>
                        <a:t>5</a:t>
                      </a:r>
                      <a:r>
                        <a:rPr kumimoji="0" lang="ko-KR" altLang="en-US" sz="1200" b="0" i="0" u="none" strike="noStrike" kern="1200" cap="none" spc="0" normalizeH="0" baseline="0" noProof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E7E6E6">
                              <a:lumMod val="10000"/>
                            </a:srgbClr>
                          </a:solidFill>
                          <a:effectLst/>
                          <a:uLnTx/>
                          <a:uFillTx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+mn-cs"/>
                        </a:rPr>
                        <a:t>분컷 </a:t>
                      </a:r>
                      <a:endParaRPr lang="ko-KR" altLang="en-US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200" b="0" i="0" u="none" strike="noStrike" kern="1200" cap="none" spc="0" normalizeH="0" baseline="0" noProof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E7E6E6">
                              <a:lumMod val="10000"/>
                            </a:srgbClr>
                          </a:solidFill>
                          <a:effectLst/>
                          <a:uLnTx/>
                          <a:uFillTx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+mn-cs"/>
                        </a:rPr>
                        <a:t>5</a:t>
                      </a:r>
                      <a:r>
                        <a:rPr kumimoji="0" lang="ko-KR" altLang="en-US" sz="1200" b="0" i="0" u="none" strike="noStrike" kern="1200" cap="none" spc="0" normalizeH="0" baseline="0" noProof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E7E6E6">
                              <a:lumMod val="10000"/>
                            </a:srgbClr>
                          </a:solidFill>
                          <a:effectLst/>
                          <a:uLnTx/>
                          <a:uFillTx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+mn-cs"/>
                        </a:rPr>
                        <a:t>분컷 </a:t>
                      </a:r>
                      <a:endParaRPr lang="ko-KR" altLang="en-US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200" b="0" i="0" u="none" strike="noStrike" kern="1200" cap="none" spc="0" normalizeH="0" baseline="0" noProof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E7E6E6">
                              <a:lumMod val="10000"/>
                            </a:srgbClr>
                          </a:solidFill>
                          <a:effectLst/>
                          <a:uLnTx/>
                          <a:uFillTx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+mn-cs"/>
                        </a:rPr>
                        <a:t>5</a:t>
                      </a:r>
                      <a:r>
                        <a:rPr kumimoji="0" lang="ko-KR" altLang="en-US" sz="1200" b="0" i="0" u="none" strike="noStrike" kern="1200" cap="none" spc="0" normalizeH="0" baseline="0" noProof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E7E6E6">
                              <a:lumMod val="10000"/>
                            </a:srgbClr>
                          </a:solidFill>
                          <a:effectLst/>
                          <a:uLnTx/>
                          <a:uFillTx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+mn-cs"/>
                        </a:rPr>
                        <a:t>분컷 </a:t>
                      </a:r>
                      <a:endParaRPr lang="ko-KR" altLang="en-US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200" b="0" i="0" u="none" strike="noStrike" kern="1200" cap="none" spc="0" normalizeH="0" baseline="0" noProof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E7E6E6">
                              <a:lumMod val="10000"/>
                            </a:srgbClr>
                          </a:solidFill>
                          <a:effectLst/>
                          <a:uLnTx/>
                          <a:uFillTx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+mn-cs"/>
                        </a:rPr>
                        <a:t>5</a:t>
                      </a:r>
                      <a:r>
                        <a:rPr kumimoji="0" lang="ko-KR" altLang="en-US" sz="1200" b="0" i="0" u="none" strike="noStrike" kern="1200" cap="none" spc="0" normalizeH="0" baseline="0" noProof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E7E6E6">
                              <a:lumMod val="10000"/>
                            </a:srgbClr>
                          </a:solidFill>
                          <a:effectLst/>
                          <a:uLnTx/>
                          <a:uFillTx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+mn-cs"/>
                        </a:rPr>
                        <a:t>분컷 </a:t>
                      </a:r>
                      <a:endParaRPr lang="ko-KR" altLang="en-US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1308635"/>
                  </a:ext>
                </a:extLst>
              </a:tr>
              <a:tr h="377809"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200" b="0" i="0" u="none" strike="noStrike" kern="1200" cap="none" spc="0" normalizeH="0" baseline="0" noProof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E7E6E6">
                              <a:lumMod val="10000"/>
                            </a:srgbClr>
                          </a:solidFill>
                          <a:effectLst/>
                          <a:uLnTx/>
                          <a:uFillTx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+mn-cs"/>
                        </a:rPr>
                        <a:t>5</a:t>
                      </a:r>
                      <a:r>
                        <a:rPr kumimoji="0" lang="ko-KR" altLang="en-US" sz="1200" b="0" i="0" u="none" strike="noStrike" kern="1200" cap="none" spc="0" normalizeH="0" baseline="0" noProof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E7E6E6">
                              <a:lumMod val="10000"/>
                            </a:srgbClr>
                          </a:solidFill>
                          <a:effectLst/>
                          <a:uLnTx/>
                          <a:uFillTx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+mn-cs"/>
                        </a:rPr>
                        <a:t>분컷 </a:t>
                      </a:r>
                      <a:endParaRPr lang="ko-KR" altLang="en-US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200" b="0" i="0" u="none" strike="noStrike" kern="1200" cap="none" spc="0" normalizeH="0" baseline="0" noProof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E7E6E6">
                              <a:lumMod val="10000"/>
                            </a:srgbClr>
                          </a:solidFill>
                          <a:effectLst/>
                          <a:uLnTx/>
                          <a:uFillTx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+mn-cs"/>
                        </a:rPr>
                        <a:t>5</a:t>
                      </a:r>
                      <a:r>
                        <a:rPr kumimoji="0" lang="ko-KR" altLang="en-US" sz="1200" b="0" i="0" u="none" strike="noStrike" kern="1200" cap="none" spc="0" normalizeH="0" baseline="0" noProof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E7E6E6">
                              <a:lumMod val="10000"/>
                            </a:srgbClr>
                          </a:solidFill>
                          <a:effectLst/>
                          <a:uLnTx/>
                          <a:uFillTx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+mn-cs"/>
                        </a:rPr>
                        <a:t>분컷 </a:t>
                      </a:r>
                      <a:endParaRPr lang="ko-KR" altLang="en-US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200" b="0" i="0" u="none" strike="noStrike" kern="1200" cap="none" spc="0" normalizeH="0" baseline="0" noProof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E7E6E6">
                              <a:lumMod val="10000"/>
                            </a:srgbClr>
                          </a:solidFill>
                          <a:effectLst/>
                          <a:uLnTx/>
                          <a:uFillTx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+mn-cs"/>
                        </a:rPr>
                        <a:t>5</a:t>
                      </a:r>
                      <a:r>
                        <a:rPr kumimoji="0" lang="ko-KR" altLang="en-US" sz="1200" b="0" i="0" u="none" strike="noStrike" kern="1200" cap="none" spc="0" normalizeH="0" baseline="0" noProof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E7E6E6">
                              <a:lumMod val="10000"/>
                            </a:srgbClr>
                          </a:solidFill>
                          <a:effectLst/>
                          <a:uLnTx/>
                          <a:uFillTx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+mn-cs"/>
                        </a:rPr>
                        <a:t>분컷 </a:t>
                      </a:r>
                      <a:endParaRPr lang="ko-KR" altLang="en-US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200" b="0" i="0" u="none" strike="noStrike" kern="1200" cap="none" spc="0" normalizeH="0" baseline="0" noProof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E7E6E6">
                              <a:lumMod val="10000"/>
                            </a:srgbClr>
                          </a:solidFill>
                          <a:effectLst/>
                          <a:uLnTx/>
                          <a:uFillTx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+mn-cs"/>
                        </a:rPr>
                        <a:t>5</a:t>
                      </a:r>
                      <a:r>
                        <a:rPr kumimoji="0" lang="ko-KR" altLang="en-US" sz="1200" b="0" i="0" u="none" strike="noStrike" kern="1200" cap="none" spc="0" normalizeH="0" baseline="0" noProof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E7E6E6">
                              <a:lumMod val="10000"/>
                            </a:srgbClr>
                          </a:solidFill>
                          <a:effectLst/>
                          <a:uLnTx/>
                          <a:uFillTx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+mn-cs"/>
                        </a:rPr>
                        <a:t>분컷 </a:t>
                      </a:r>
                      <a:endParaRPr lang="ko-KR" altLang="en-US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6947699"/>
                  </a:ext>
                </a:extLst>
              </a:tr>
              <a:tr h="377809"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200" b="0" i="0" u="none" strike="noStrike" kern="1200" cap="none" spc="0" normalizeH="0" baseline="0" noProof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E7E6E6">
                              <a:lumMod val="10000"/>
                            </a:srgbClr>
                          </a:solidFill>
                          <a:effectLst/>
                          <a:uLnTx/>
                          <a:uFillTx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+mn-cs"/>
                        </a:rPr>
                        <a:t>5</a:t>
                      </a:r>
                      <a:r>
                        <a:rPr kumimoji="0" lang="ko-KR" altLang="en-US" sz="1200" b="0" i="0" u="none" strike="noStrike" kern="1200" cap="none" spc="0" normalizeH="0" baseline="0" noProof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E7E6E6">
                              <a:lumMod val="10000"/>
                            </a:srgbClr>
                          </a:solidFill>
                          <a:effectLst/>
                          <a:uLnTx/>
                          <a:uFillTx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+mn-cs"/>
                        </a:rPr>
                        <a:t>분컷 </a:t>
                      </a:r>
                      <a:endParaRPr lang="ko-KR" altLang="en-US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200" b="0" i="0" u="none" strike="noStrike" kern="1200" cap="none" spc="0" normalizeH="0" baseline="0" noProof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E7E6E6">
                              <a:lumMod val="10000"/>
                            </a:srgbClr>
                          </a:solidFill>
                          <a:effectLst/>
                          <a:uLnTx/>
                          <a:uFillTx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+mn-cs"/>
                        </a:rPr>
                        <a:t>5</a:t>
                      </a:r>
                      <a:r>
                        <a:rPr kumimoji="0" lang="ko-KR" altLang="en-US" sz="1200" b="0" i="0" u="none" strike="noStrike" kern="1200" cap="none" spc="0" normalizeH="0" baseline="0" noProof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E7E6E6">
                              <a:lumMod val="10000"/>
                            </a:srgbClr>
                          </a:solidFill>
                          <a:effectLst/>
                          <a:uLnTx/>
                          <a:uFillTx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+mn-cs"/>
                        </a:rPr>
                        <a:t>분컷 </a:t>
                      </a:r>
                      <a:endParaRPr lang="ko-KR" altLang="en-US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200" b="0" i="0" u="none" strike="noStrike" kern="1200" cap="none" spc="0" normalizeH="0" baseline="0" noProof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E7E6E6">
                              <a:lumMod val="10000"/>
                            </a:srgbClr>
                          </a:solidFill>
                          <a:effectLst/>
                          <a:uLnTx/>
                          <a:uFillTx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+mn-cs"/>
                        </a:rPr>
                        <a:t>5</a:t>
                      </a:r>
                      <a:r>
                        <a:rPr kumimoji="0" lang="ko-KR" altLang="en-US" sz="1200" b="0" i="0" u="none" strike="noStrike" kern="1200" cap="none" spc="0" normalizeH="0" baseline="0" noProof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E7E6E6">
                              <a:lumMod val="10000"/>
                            </a:srgbClr>
                          </a:solidFill>
                          <a:effectLst/>
                          <a:uLnTx/>
                          <a:uFillTx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+mn-cs"/>
                        </a:rPr>
                        <a:t>분컷 </a:t>
                      </a:r>
                      <a:endParaRPr lang="ko-KR" altLang="en-US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200" b="0" i="0" u="none" strike="noStrike" kern="1200" cap="none" spc="0" normalizeH="0" baseline="0" noProof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E7E6E6">
                              <a:lumMod val="10000"/>
                            </a:srgbClr>
                          </a:solidFill>
                          <a:effectLst/>
                          <a:uLnTx/>
                          <a:uFillTx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+mn-cs"/>
                        </a:rPr>
                        <a:t>5</a:t>
                      </a:r>
                      <a:r>
                        <a:rPr kumimoji="0" lang="ko-KR" altLang="en-US" sz="1200" b="0" i="0" u="none" strike="noStrike" kern="1200" cap="none" spc="0" normalizeH="0" baseline="0" noProof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E7E6E6">
                              <a:lumMod val="10000"/>
                            </a:srgbClr>
                          </a:solidFill>
                          <a:effectLst/>
                          <a:uLnTx/>
                          <a:uFillTx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+mn-cs"/>
                        </a:rPr>
                        <a:t>분컷 </a:t>
                      </a:r>
                      <a:endParaRPr lang="ko-KR" altLang="en-US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2702172"/>
                  </a:ext>
                </a:extLst>
              </a:tr>
            </a:tbl>
          </a:graphicData>
        </a:graphic>
      </p:graphicFrame>
      <p:sp>
        <p:nvSpPr>
          <p:cNvPr id="3" name="직사각형 2">
            <a:extLst>
              <a:ext uri="{FF2B5EF4-FFF2-40B4-BE49-F238E27FC236}">
                <a16:creationId xmlns:a16="http://schemas.microsoft.com/office/drawing/2014/main" id="{2D2574BF-C592-42CD-0384-68109076C93D}"/>
              </a:ext>
            </a:extLst>
          </p:cNvPr>
          <p:cNvSpPr/>
          <p:nvPr/>
        </p:nvSpPr>
        <p:spPr>
          <a:xfrm>
            <a:off x="10728236" y="529200"/>
            <a:ext cx="246184" cy="246184"/>
          </a:xfrm>
          <a:prstGeom prst="rect">
            <a:avLst/>
          </a:prstGeom>
          <a:solidFill>
            <a:srgbClr val="FA65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0" i="0" u="none" strike="noStrike" kern="1200" cap="none" spc="0" normalizeH="0" baseline="0" noProof="0">
              <a:ln>
                <a:solidFill>
                  <a:srgbClr val="E7E6E6">
                    <a:alpha val="0"/>
                  </a:srgbClr>
                </a:solidFill>
              </a:ln>
              <a:solidFill>
                <a:prstClr val="white"/>
              </a:solidFill>
              <a:effectLst/>
              <a:uLnTx/>
              <a:uFillTx/>
              <a:latin typeface="페이퍼로지 8 ExtraBold" pitchFamily="2" charset="-127"/>
              <a:ea typeface="페이퍼로지 8 ExtraBold" pitchFamily="2" charset="-127"/>
              <a:cs typeface="+mn-cs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64E5C3C-5508-220B-2FB1-EB8B77E10DE0}"/>
              </a:ext>
            </a:extLst>
          </p:cNvPr>
          <p:cNvSpPr/>
          <p:nvPr/>
        </p:nvSpPr>
        <p:spPr>
          <a:xfrm>
            <a:off x="10397921" y="529200"/>
            <a:ext cx="246184" cy="246184"/>
          </a:xfrm>
          <a:prstGeom prst="rect">
            <a:avLst/>
          </a:prstGeom>
          <a:solidFill>
            <a:srgbClr val="2F485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0" i="0" u="none" strike="noStrike" kern="1200" cap="none" spc="0" normalizeH="0" baseline="0" noProof="0">
              <a:ln>
                <a:solidFill>
                  <a:srgbClr val="E7E6E6">
                    <a:alpha val="0"/>
                  </a:srgbClr>
                </a:solidFill>
              </a:ln>
              <a:solidFill>
                <a:prstClr val="white"/>
              </a:solidFill>
              <a:effectLst/>
              <a:uLnTx/>
              <a:uFillTx/>
              <a:latin typeface="페이퍼로지 8 ExtraBold" pitchFamily="2" charset="-127"/>
              <a:ea typeface="페이퍼로지 8 ExtraBold" pitchFamily="2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03661252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>
        <p159:morph option="byChar"/>
      </p:transition>
    </mc:Choice>
    <mc:Fallback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861C02D0-E528-55DF-B2AD-1D3D059EF0A2}"/>
              </a:ext>
            </a:extLst>
          </p:cNvPr>
          <p:cNvCxnSpPr>
            <a:cxnSpLocks/>
          </p:cNvCxnSpPr>
          <p:nvPr/>
        </p:nvCxnSpPr>
        <p:spPr>
          <a:xfrm>
            <a:off x="628650" y="914400"/>
            <a:ext cx="10934700" cy="0"/>
          </a:xfrm>
          <a:prstGeom prst="line">
            <a:avLst/>
          </a:prstGeom>
          <a:ln w="19050">
            <a:solidFill>
              <a:srgbClr val="E0833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EC576FF9-50DD-149F-E285-DB7DE569815F}"/>
              </a:ext>
            </a:extLst>
          </p:cNvPr>
          <p:cNvSpPr txBox="1"/>
          <p:nvPr/>
        </p:nvSpPr>
        <p:spPr>
          <a:xfrm>
            <a:off x="628649" y="513219"/>
            <a:ext cx="5724526" cy="369332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-50" normalizeH="0" baseline="0" noProof="0" dirty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표</a:t>
            </a:r>
            <a:r>
              <a:rPr kumimoji="0" lang="en-US" altLang="ko-KR" sz="1800" b="0" i="0" u="none" strike="noStrike" kern="1200" cap="none" spc="-50" normalizeH="0" baseline="0" noProof="0" dirty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, </a:t>
            </a:r>
            <a:r>
              <a:rPr kumimoji="0" lang="ko-KR" altLang="en-US" sz="1800" b="0" i="0" u="none" strike="noStrike" kern="1200" cap="none" spc="-50" normalizeH="0" baseline="0" noProof="0" dirty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실무 </a:t>
            </a:r>
            <a:r>
              <a:rPr kumimoji="0" lang="ko-KR" altLang="en-US" sz="1800" b="0" i="0" u="none" strike="noStrike" kern="1200" cap="none" spc="-50" normalizeH="0" baseline="0" noProof="0" dirty="0" err="1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꿀팁</a:t>
            </a:r>
            <a:r>
              <a:rPr kumimoji="0" lang="ko-KR" altLang="en-US" sz="1800" b="0" i="0" u="none" strike="noStrike" kern="1200" cap="none" spc="-50" normalizeH="0" baseline="0" noProof="0" dirty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 </a:t>
            </a:r>
            <a:r>
              <a:rPr kumimoji="0" lang="en-US" altLang="ko-KR" sz="1800" b="0" i="0" u="none" strike="noStrike" kern="1200" cap="none" spc="-50" normalizeH="0" baseline="0" noProof="0" dirty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FA6502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(</a:t>
            </a:r>
            <a:r>
              <a:rPr kumimoji="0" lang="ko-KR" altLang="en-US" sz="1800" b="0" i="0" u="none" strike="noStrike" kern="1200" cap="none" spc="-50" normalizeH="0" baseline="0" noProof="0" dirty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FA6502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원하는 행</a:t>
            </a:r>
            <a:r>
              <a:rPr kumimoji="0" lang="en-US" altLang="ko-KR" sz="1800" b="0" i="0" u="none" strike="noStrike" kern="1200" cap="none" spc="-50" normalizeH="0" baseline="0" noProof="0" dirty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FA6502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, </a:t>
            </a:r>
            <a:r>
              <a:rPr kumimoji="0" lang="ko-KR" altLang="en-US" sz="1800" b="0" i="0" u="none" strike="noStrike" kern="1200" cap="none" spc="-50" normalizeH="0" baseline="0" noProof="0" dirty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FA6502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열 높이 너비만 일괄 크게</a:t>
            </a:r>
            <a:r>
              <a:rPr kumimoji="0" lang="en-US" altLang="ko-KR" sz="1800" b="0" i="0" u="none" strike="noStrike" kern="1200" cap="none" spc="-50" normalizeH="0" baseline="0" noProof="0" dirty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FA6502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)</a:t>
            </a:r>
            <a:r>
              <a:rPr kumimoji="0" lang="ko-KR" altLang="en-US" sz="1800" b="0" i="0" u="none" strike="noStrike" kern="1200" cap="none" spc="-50" normalizeH="0" baseline="0" noProof="0" dirty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FA6502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 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A515B71-2EAD-76CA-2151-8EE88EC90ABF}"/>
              </a:ext>
            </a:extLst>
          </p:cNvPr>
          <p:cNvSpPr/>
          <p:nvPr/>
        </p:nvSpPr>
        <p:spPr>
          <a:xfrm>
            <a:off x="628649" y="1035130"/>
            <a:ext cx="10934702" cy="31854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※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레이아웃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 -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너비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높이 화살표 클릭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or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직접 사이즈 입력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1E7E628-49D8-81BC-89C9-B32D34CC00D7}"/>
              </a:ext>
            </a:extLst>
          </p:cNvPr>
          <p:cNvSpPr txBox="1"/>
          <p:nvPr/>
        </p:nvSpPr>
        <p:spPr>
          <a:xfrm>
            <a:off x="4776699" y="1774791"/>
            <a:ext cx="26386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sz="14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8436A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[ </a:t>
            </a:r>
            <a:r>
              <a:rPr kumimoji="0" lang="ko-KR" altLang="en-US" sz="1400" b="0" i="0" u="none" strike="noStrike" kern="1200" cap="none" spc="0" normalizeH="0" baseline="0" noProof="0" dirty="0" err="1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권역별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]</a:t>
            </a:r>
            <a:endParaRPr kumimoji="0" lang="ko-KR" altLang="en-US" sz="1400" b="0" i="0" u="none" strike="noStrike" kern="1200" cap="none" spc="0" normalizeH="0" baseline="0" noProof="0" dirty="0">
              <a:ln>
                <a:solidFill>
                  <a:srgbClr val="4472C4">
                    <a:alpha val="0"/>
                  </a:srgbClr>
                </a:solidFill>
              </a:ln>
              <a:solidFill>
                <a:srgbClr val="E7E6E6">
                  <a:lumMod val="25000"/>
                </a:srgbClr>
              </a:solidFill>
              <a:effectLst/>
              <a:uLnTx/>
              <a:uFillTx/>
              <a:latin typeface="G마켓 산스 TTF Bold" panose="02000000000000000000" pitchFamily="2" charset="-127"/>
              <a:ea typeface="G마켓 산스 TTF Bold" panose="02000000000000000000" pitchFamily="2" charset="-127"/>
              <a:cs typeface="+mn-cs"/>
            </a:endParaRPr>
          </a:p>
        </p:txBody>
      </p:sp>
      <p:graphicFrame>
        <p:nvGraphicFramePr>
          <p:cNvPr id="60" name="표 59">
            <a:extLst>
              <a:ext uri="{FF2B5EF4-FFF2-40B4-BE49-F238E27FC236}">
                <a16:creationId xmlns:a16="http://schemas.microsoft.com/office/drawing/2014/main" id="{A03D1392-92A3-825A-CD32-BE3210A776EF}"/>
              </a:ext>
            </a:extLst>
          </p:cNvPr>
          <p:cNvGraphicFramePr>
            <a:graphicFrameLocks noGrp="1"/>
          </p:cNvGraphicFramePr>
          <p:nvPr/>
        </p:nvGraphicFramePr>
        <p:xfrm>
          <a:off x="3460799" y="2152232"/>
          <a:ext cx="5270402" cy="3023307"/>
        </p:xfrm>
        <a:graphic>
          <a:graphicData uri="http://schemas.openxmlformats.org/drawingml/2006/table">
            <a:tbl>
              <a:tblPr/>
              <a:tblGrid>
                <a:gridCol w="1017656">
                  <a:extLst>
                    <a:ext uri="{9D8B030D-6E8A-4147-A177-3AD203B41FA5}">
                      <a16:colId xmlns:a16="http://schemas.microsoft.com/office/drawing/2014/main" val="49915741"/>
                    </a:ext>
                  </a:extLst>
                </a:gridCol>
                <a:gridCol w="708791">
                  <a:extLst>
                    <a:ext uri="{9D8B030D-6E8A-4147-A177-3AD203B41FA5}">
                      <a16:colId xmlns:a16="http://schemas.microsoft.com/office/drawing/2014/main" val="283610365"/>
                    </a:ext>
                  </a:extLst>
                </a:gridCol>
                <a:gridCol w="708791">
                  <a:extLst>
                    <a:ext uri="{9D8B030D-6E8A-4147-A177-3AD203B41FA5}">
                      <a16:colId xmlns:a16="http://schemas.microsoft.com/office/drawing/2014/main" val="3270800685"/>
                    </a:ext>
                  </a:extLst>
                </a:gridCol>
                <a:gridCol w="708791">
                  <a:extLst>
                    <a:ext uri="{9D8B030D-6E8A-4147-A177-3AD203B41FA5}">
                      <a16:colId xmlns:a16="http://schemas.microsoft.com/office/drawing/2014/main" val="3142238220"/>
                    </a:ext>
                  </a:extLst>
                </a:gridCol>
                <a:gridCol w="708791">
                  <a:extLst>
                    <a:ext uri="{9D8B030D-6E8A-4147-A177-3AD203B41FA5}">
                      <a16:colId xmlns:a16="http://schemas.microsoft.com/office/drawing/2014/main" val="4023649138"/>
                    </a:ext>
                  </a:extLst>
                </a:gridCol>
                <a:gridCol w="708791">
                  <a:extLst>
                    <a:ext uri="{9D8B030D-6E8A-4147-A177-3AD203B41FA5}">
                      <a16:colId xmlns:a16="http://schemas.microsoft.com/office/drawing/2014/main" val="14253129"/>
                    </a:ext>
                  </a:extLst>
                </a:gridCol>
                <a:gridCol w="708791">
                  <a:extLst>
                    <a:ext uri="{9D8B030D-6E8A-4147-A177-3AD203B41FA5}">
                      <a16:colId xmlns:a16="http://schemas.microsoft.com/office/drawing/2014/main" val="2855586312"/>
                    </a:ext>
                  </a:extLst>
                </a:gridCol>
              </a:tblGrid>
              <a:tr h="503307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kern="1200" dirty="0">
                          <a:ln>
                            <a:solidFill>
                              <a:srgbClr val="277B92">
                                <a:alpha val="0"/>
                              </a:srgbClr>
                            </a:solidFill>
                          </a:ln>
                          <a:solidFill>
                            <a:srgbClr val="FFFFFF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+mn-cs"/>
                        </a:rPr>
                        <a:t>구분</a:t>
                      </a:r>
                    </a:p>
                  </a:txBody>
                  <a:tcPr anchor="ctr">
                    <a:lnL w="3556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77B9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kern="1200" dirty="0">
                          <a:ln>
                            <a:solidFill>
                              <a:srgbClr val="277B92">
                                <a:alpha val="0"/>
                              </a:srgbClr>
                            </a:solidFill>
                          </a:ln>
                          <a:solidFill>
                            <a:srgbClr val="FFFFFF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+mn-cs"/>
                        </a:rPr>
                        <a:t>수도권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77B9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kern="1200" dirty="0">
                          <a:ln>
                            <a:solidFill>
                              <a:srgbClr val="277B92">
                                <a:alpha val="0"/>
                              </a:srgbClr>
                            </a:solidFill>
                          </a:ln>
                          <a:solidFill>
                            <a:srgbClr val="FFFFFF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+mn-cs"/>
                        </a:rPr>
                        <a:t>강원권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77B9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kern="1200" dirty="0">
                          <a:ln>
                            <a:solidFill>
                              <a:srgbClr val="277B92">
                                <a:alpha val="0"/>
                              </a:srgbClr>
                            </a:solidFill>
                          </a:ln>
                          <a:solidFill>
                            <a:srgbClr val="FFFFFF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+mn-cs"/>
                        </a:rPr>
                        <a:t>대구</a:t>
                      </a:r>
                      <a:endParaRPr lang="en-US" altLang="ko-KR" sz="900" b="1" kern="1200" dirty="0">
                        <a:ln>
                          <a:solidFill>
                            <a:srgbClr val="277B92">
                              <a:alpha val="0"/>
                            </a:srgbClr>
                          </a:solidFill>
                        </a:ln>
                        <a:solidFill>
                          <a:srgbClr val="FFFFFF"/>
                        </a:solidFill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+mn-cs"/>
                      </a:endParaRPr>
                    </a:p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b="1" kern="1200" dirty="0">
                          <a:ln>
                            <a:solidFill>
                              <a:srgbClr val="277B92">
                                <a:alpha val="0"/>
                              </a:srgbClr>
                            </a:solidFill>
                          </a:ln>
                          <a:solidFill>
                            <a:srgbClr val="FFFFFF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+mn-cs"/>
                        </a:rPr>
                        <a:t>·</a:t>
                      </a:r>
                      <a:r>
                        <a:rPr lang="ko-KR" altLang="en-US" sz="900" b="1" kern="1200" dirty="0" err="1">
                          <a:ln>
                            <a:solidFill>
                              <a:srgbClr val="277B92">
                                <a:alpha val="0"/>
                              </a:srgbClr>
                            </a:solidFill>
                          </a:ln>
                          <a:solidFill>
                            <a:srgbClr val="FFFFFF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+mn-cs"/>
                        </a:rPr>
                        <a:t>경북권</a:t>
                      </a:r>
                      <a:endParaRPr lang="ko-KR" altLang="en-US" sz="900" b="1" kern="1200" dirty="0">
                        <a:ln>
                          <a:solidFill>
                            <a:srgbClr val="277B92">
                              <a:alpha val="0"/>
                            </a:srgbClr>
                          </a:solidFill>
                        </a:ln>
                        <a:solidFill>
                          <a:srgbClr val="FFFFFF"/>
                        </a:solidFill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77B9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kern="1200" dirty="0">
                          <a:ln>
                            <a:solidFill>
                              <a:srgbClr val="277B92">
                                <a:alpha val="0"/>
                              </a:srgbClr>
                            </a:solidFill>
                          </a:ln>
                          <a:solidFill>
                            <a:srgbClr val="FFFFFF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+mn-cs"/>
                        </a:rPr>
                        <a:t>부산</a:t>
                      </a:r>
                      <a:r>
                        <a:rPr lang="en-US" altLang="ko-KR" sz="900" b="1" kern="1200" dirty="0">
                          <a:ln>
                            <a:solidFill>
                              <a:srgbClr val="277B92">
                                <a:alpha val="0"/>
                              </a:srgbClr>
                            </a:solidFill>
                          </a:ln>
                          <a:solidFill>
                            <a:srgbClr val="FFFFFF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+mn-cs"/>
                        </a:rPr>
                        <a:t>·</a:t>
                      </a:r>
                      <a:r>
                        <a:rPr lang="ko-KR" altLang="en-US" sz="900" b="1" kern="1200" dirty="0">
                          <a:ln>
                            <a:solidFill>
                              <a:srgbClr val="277B92">
                                <a:alpha val="0"/>
                              </a:srgbClr>
                            </a:solidFill>
                          </a:ln>
                          <a:solidFill>
                            <a:srgbClr val="FFFFFF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+mn-cs"/>
                        </a:rPr>
                        <a:t>울산</a:t>
                      </a:r>
                      <a:r>
                        <a:rPr lang="en-US" altLang="ko-KR" sz="900" b="1" kern="1200" dirty="0">
                          <a:ln>
                            <a:solidFill>
                              <a:srgbClr val="277B92">
                                <a:alpha val="0"/>
                              </a:srgbClr>
                            </a:solidFill>
                          </a:ln>
                          <a:solidFill>
                            <a:srgbClr val="FFFFFF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+mn-cs"/>
                        </a:rPr>
                        <a:t/>
                      </a:r>
                      <a:br>
                        <a:rPr lang="en-US" altLang="ko-KR" sz="900" b="1" kern="1200" dirty="0">
                          <a:ln>
                            <a:solidFill>
                              <a:srgbClr val="277B92">
                                <a:alpha val="0"/>
                              </a:srgbClr>
                            </a:solidFill>
                          </a:ln>
                          <a:solidFill>
                            <a:srgbClr val="FFFFFF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+mn-cs"/>
                        </a:rPr>
                      </a:br>
                      <a:r>
                        <a:rPr lang="en-US" altLang="ko-KR" sz="900" b="1" kern="1200" dirty="0">
                          <a:ln>
                            <a:solidFill>
                              <a:srgbClr val="277B92">
                                <a:alpha val="0"/>
                              </a:srgbClr>
                            </a:solidFill>
                          </a:ln>
                          <a:solidFill>
                            <a:srgbClr val="FFFFFF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+mn-cs"/>
                        </a:rPr>
                        <a:t>·</a:t>
                      </a:r>
                      <a:r>
                        <a:rPr lang="ko-KR" altLang="en-US" sz="900" b="1" kern="1200" dirty="0" err="1">
                          <a:ln>
                            <a:solidFill>
                              <a:srgbClr val="277B92">
                                <a:alpha val="0"/>
                              </a:srgbClr>
                            </a:solidFill>
                          </a:ln>
                          <a:solidFill>
                            <a:srgbClr val="FFFFFF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+mn-cs"/>
                        </a:rPr>
                        <a:t>경남권</a:t>
                      </a:r>
                      <a:endParaRPr lang="ko-KR" altLang="en-US" sz="900" b="1" kern="1200" dirty="0">
                        <a:ln>
                          <a:solidFill>
                            <a:srgbClr val="277B92">
                              <a:alpha val="0"/>
                            </a:srgbClr>
                          </a:solidFill>
                        </a:ln>
                        <a:solidFill>
                          <a:srgbClr val="FFFFFF"/>
                        </a:solidFill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77B9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kern="1200" dirty="0">
                          <a:ln>
                            <a:solidFill>
                              <a:srgbClr val="277B92">
                                <a:alpha val="0"/>
                              </a:srgbClr>
                            </a:solidFill>
                          </a:ln>
                          <a:solidFill>
                            <a:srgbClr val="FFFFFF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+mn-cs"/>
                        </a:rPr>
                        <a:t>전라</a:t>
                      </a:r>
                      <a:endParaRPr lang="en-US" altLang="ko-KR" sz="900" b="1" kern="1200" dirty="0">
                        <a:ln>
                          <a:solidFill>
                            <a:srgbClr val="277B92">
                              <a:alpha val="0"/>
                            </a:srgbClr>
                          </a:solidFill>
                        </a:ln>
                        <a:solidFill>
                          <a:srgbClr val="FFFFFF"/>
                        </a:solidFill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+mn-cs"/>
                      </a:endParaRPr>
                    </a:p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b="1" kern="1200" dirty="0">
                          <a:ln>
                            <a:solidFill>
                              <a:srgbClr val="277B92">
                                <a:alpha val="0"/>
                              </a:srgbClr>
                            </a:solidFill>
                          </a:ln>
                          <a:solidFill>
                            <a:srgbClr val="FFFFFF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+mn-cs"/>
                        </a:rPr>
                        <a:t>·</a:t>
                      </a:r>
                      <a:r>
                        <a:rPr lang="ko-KR" altLang="en-US" sz="900" b="1" kern="1200" dirty="0" err="1">
                          <a:ln>
                            <a:solidFill>
                              <a:srgbClr val="277B92">
                                <a:alpha val="0"/>
                              </a:srgbClr>
                            </a:solidFill>
                          </a:ln>
                          <a:solidFill>
                            <a:srgbClr val="FFFFFF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+mn-cs"/>
                        </a:rPr>
                        <a:t>제주권</a:t>
                      </a:r>
                      <a:endParaRPr lang="ko-KR" altLang="en-US" sz="900" b="1" kern="1200" dirty="0">
                        <a:ln>
                          <a:solidFill>
                            <a:srgbClr val="277B92">
                              <a:alpha val="0"/>
                            </a:srgbClr>
                          </a:solidFill>
                        </a:ln>
                        <a:solidFill>
                          <a:srgbClr val="FFFFFF"/>
                        </a:solidFill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77B9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kern="1200" dirty="0">
                          <a:ln>
                            <a:solidFill>
                              <a:srgbClr val="277B92">
                                <a:alpha val="0"/>
                              </a:srgbClr>
                            </a:solidFill>
                          </a:ln>
                          <a:solidFill>
                            <a:srgbClr val="FFFFFF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+mn-cs"/>
                        </a:rPr>
                        <a:t>충청권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77B9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6082982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1200" dirty="0" err="1">
                          <a:ln>
                            <a:solidFill>
                              <a:srgbClr val="277B92">
                                <a:alpha val="0"/>
                              </a:srgbClr>
                            </a:solidFill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+mn-cs"/>
                        </a:rPr>
                        <a:t>핵심역량수</a:t>
                      </a:r>
                      <a:endParaRPr lang="en-US" altLang="ko-KR" sz="900" kern="1200" dirty="0">
                        <a:ln>
                          <a:solidFill>
                            <a:srgbClr val="277B92">
                              <a:alpha val="0"/>
                            </a:srgbClr>
                          </a:solidFill>
                        </a:ln>
                        <a:solidFill>
                          <a:schemeClr val="bg2">
                            <a:lumMod val="10000"/>
                          </a:schemeClr>
                        </a:solidFill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+mn-cs"/>
                      </a:endParaRPr>
                    </a:p>
                  </a:txBody>
                  <a:tcPr anchor="ctr">
                    <a:lnL w="3556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DC6BA">
                        <a:alpha val="5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kern="0" spc="0" dirty="0">
                          <a:ln>
                            <a:solidFill>
                              <a:srgbClr val="277B92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+mn-cs"/>
                        </a:rPr>
                        <a:t>5.98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kern="0" spc="0" dirty="0">
                          <a:ln>
                            <a:solidFill>
                              <a:srgbClr val="277B92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+mn-cs"/>
                        </a:rPr>
                        <a:t>5.38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kern="0" spc="0" dirty="0">
                          <a:ln>
                            <a:solidFill>
                              <a:srgbClr val="277B92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+mn-cs"/>
                        </a:rPr>
                        <a:t>5.94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kern="0" spc="0" dirty="0">
                          <a:ln>
                            <a:solidFill>
                              <a:srgbClr val="277B92">
                                <a:alpha val="0"/>
                              </a:srgbClr>
                            </a:solidFill>
                          </a:ln>
                          <a:solidFill>
                            <a:srgbClr val="25385D"/>
                          </a:solidFill>
                          <a:effectLst/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  <a:cs typeface="+mn-cs"/>
                        </a:rPr>
                        <a:t>6.38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kern="0" spc="0" dirty="0">
                          <a:ln>
                            <a:solidFill>
                              <a:srgbClr val="277B92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+mn-cs"/>
                        </a:rPr>
                        <a:t>6.26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kern="0" spc="0" dirty="0">
                          <a:ln>
                            <a:solidFill>
                              <a:srgbClr val="277B92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+mn-cs"/>
                        </a:rPr>
                        <a:t>5.83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77683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1200" dirty="0" err="1">
                          <a:ln>
                            <a:solidFill>
                              <a:srgbClr val="277B92">
                                <a:alpha val="0"/>
                              </a:srgbClr>
                            </a:solidFill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+mn-cs"/>
                        </a:rPr>
                        <a:t>교과목수</a:t>
                      </a:r>
                      <a:endParaRPr lang="en-US" altLang="ko-KR" sz="900" kern="1200" dirty="0">
                        <a:ln>
                          <a:solidFill>
                            <a:srgbClr val="277B92">
                              <a:alpha val="0"/>
                            </a:srgbClr>
                          </a:solidFill>
                        </a:ln>
                        <a:solidFill>
                          <a:schemeClr val="bg2">
                            <a:lumMod val="10000"/>
                          </a:schemeClr>
                        </a:solidFill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+mn-cs"/>
                      </a:endParaRPr>
                    </a:p>
                  </a:txBody>
                  <a:tcPr anchor="ctr">
                    <a:lnL w="3556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DC6BA">
                        <a:alpha val="5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kern="0" spc="0" dirty="0">
                          <a:ln>
                            <a:solidFill>
                              <a:srgbClr val="277B92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+mn-cs"/>
                        </a:rPr>
                        <a:t>248.90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kern="0" spc="0" dirty="0">
                          <a:ln>
                            <a:solidFill>
                              <a:srgbClr val="277B92">
                                <a:alpha val="0"/>
                              </a:srgbClr>
                            </a:solidFill>
                          </a:ln>
                          <a:solidFill>
                            <a:srgbClr val="25385D"/>
                          </a:solidFill>
                          <a:effectLst/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  <a:cs typeface="+mn-cs"/>
                        </a:rPr>
                        <a:t>297.38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kern="0" spc="0" dirty="0">
                          <a:ln>
                            <a:solidFill>
                              <a:srgbClr val="277B92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+mn-cs"/>
                        </a:rPr>
                        <a:t>233.06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kern="0" spc="0" dirty="0">
                          <a:ln>
                            <a:solidFill>
                              <a:srgbClr val="277B92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+mn-cs"/>
                        </a:rPr>
                        <a:t>230.29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kern="0" spc="0" dirty="0">
                          <a:ln>
                            <a:solidFill>
                              <a:srgbClr val="277B92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+mn-cs"/>
                        </a:rPr>
                        <a:t>188.39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kern="0" spc="0" dirty="0">
                          <a:ln>
                            <a:solidFill>
                              <a:srgbClr val="277B92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+mn-cs"/>
                        </a:rPr>
                        <a:t>237.27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6443514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1200" dirty="0" err="1">
                          <a:ln>
                            <a:solidFill>
                              <a:srgbClr val="277B92">
                                <a:alpha val="0"/>
                              </a:srgbClr>
                            </a:solidFill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+mn-cs"/>
                        </a:rPr>
                        <a:t>운영강좌수</a:t>
                      </a:r>
                      <a:endParaRPr lang="en-US" altLang="ko-KR" sz="900" kern="1200" dirty="0">
                        <a:ln>
                          <a:solidFill>
                            <a:srgbClr val="277B92">
                              <a:alpha val="0"/>
                            </a:srgbClr>
                          </a:solidFill>
                        </a:ln>
                        <a:solidFill>
                          <a:schemeClr val="bg2">
                            <a:lumMod val="10000"/>
                          </a:schemeClr>
                        </a:solidFill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+mn-cs"/>
                      </a:endParaRPr>
                    </a:p>
                  </a:txBody>
                  <a:tcPr anchor="ctr">
                    <a:lnL w="3556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DC6BA">
                        <a:alpha val="5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kern="0" spc="0" dirty="0">
                          <a:ln>
                            <a:solidFill>
                              <a:srgbClr val="277B92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+mn-cs"/>
                        </a:rPr>
                        <a:t>958.75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kern="0" spc="0" dirty="0">
                          <a:ln>
                            <a:solidFill>
                              <a:srgbClr val="277B92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+mn-cs"/>
                        </a:rPr>
                        <a:t>1,061.00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kern="0" spc="0" dirty="0">
                          <a:ln>
                            <a:solidFill>
                              <a:srgbClr val="277B92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+mn-cs"/>
                        </a:rPr>
                        <a:t>967.00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kern="0" spc="0" dirty="0">
                          <a:ln>
                            <a:solidFill>
                              <a:srgbClr val="277B92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+mn-cs"/>
                        </a:rPr>
                        <a:t>1,131.81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kern="0" spc="0" dirty="0">
                          <a:ln>
                            <a:solidFill>
                              <a:srgbClr val="277B92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+mn-cs"/>
                        </a:rPr>
                        <a:t>662.80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kern="0" spc="0" dirty="0">
                          <a:ln>
                            <a:solidFill>
                              <a:srgbClr val="277B92">
                                <a:alpha val="0"/>
                              </a:srgbClr>
                            </a:solidFill>
                          </a:ln>
                          <a:solidFill>
                            <a:srgbClr val="25385D"/>
                          </a:solidFill>
                          <a:effectLst/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  <a:cs typeface="+mn-cs"/>
                        </a:rPr>
                        <a:t>1,172.41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893861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1200" dirty="0">
                          <a:ln>
                            <a:solidFill>
                              <a:srgbClr val="277B92">
                                <a:alpha val="0"/>
                              </a:srgbClr>
                            </a:solidFill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+mn-cs"/>
                        </a:rPr>
                        <a:t>핵심역량별 </a:t>
                      </a:r>
                      <a:r>
                        <a:rPr lang="ko-KR" altLang="en-US" sz="900" kern="1200" dirty="0" err="1">
                          <a:ln>
                            <a:solidFill>
                              <a:srgbClr val="277B92">
                                <a:alpha val="0"/>
                              </a:srgbClr>
                            </a:solidFill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+mn-cs"/>
                        </a:rPr>
                        <a:t>교과목수</a:t>
                      </a:r>
                      <a:endParaRPr lang="en-US" altLang="ko-KR" sz="900" kern="1200" dirty="0">
                        <a:ln>
                          <a:solidFill>
                            <a:srgbClr val="277B92">
                              <a:alpha val="0"/>
                            </a:srgbClr>
                          </a:solidFill>
                        </a:ln>
                        <a:solidFill>
                          <a:schemeClr val="bg2">
                            <a:lumMod val="10000"/>
                          </a:schemeClr>
                        </a:solidFill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+mn-cs"/>
                      </a:endParaRPr>
                    </a:p>
                  </a:txBody>
                  <a:tcPr anchor="ctr">
                    <a:lnL w="3556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DC6BA">
                        <a:alpha val="5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kern="0" spc="0" dirty="0">
                          <a:ln>
                            <a:solidFill>
                              <a:srgbClr val="277B92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+mn-cs"/>
                        </a:rPr>
                        <a:t>43.30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kern="0" spc="0" dirty="0">
                          <a:ln>
                            <a:solidFill>
                              <a:srgbClr val="277B92">
                                <a:alpha val="0"/>
                              </a:srgbClr>
                            </a:solidFill>
                          </a:ln>
                          <a:solidFill>
                            <a:srgbClr val="25385D"/>
                          </a:solidFill>
                          <a:effectLst/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  <a:cs typeface="+mn-cs"/>
                        </a:rPr>
                        <a:t>56.16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kern="0" spc="0" dirty="0">
                          <a:ln>
                            <a:solidFill>
                              <a:srgbClr val="277B92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+mn-cs"/>
                        </a:rPr>
                        <a:t>38.64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kern="0" spc="0" dirty="0">
                          <a:ln>
                            <a:solidFill>
                              <a:srgbClr val="277B92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+mn-cs"/>
                        </a:rPr>
                        <a:t>37.58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kern="0" spc="0" dirty="0">
                          <a:ln>
                            <a:solidFill>
                              <a:srgbClr val="277B92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+mn-cs"/>
                        </a:rPr>
                        <a:t>31.46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kern="0" spc="0" dirty="0">
                          <a:ln>
                            <a:solidFill>
                              <a:srgbClr val="277B92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+mn-cs"/>
                        </a:rPr>
                        <a:t>43.28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6860433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1200" dirty="0">
                          <a:ln>
                            <a:solidFill>
                              <a:srgbClr val="277B92">
                                <a:alpha val="0"/>
                              </a:srgbClr>
                            </a:solidFill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+mn-cs"/>
                        </a:rPr>
                        <a:t>핵심역량별</a:t>
                      </a:r>
                      <a:r>
                        <a:rPr lang="en-US" altLang="ko-KR" sz="900" kern="1200" dirty="0">
                          <a:ln>
                            <a:solidFill>
                              <a:srgbClr val="277B92">
                                <a:alpha val="0"/>
                              </a:srgbClr>
                            </a:solidFill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+mn-cs"/>
                        </a:rPr>
                        <a:t> </a:t>
                      </a:r>
                      <a:r>
                        <a:rPr lang="ko-KR" altLang="en-US" sz="900" kern="1200" dirty="0">
                          <a:ln>
                            <a:solidFill>
                              <a:srgbClr val="277B92">
                                <a:alpha val="0"/>
                              </a:srgbClr>
                            </a:solidFill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+mn-cs"/>
                        </a:rPr>
                        <a:t>평균</a:t>
                      </a:r>
                      <a:r>
                        <a:rPr lang="en-US" altLang="ko-KR" sz="900" kern="1200" dirty="0">
                          <a:ln>
                            <a:solidFill>
                              <a:srgbClr val="277B92">
                                <a:alpha val="0"/>
                              </a:srgbClr>
                            </a:solidFill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+mn-cs"/>
                        </a:rPr>
                        <a:t> </a:t>
                      </a:r>
                      <a:r>
                        <a:rPr lang="ko-KR" altLang="en-US" sz="900" kern="1200" dirty="0" err="1">
                          <a:ln>
                            <a:solidFill>
                              <a:srgbClr val="277B92">
                                <a:alpha val="0"/>
                              </a:srgbClr>
                            </a:solidFill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+mn-cs"/>
                        </a:rPr>
                        <a:t>운영강좌수</a:t>
                      </a:r>
                      <a:endParaRPr lang="en-US" altLang="ko-KR" sz="900" kern="1200" dirty="0">
                        <a:ln>
                          <a:solidFill>
                            <a:srgbClr val="277B92">
                              <a:alpha val="0"/>
                            </a:srgbClr>
                          </a:solidFill>
                        </a:ln>
                        <a:solidFill>
                          <a:schemeClr val="bg2">
                            <a:lumMod val="10000"/>
                          </a:schemeClr>
                        </a:solidFill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+mn-cs"/>
                      </a:endParaRPr>
                    </a:p>
                  </a:txBody>
                  <a:tcPr anchor="ctr">
                    <a:lnL w="3556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DC6BA">
                        <a:alpha val="5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kern="0" spc="0" dirty="0">
                          <a:ln>
                            <a:solidFill>
                              <a:srgbClr val="277B92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+mn-cs"/>
                        </a:rPr>
                        <a:t>163.64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kern="0" spc="0" dirty="0">
                          <a:ln>
                            <a:solidFill>
                              <a:srgbClr val="277B92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+mn-cs"/>
                        </a:rPr>
                        <a:t>204.62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kern="0" spc="0" dirty="0">
                          <a:ln>
                            <a:solidFill>
                              <a:srgbClr val="277B92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+mn-cs"/>
                        </a:rPr>
                        <a:t>165.90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kern="0" spc="0" dirty="0">
                          <a:ln>
                            <a:solidFill>
                              <a:srgbClr val="277B92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+mn-cs"/>
                        </a:rPr>
                        <a:t>189.61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kern="0" spc="0" dirty="0">
                          <a:ln>
                            <a:solidFill>
                              <a:srgbClr val="277B92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+mn-cs"/>
                        </a:rPr>
                        <a:t>112.16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kern="0" spc="0" dirty="0">
                          <a:ln>
                            <a:solidFill>
                              <a:srgbClr val="277B92">
                                <a:alpha val="0"/>
                              </a:srgbClr>
                            </a:solidFill>
                          </a:ln>
                          <a:solidFill>
                            <a:srgbClr val="25385D"/>
                          </a:solidFill>
                          <a:effectLst/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  <a:cs typeface="+mn-cs"/>
                        </a:rPr>
                        <a:t>212.85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8736977"/>
                  </a:ext>
                </a:extLst>
              </a:tr>
            </a:tbl>
          </a:graphicData>
        </a:graphic>
      </p:graphicFrame>
      <p:sp>
        <p:nvSpPr>
          <p:cNvPr id="61" name="직사각형 60">
            <a:extLst>
              <a:ext uri="{FF2B5EF4-FFF2-40B4-BE49-F238E27FC236}">
                <a16:creationId xmlns:a16="http://schemas.microsoft.com/office/drawing/2014/main" id="{0AA279FC-2274-3ED6-E3A5-8D3F1E8F0E8F}"/>
              </a:ext>
            </a:extLst>
          </p:cNvPr>
          <p:cNvSpPr/>
          <p:nvPr/>
        </p:nvSpPr>
        <p:spPr>
          <a:xfrm>
            <a:off x="3460799" y="5266949"/>
            <a:ext cx="5270402" cy="5559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0000" marR="0" lvl="0" indent="-18000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7B92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권역별로는 강원권의 핵심역량별 교과목수가 약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56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개로 가장 많은 것으로 나타남</a:t>
            </a:r>
            <a:endParaRPr kumimoji="0" lang="en-US" altLang="ko-KR" sz="1000" b="0" i="0" u="none" strike="noStrike" kern="1200" cap="none" spc="0" normalizeH="0" baseline="0" noProof="0" dirty="0">
              <a:ln>
                <a:solidFill>
                  <a:srgbClr val="4472C4">
                    <a:alpha val="0"/>
                  </a:srgbClr>
                </a:solidFill>
              </a:ln>
              <a:solidFill>
                <a:srgbClr val="E7E6E6">
                  <a:lumMod val="10000"/>
                </a:srgbClr>
              </a:solidFill>
              <a:effectLst/>
              <a:uLnTx/>
              <a:uFillTx/>
              <a:latin typeface="G마켓 산스 TTF Medium" panose="02000000000000000000" pitchFamily="2" charset="-127"/>
              <a:ea typeface="G마켓 산스 TTF Medium" panose="02000000000000000000" pitchFamily="2" charset="-127"/>
              <a:cs typeface="+mn-cs"/>
            </a:endParaRPr>
          </a:p>
          <a:p>
            <a:pPr marL="180000" marR="0" lvl="0" indent="-18000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7B92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반면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,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 핵심역량별 평균 </a:t>
            </a:r>
            <a:r>
              <a:rPr kumimoji="0" lang="ko-KR" altLang="en-US" sz="1000" b="0" i="0" u="none" strike="noStrike" kern="1200" cap="none" spc="0" normalizeH="0" baseline="0" noProof="0" dirty="0" err="1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운영강좌수는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 충청권이 약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213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개로 가장 많은 것으로 나타남</a:t>
            </a:r>
            <a:endParaRPr kumimoji="0" lang="en-US" altLang="ko-KR" sz="1000" b="0" i="0" u="none" strike="noStrike" kern="1200" cap="none" spc="0" normalizeH="0" baseline="0" noProof="0" dirty="0">
              <a:ln>
                <a:solidFill>
                  <a:srgbClr val="4472C4">
                    <a:alpha val="0"/>
                  </a:srgbClr>
                </a:solidFill>
              </a:ln>
              <a:solidFill>
                <a:srgbClr val="E7E6E6">
                  <a:lumMod val="10000"/>
                </a:srgbClr>
              </a:solidFill>
              <a:effectLst/>
              <a:uLnTx/>
              <a:uFillTx/>
              <a:latin typeface="G마켓 산스 TTF Medium" panose="02000000000000000000" pitchFamily="2" charset="-127"/>
              <a:ea typeface="G마켓 산스 TTF Medium" panose="02000000000000000000" pitchFamily="2" charset="-127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3AA92E4-D932-32C7-241B-7566792B34B4}"/>
              </a:ext>
            </a:extLst>
          </p:cNvPr>
          <p:cNvSpPr txBox="1"/>
          <p:nvPr/>
        </p:nvSpPr>
        <p:spPr>
          <a:xfrm>
            <a:off x="628650" y="274320"/>
            <a:ext cx="1058944" cy="276999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>
            <a:defPPr>
              <a:defRPr lang="ko-KR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019D6D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019D6D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04. </a:t>
            </a:r>
            <a:r>
              <a:rPr kumimoji="0" lang="ko-KR" altLang="en-US" sz="1200" b="0" i="0" u="none" strike="noStrike" kern="1200" cap="none" spc="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019D6D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표</a:t>
            </a: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019D6D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/</a:t>
            </a:r>
            <a:r>
              <a:rPr kumimoji="0" lang="ko-KR" altLang="en-US" sz="1200" b="0" i="0" u="none" strike="noStrike" kern="1200" cap="none" spc="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019D6D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그래프</a:t>
            </a:r>
          </a:p>
        </p:txBody>
      </p:sp>
      <p:pic>
        <p:nvPicPr>
          <p:cNvPr id="3" name="그림 2" descr="클립아트, 만화 영화, 상징이(가) 표시된 사진&#10;&#10;자동 생성된 설명">
            <a:extLst>
              <a:ext uri="{FF2B5EF4-FFF2-40B4-BE49-F238E27FC236}">
                <a16:creationId xmlns:a16="http://schemas.microsoft.com/office/drawing/2014/main" id="{D233A0A0-7470-0F12-E76E-DE8DBE827AF6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09533" y="339854"/>
            <a:ext cx="453817" cy="453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0578797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>
        <p159:morph option="byChar"/>
      </p:transition>
    </mc:Choice>
    <mc:Fallback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861C02D0-E528-55DF-B2AD-1D3D059EF0A2}"/>
              </a:ext>
            </a:extLst>
          </p:cNvPr>
          <p:cNvCxnSpPr>
            <a:cxnSpLocks/>
          </p:cNvCxnSpPr>
          <p:nvPr/>
        </p:nvCxnSpPr>
        <p:spPr>
          <a:xfrm>
            <a:off x="628650" y="914400"/>
            <a:ext cx="10934700" cy="0"/>
          </a:xfrm>
          <a:prstGeom prst="line">
            <a:avLst/>
          </a:prstGeom>
          <a:ln w="19050">
            <a:solidFill>
              <a:srgbClr val="E0833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EC576FF9-50DD-149F-E285-DB7DE569815F}"/>
              </a:ext>
            </a:extLst>
          </p:cNvPr>
          <p:cNvSpPr txBox="1"/>
          <p:nvPr/>
        </p:nvSpPr>
        <p:spPr>
          <a:xfrm>
            <a:off x="628649" y="513219"/>
            <a:ext cx="5724526" cy="369332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-50" normalizeH="0" baseline="0" noProof="0" dirty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표</a:t>
            </a:r>
            <a:r>
              <a:rPr kumimoji="0" lang="en-US" altLang="ko-KR" sz="1800" b="0" i="0" u="none" strike="noStrike" kern="1200" cap="none" spc="-50" normalizeH="0" baseline="0" noProof="0" dirty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, </a:t>
            </a:r>
            <a:r>
              <a:rPr kumimoji="0" lang="ko-KR" altLang="en-US" sz="1800" b="0" i="0" u="none" strike="noStrike" kern="1200" cap="none" spc="-50" normalizeH="0" baseline="0" noProof="0" dirty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실무 </a:t>
            </a:r>
            <a:r>
              <a:rPr kumimoji="0" lang="ko-KR" altLang="en-US" sz="1800" b="0" i="0" u="none" strike="noStrike" kern="1200" cap="none" spc="-50" normalizeH="0" baseline="0" noProof="0" dirty="0" err="1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꿀팁</a:t>
            </a:r>
            <a:r>
              <a:rPr kumimoji="0" lang="ko-KR" altLang="en-US" sz="1800" b="0" i="0" u="none" strike="noStrike" kern="1200" cap="none" spc="-50" normalizeH="0" baseline="0" noProof="0" dirty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 </a:t>
            </a:r>
            <a:r>
              <a:rPr kumimoji="0" lang="en-US" altLang="ko-KR" sz="1800" b="0" i="0" u="none" strike="noStrike" kern="1200" cap="none" spc="-50" normalizeH="0" baseline="0" noProof="0" dirty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FA6502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(</a:t>
            </a:r>
            <a:r>
              <a:rPr kumimoji="0" lang="ko-KR" altLang="en-US" sz="1800" b="0" i="0" u="none" strike="noStrike" kern="1200" cap="none" spc="-50" normalizeH="0" baseline="0" noProof="0" dirty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FA6502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표의 텍스트 강조</a:t>
            </a:r>
            <a:r>
              <a:rPr kumimoji="0" lang="en-US" altLang="ko-KR" sz="1800" b="0" i="0" u="none" strike="noStrike" kern="1200" cap="none" spc="-50" normalizeH="0" baseline="0" noProof="0" dirty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FA6502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)</a:t>
            </a:r>
            <a:r>
              <a:rPr kumimoji="0" lang="ko-KR" altLang="en-US" sz="1800" b="0" i="0" u="none" strike="noStrike" kern="1200" cap="none" spc="-50" normalizeH="0" baseline="0" noProof="0" dirty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FA6502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 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A515B71-2EAD-76CA-2151-8EE88EC90ABF}"/>
              </a:ext>
            </a:extLst>
          </p:cNvPr>
          <p:cNvSpPr/>
          <p:nvPr/>
        </p:nvSpPr>
        <p:spPr>
          <a:xfrm>
            <a:off x="628649" y="1035130"/>
            <a:ext cx="10934702" cy="31854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※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전체 텍스트 회색으로 죽이고 검정색 굵게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1E7E628-49D8-81BC-89C9-B32D34CC00D7}"/>
              </a:ext>
            </a:extLst>
          </p:cNvPr>
          <p:cNvSpPr txBox="1"/>
          <p:nvPr/>
        </p:nvSpPr>
        <p:spPr>
          <a:xfrm>
            <a:off x="4776699" y="1774791"/>
            <a:ext cx="26386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sz="14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8436A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[ </a:t>
            </a:r>
            <a:r>
              <a:rPr kumimoji="0" lang="ko-KR" altLang="en-US" sz="1400" b="0" i="0" u="none" strike="noStrike" kern="1200" cap="none" spc="0" normalizeH="0" baseline="0" noProof="0" dirty="0" err="1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권역별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]</a:t>
            </a:r>
            <a:endParaRPr kumimoji="0" lang="ko-KR" altLang="en-US" sz="1400" b="0" i="0" u="none" strike="noStrike" kern="1200" cap="none" spc="0" normalizeH="0" baseline="0" noProof="0" dirty="0">
              <a:ln>
                <a:solidFill>
                  <a:srgbClr val="4472C4">
                    <a:alpha val="0"/>
                  </a:srgbClr>
                </a:solidFill>
              </a:ln>
              <a:solidFill>
                <a:srgbClr val="E7E6E6">
                  <a:lumMod val="25000"/>
                </a:srgbClr>
              </a:solidFill>
              <a:effectLst/>
              <a:uLnTx/>
              <a:uFillTx/>
              <a:latin typeface="G마켓 산스 TTF Bold" panose="02000000000000000000" pitchFamily="2" charset="-127"/>
              <a:ea typeface="G마켓 산스 TTF Bold" panose="02000000000000000000" pitchFamily="2" charset="-127"/>
              <a:cs typeface="+mn-cs"/>
            </a:endParaRPr>
          </a:p>
        </p:txBody>
      </p:sp>
      <p:graphicFrame>
        <p:nvGraphicFramePr>
          <p:cNvPr id="60" name="표 59">
            <a:extLst>
              <a:ext uri="{FF2B5EF4-FFF2-40B4-BE49-F238E27FC236}">
                <a16:creationId xmlns:a16="http://schemas.microsoft.com/office/drawing/2014/main" id="{A03D1392-92A3-825A-CD32-BE3210A776EF}"/>
              </a:ext>
            </a:extLst>
          </p:cNvPr>
          <p:cNvGraphicFramePr>
            <a:graphicFrameLocks noGrp="1"/>
          </p:cNvGraphicFramePr>
          <p:nvPr/>
        </p:nvGraphicFramePr>
        <p:xfrm>
          <a:off x="4169590" y="2152232"/>
          <a:ext cx="3852820" cy="3023307"/>
        </p:xfrm>
        <a:graphic>
          <a:graphicData uri="http://schemas.openxmlformats.org/drawingml/2006/table">
            <a:tbl>
              <a:tblPr/>
              <a:tblGrid>
                <a:gridCol w="1017656">
                  <a:extLst>
                    <a:ext uri="{9D8B030D-6E8A-4147-A177-3AD203B41FA5}">
                      <a16:colId xmlns:a16="http://schemas.microsoft.com/office/drawing/2014/main" val="49915741"/>
                    </a:ext>
                  </a:extLst>
                </a:gridCol>
                <a:gridCol w="708791">
                  <a:extLst>
                    <a:ext uri="{9D8B030D-6E8A-4147-A177-3AD203B41FA5}">
                      <a16:colId xmlns:a16="http://schemas.microsoft.com/office/drawing/2014/main" val="283610365"/>
                    </a:ext>
                  </a:extLst>
                </a:gridCol>
                <a:gridCol w="708791">
                  <a:extLst>
                    <a:ext uri="{9D8B030D-6E8A-4147-A177-3AD203B41FA5}">
                      <a16:colId xmlns:a16="http://schemas.microsoft.com/office/drawing/2014/main" val="3270800685"/>
                    </a:ext>
                  </a:extLst>
                </a:gridCol>
                <a:gridCol w="708791">
                  <a:extLst>
                    <a:ext uri="{9D8B030D-6E8A-4147-A177-3AD203B41FA5}">
                      <a16:colId xmlns:a16="http://schemas.microsoft.com/office/drawing/2014/main" val="3142238220"/>
                    </a:ext>
                  </a:extLst>
                </a:gridCol>
                <a:gridCol w="708791">
                  <a:extLst>
                    <a:ext uri="{9D8B030D-6E8A-4147-A177-3AD203B41FA5}">
                      <a16:colId xmlns:a16="http://schemas.microsoft.com/office/drawing/2014/main" val="4023649138"/>
                    </a:ext>
                  </a:extLst>
                </a:gridCol>
              </a:tblGrid>
              <a:tr h="503307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kern="1200" dirty="0">
                          <a:ln>
                            <a:solidFill>
                              <a:srgbClr val="277B92">
                                <a:alpha val="0"/>
                              </a:srgbClr>
                            </a:solidFill>
                          </a:ln>
                          <a:solidFill>
                            <a:srgbClr val="FFFFFF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+mn-cs"/>
                        </a:rPr>
                        <a:t>구분</a:t>
                      </a:r>
                    </a:p>
                  </a:txBody>
                  <a:tcPr anchor="ctr">
                    <a:lnL w="3556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77B9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kern="1200" dirty="0">
                          <a:ln>
                            <a:solidFill>
                              <a:srgbClr val="277B92">
                                <a:alpha val="0"/>
                              </a:srgbClr>
                            </a:solidFill>
                          </a:ln>
                          <a:solidFill>
                            <a:srgbClr val="FFFFFF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+mn-cs"/>
                        </a:rPr>
                        <a:t>수도권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77B9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kern="1200" dirty="0">
                          <a:ln>
                            <a:solidFill>
                              <a:srgbClr val="277B92">
                                <a:alpha val="0"/>
                              </a:srgbClr>
                            </a:solidFill>
                          </a:ln>
                          <a:solidFill>
                            <a:srgbClr val="FFFFFF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+mn-cs"/>
                        </a:rPr>
                        <a:t>강원권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77B9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kern="1200" dirty="0">
                          <a:ln>
                            <a:solidFill>
                              <a:srgbClr val="277B92">
                                <a:alpha val="0"/>
                              </a:srgbClr>
                            </a:solidFill>
                          </a:ln>
                          <a:solidFill>
                            <a:srgbClr val="FFFFFF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+mn-cs"/>
                        </a:rPr>
                        <a:t>대구</a:t>
                      </a:r>
                      <a:endParaRPr lang="en-US" altLang="ko-KR" sz="900" b="1" kern="1200" dirty="0">
                        <a:ln>
                          <a:solidFill>
                            <a:srgbClr val="277B92">
                              <a:alpha val="0"/>
                            </a:srgbClr>
                          </a:solidFill>
                        </a:ln>
                        <a:solidFill>
                          <a:srgbClr val="FFFFFF"/>
                        </a:solidFill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+mn-cs"/>
                      </a:endParaRPr>
                    </a:p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b="1" kern="1200" dirty="0">
                          <a:ln>
                            <a:solidFill>
                              <a:srgbClr val="277B92">
                                <a:alpha val="0"/>
                              </a:srgbClr>
                            </a:solidFill>
                          </a:ln>
                          <a:solidFill>
                            <a:srgbClr val="FFFFFF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+mn-cs"/>
                        </a:rPr>
                        <a:t>·</a:t>
                      </a:r>
                      <a:r>
                        <a:rPr lang="ko-KR" altLang="en-US" sz="900" b="1" kern="1200" dirty="0" err="1">
                          <a:ln>
                            <a:solidFill>
                              <a:srgbClr val="277B92">
                                <a:alpha val="0"/>
                              </a:srgbClr>
                            </a:solidFill>
                          </a:ln>
                          <a:solidFill>
                            <a:srgbClr val="FFFFFF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+mn-cs"/>
                        </a:rPr>
                        <a:t>경북권</a:t>
                      </a:r>
                      <a:endParaRPr lang="ko-KR" altLang="en-US" sz="900" b="1" kern="1200" dirty="0">
                        <a:ln>
                          <a:solidFill>
                            <a:srgbClr val="277B92">
                              <a:alpha val="0"/>
                            </a:srgbClr>
                          </a:solidFill>
                        </a:ln>
                        <a:solidFill>
                          <a:srgbClr val="FFFFFF"/>
                        </a:solidFill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77B9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kern="1200" dirty="0">
                          <a:ln>
                            <a:solidFill>
                              <a:srgbClr val="277B92">
                                <a:alpha val="0"/>
                              </a:srgbClr>
                            </a:solidFill>
                          </a:ln>
                          <a:solidFill>
                            <a:srgbClr val="FFFFFF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+mn-cs"/>
                        </a:rPr>
                        <a:t>부산</a:t>
                      </a:r>
                      <a:r>
                        <a:rPr lang="en-US" altLang="ko-KR" sz="900" b="1" kern="1200" dirty="0">
                          <a:ln>
                            <a:solidFill>
                              <a:srgbClr val="277B92">
                                <a:alpha val="0"/>
                              </a:srgbClr>
                            </a:solidFill>
                          </a:ln>
                          <a:solidFill>
                            <a:srgbClr val="FFFFFF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+mn-cs"/>
                        </a:rPr>
                        <a:t>·</a:t>
                      </a:r>
                      <a:r>
                        <a:rPr lang="ko-KR" altLang="en-US" sz="900" b="1" kern="1200" dirty="0">
                          <a:ln>
                            <a:solidFill>
                              <a:srgbClr val="277B92">
                                <a:alpha val="0"/>
                              </a:srgbClr>
                            </a:solidFill>
                          </a:ln>
                          <a:solidFill>
                            <a:srgbClr val="FFFFFF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+mn-cs"/>
                        </a:rPr>
                        <a:t>울산</a:t>
                      </a:r>
                      <a:r>
                        <a:rPr lang="en-US" altLang="ko-KR" sz="900" b="1" kern="1200" dirty="0">
                          <a:ln>
                            <a:solidFill>
                              <a:srgbClr val="277B92">
                                <a:alpha val="0"/>
                              </a:srgbClr>
                            </a:solidFill>
                          </a:ln>
                          <a:solidFill>
                            <a:srgbClr val="FFFFFF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+mn-cs"/>
                        </a:rPr>
                        <a:t/>
                      </a:r>
                      <a:br>
                        <a:rPr lang="en-US" altLang="ko-KR" sz="900" b="1" kern="1200" dirty="0">
                          <a:ln>
                            <a:solidFill>
                              <a:srgbClr val="277B92">
                                <a:alpha val="0"/>
                              </a:srgbClr>
                            </a:solidFill>
                          </a:ln>
                          <a:solidFill>
                            <a:srgbClr val="FFFFFF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+mn-cs"/>
                        </a:rPr>
                      </a:br>
                      <a:r>
                        <a:rPr lang="en-US" altLang="ko-KR" sz="900" b="1" kern="1200" dirty="0">
                          <a:ln>
                            <a:solidFill>
                              <a:srgbClr val="277B92">
                                <a:alpha val="0"/>
                              </a:srgbClr>
                            </a:solidFill>
                          </a:ln>
                          <a:solidFill>
                            <a:srgbClr val="FFFFFF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+mn-cs"/>
                        </a:rPr>
                        <a:t>·</a:t>
                      </a:r>
                      <a:r>
                        <a:rPr lang="ko-KR" altLang="en-US" sz="900" b="1" kern="1200" dirty="0" err="1">
                          <a:ln>
                            <a:solidFill>
                              <a:srgbClr val="277B92">
                                <a:alpha val="0"/>
                              </a:srgbClr>
                            </a:solidFill>
                          </a:ln>
                          <a:solidFill>
                            <a:srgbClr val="FFFFFF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+mn-cs"/>
                        </a:rPr>
                        <a:t>경남권</a:t>
                      </a:r>
                      <a:endParaRPr lang="ko-KR" altLang="en-US" sz="900" b="1" kern="1200" dirty="0">
                        <a:ln>
                          <a:solidFill>
                            <a:srgbClr val="277B92">
                              <a:alpha val="0"/>
                            </a:srgbClr>
                          </a:solidFill>
                        </a:ln>
                        <a:solidFill>
                          <a:srgbClr val="FFFFFF"/>
                        </a:solidFill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77B9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6082982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1200" dirty="0" err="1">
                          <a:ln>
                            <a:solidFill>
                              <a:srgbClr val="277B92">
                                <a:alpha val="0"/>
                              </a:srgbClr>
                            </a:solidFill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+mn-cs"/>
                        </a:rPr>
                        <a:t>핵심역량수</a:t>
                      </a:r>
                      <a:endParaRPr lang="en-US" altLang="ko-KR" sz="900" kern="1200" dirty="0">
                        <a:ln>
                          <a:solidFill>
                            <a:srgbClr val="277B92">
                              <a:alpha val="0"/>
                            </a:srgbClr>
                          </a:solidFill>
                        </a:ln>
                        <a:solidFill>
                          <a:schemeClr val="bg2">
                            <a:lumMod val="10000"/>
                          </a:schemeClr>
                        </a:solidFill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+mn-cs"/>
                      </a:endParaRPr>
                    </a:p>
                  </a:txBody>
                  <a:tcPr anchor="ctr">
                    <a:lnL w="3556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DC6BA">
                        <a:alpha val="5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kern="0" spc="0" dirty="0">
                          <a:ln>
                            <a:solidFill>
                              <a:srgbClr val="277B92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+mn-cs"/>
                        </a:rPr>
                        <a:t>5.98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0" kern="0" spc="0" dirty="0">
                          <a:ln>
                            <a:solidFill>
                              <a:srgbClr val="277B92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+mn-cs"/>
                        </a:rPr>
                        <a:t>5.38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0" kern="0" spc="0" dirty="0">
                          <a:ln>
                            <a:solidFill>
                              <a:srgbClr val="277B92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+mn-cs"/>
                        </a:rPr>
                        <a:t>5.94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0" kern="0" spc="0" dirty="0">
                          <a:ln>
                            <a:solidFill>
                              <a:srgbClr val="277B92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+mn-cs"/>
                        </a:rPr>
                        <a:t>6.38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77683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1200" dirty="0" err="1">
                          <a:ln>
                            <a:solidFill>
                              <a:srgbClr val="277B92">
                                <a:alpha val="0"/>
                              </a:srgbClr>
                            </a:solidFill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+mn-cs"/>
                        </a:rPr>
                        <a:t>교과목수</a:t>
                      </a:r>
                      <a:endParaRPr lang="en-US" altLang="ko-KR" sz="900" kern="1200" dirty="0">
                        <a:ln>
                          <a:solidFill>
                            <a:srgbClr val="277B92">
                              <a:alpha val="0"/>
                            </a:srgbClr>
                          </a:solidFill>
                        </a:ln>
                        <a:solidFill>
                          <a:schemeClr val="bg2">
                            <a:lumMod val="10000"/>
                          </a:schemeClr>
                        </a:solidFill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+mn-cs"/>
                      </a:endParaRPr>
                    </a:p>
                  </a:txBody>
                  <a:tcPr anchor="ctr">
                    <a:lnL w="3556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DC6BA">
                        <a:alpha val="5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kern="0" spc="0" dirty="0">
                          <a:ln>
                            <a:solidFill>
                              <a:srgbClr val="277B92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+mn-cs"/>
                        </a:rPr>
                        <a:t>248.90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0" kern="0" spc="0" dirty="0">
                          <a:ln>
                            <a:solidFill>
                              <a:srgbClr val="277B92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+mn-cs"/>
                        </a:rPr>
                        <a:t>297.38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0" kern="0" spc="0" dirty="0">
                          <a:ln>
                            <a:solidFill>
                              <a:srgbClr val="277B92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+mn-cs"/>
                        </a:rPr>
                        <a:t>233.06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0" kern="0" spc="0" dirty="0">
                          <a:ln>
                            <a:solidFill>
                              <a:srgbClr val="277B92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+mn-cs"/>
                        </a:rPr>
                        <a:t>230.29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6443514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1200" dirty="0" err="1">
                          <a:ln>
                            <a:solidFill>
                              <a:srgbClr val="277B92">
                                <a:alpha val="0"/>
                              </a:srgbClr>
                            </a:solidFill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+mn-cs"/>
                        </a:rPr>
                        <a:t>운영강좌수</a:t>
                      </a:r>
                      <a:endParaRPr lang="en-US" altLang="ko-KR" sz="900" kern="1200" dirty="0">
                        <a:ln>
                          <a:solidFill>
                            <a:srgbClr val="277B92">
                              <a:alpha val="0"/>
                            </a:srgbClr>
                          </a:solidFill>
                        </a:ln>
                        <a:solidFill>
                          <a:schemeClr val="bg2">
                            <a:lumMod val="10000"/>
                          </a:schemeClr>
                        </a:solidFill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+mn-cs"/>
                      </a:endParaRPr>
                    </a:p>
                  </a:txBody>
                  <a:tcPr anchor="ctr">
                    <a:lnL w="3556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DC6BA">
                        <a:alpha val="5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kern="0" spc="0" dirty="0">
                          <a:ln>
                            <a:solidFill>
                              <a:srgbClr val="277B92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+mn-cs"/>
                        </a:rPr>
                        <a:t>958.75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0" kern="0" spc="0" dirty="0">
                          <a:ln>
                            <a:solidFill>
                              <a:srgbClr val="277B92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+mn-cs"/>
                        </a:rPr>
                        <a:t>1,061.00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0" kern="0" spc="0" dirty="0">
                          <a:ln>
                            <a:solidFill>
                              <a:srgbClr val="277B92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+mn-cs"/>
                        </a:rPr>
                        <a:t>967.00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0" kern="0" spc="0" dirty="0">
                          <a:ln>
                            <a:solidFill>
                              <a:srgbClr val="277B92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+mn-cs"/>
                        </a:rPr>
                        <a:t>1,131.81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893861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1200" dirty="0">
                          <a:ln>
                            <a:solidFill>
                              <a:srgbClr val="277B92">
                                <a:alpha val="0"/>
                              </a:srgbClr>
                            </a:solidFill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+mn-cs"/>
                        </a:rPr>
                        <a:t>핵심역량별 </a:t>
                      </a:r>
                      <a:r>
                        <a:rPr lang="ko-KR" altLang="en-US" sz="900" kern="1200" dirty="0" err="1">
                          <a:ln>
                            <a:solidFill>
                              <a:srgbClr val="277B92">
                                <a:alpha val="0"/>
                              </a:srgbClr>
                            </a:solidFill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+mn-cs"/>
                        </a:rPr>
                        <a:t>교과목수</a:t>
                      </a:r>
                      <a:endParaRPr lang="en-US" altLang="ko-KR" sz="900" kern="1200" dirty="0">
                        <a:ln>
                          <a:solidFill>
                            <a:srgbClr val="277B92">
                              <a:alpha val="0"/>
                            </a:srgbClr>
                          </a:solidFill>
                        </a:ln>
                        <a:solidFill>
                          <a:schemeClr val="bg2">
                            <a:lumMod val="10000"/>
                          </a:schemeClr>
                        </a:solidFill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+mn-cs"/>
                      </a:endParaRPr>
                    </a:p>
                  </a:txBody>
                  <a:tcPr anchor="ctr">
                    <a:lnL w="3556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DC6BA">
                        <a:alpha val="5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kern="0" spc="0" dirty="0">
                          <a:ln>
                            <a:solidFill>
                              <a:srgbClr val="277B92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+mn-cs"/>
                        </a:rPr>
                        <a:t>43.30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0" kern="0" spc="0" dirty="0">
                          <a:ln>
                            <a:solidFill>
                              <a:srgbClr val="277B92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+mn-cs"/>
                        </a:rPr>
                        <a:t>56.16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0" kern="0" spc="0" dirty="0">
                          <a:ln>
                            <a:solidFill>
                              <a:srgbClr val="277B92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+mn-cs"/>
                        </a:rPr>
                        <a:t>38.64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0" kern="0" spc="0" dirty="0">
                          <a:ln>
                            <a:solidFill>
                              <a:srgbClr val="277B92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+mn-cs"/>
                        </a:rPr>
                        <a:t>37.58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6860433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1200" dirty="0">
                          <a:ln>
                            <a:solidFill>
                              <a:srgbClr val="277B92">
                                <a:alpha val="0"/>
                              </a:srgbClr>
                            </a:solidFill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+mn-cs"/>
                        </a:rPr>
                        <a:t>핵심역량별</a:t>
                      </a:r>
                      <a:r>
                        <a:rPr lang="en-US" altLang="ko-KR" sz="900" kern="1200" dirty="0">
                          <a:ln>
                            <a:solidFill>
                              <a:srgbClr val="277B92">
                                <a:alpha val="0"/>
                              </a:srgbClr>
                            </a:solidFill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+mn-cs"/>
                        </a:rPr>
                        <a:t> </a:t>
                      </a:r>
                      <a:r>
                        <a:rPr lang="ko-KR" altLang="en-US" sz="900" kern="1200" dirty="0">
                          <a:ln>
                            <a:solidFill>
                              <a:srgbClr val="277B92">
                                <a:alpha val="0"/>
                              </a:srgbClr>
                            </a:solidFill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+mn-cs"/>
                        </a:rPr>
                        <a:t>평균</a:t>
                      </a:r>
                      <a:r>
                        <a:rPr lang="en-US" altLang="ko-KR" sz="900" kern="1200" dirty="0">
                          <a:ln>
                            <a:solidFill>
                              <a:srgbClr val="277B92">
                                <a:alpha val="0"/>
                              </a:srgbClr>
                            </a:solidFill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+mn-cs"/>
                        </a:rPr>
                        <a:t> </a:t>
                      </a:r>
                      <a:r>
                        <a:rPr lang="ko-KR" altLang="en-US" sz="900" kern="1200" dirty="0" err="1">
                          <a:ln>
                            <a:solidFill>
                              <a:srgbClr val="277B92">
                                <a:alpha val="0"/>
                              </a:srgbClr>
                            </a:solidFill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+mn-cs"/>
                        </a:rPr>
                        <a:t>운영강좌수</a:t>
                      </a:r>
                      <a:endParaRPr lang="en-US" altLang="ko-KR" sz="900" kern="1200" dirty="0">
                        <a:ln>
                          <a:solidFill>
                            <a:srgbClr val="277B92">
                              <a:alpha val="0"/>
                            </a:srgbClr>
                          </a:solidFill>
                        </a:ln>
                        <a:solidFill>
                          <a:schemeClr val="bg2">
                            <a:lumMod val="10000"/>
                          </a:schemeClr>
                        </a:solidFill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+mn-cs"/>
                      </a:endParaRPr>
                    </a:p>
                  </a:txBody>
                  <a:tcPr anchor="ctr">
                    <a:lnL w="3556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DC6BA">
                        <a:alpha val="5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kern="0" spc="0" dirty="0">
                          <a:ln>
                            <a:solidFill>
                              <a:srgbClr val="277B92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+mn-cs"/>
                        </a:rPr>
                        <a:t>163.64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0" kern="0" spc="0" dirty="0">
                          <a:ln>
                            <a:solidFill>
                              <a:srgbClr val="277B92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+mn-cs"/>
                        </a:rPr>
                        <a:t>204.62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0" kern="0" spc="0" dirty="0">
                          <a:ln>
                            <a:solidFill>
                              <a:srgbClr val="277B92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+mn-cs"/>
                        </a:rPr>
                        <a:t>165.90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0" kern="0" spc="0" dirty="0">
                          <a:ln>
                            <a:solidFill>
                              <a:srgbClr val="277B92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+mn-cs"/>
                        </a:rPr>
                        <a:t>189.61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8736977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ECAF2821-9AAC-A1EB-037F-2E78D1798C24}"/>
              </a:ext>
            </a:extLst>
          </p:cNvPr>
          <p:cNvSpPr txBox="1"/>
          <p:nvPr/>
        </p:nvSpPr>
        <p:spPr>
          <a:xfrm>
            <a:off x="628650" y="274320"/>
            <a:ext cx="1058944" cy="276999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>
            <a:defPPr>
              <a:defRPr lang="ko-KR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019D6D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019D6D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04. </a:t>
            </a:r>
            <a:r>
              <a:rPr kumimoji="0" lang="ko-KR" altLang="en-US" sz="1200" b="0" i="0" u="none" strike="noStrike" kern="1200" cap="none" spc="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019D6D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표</a:t>
            </a: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019D6D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/</a:t>
            </a:r>
            <a:r>
              <a:rPr kumimoji="0" lang="ko-KR" altLang="en-US" sz="1200" b="0" i="0" u="none" strike="noStrike" kern="1200" cap="none" spc="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019D6D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그래프</a:t>
            </a:r>
          </a:p>
        </p:txBody>
      </p:sp>
      <p:pic>
        <p:nvPicPr>
          <p:cNvPr id="3" name="그림 2" descr="클립아트, 만화 영화, 상징이(가) 표시된 사진&#10;&#10;자동 생성된 설명">
            <a:extLst>
              <a:ext uri="{FF2B5EF4-FFF2-40B4-BE49-F238E27FC236}">
                <a16:creationId xmlns:a16="http://schemas.microsoft.com/office/drawing/2014/main" id="{CB28E7C7-1C5E-B327-F622-29A3E345DF15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09533" y="339854"/>
            <a:ext cx="453817" cy="453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5762687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>
        <p159:morph option="byChar"/>
      </p:transition>
    </mc:Choice>
    <mc:Fallback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861C02D0-E528-55DF-B2AD-1D3D059EF0A2}"/>
              </a:ext>
            </a:extLst>
          </p:cNvPr>
          <p:cNvCxnSpPr>
            <a:cxnSpLocks/>
          </p:cNvCxnSpPr>
          <p:nvPr/>
        </p:nvCxnSpPr>
        <p:spPr>
          <a:xfrm>
            <a:off x="628650" y="914400"/>
            <a:ext cx="10934700" cy="0"/>
          </a:xfrm>
          <a:prstGeom prst="line">
            <a:avLst/>
          </a:prstGeom>
          <a:ln w="19050">
            <a:solidFill>
              <a:srgbClr val="E0833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EC576FF9-50DD-149F-E285-DB7DE569815F}"/>
              </a:ext>
            </a:extLst>
          </p:cNvPr>
          <p:cNvSpPr txBox="1"/>
          <p:nvPr/>
        </p:nvSpPr>
        <p:spPr>
          <a:xfrm>
            <a:off x="628648" y="513219"/>
            <a:ext cx="6559551" cy="369332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-50" normalizeH="0" baseline="0" noProof="0" dirty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표</a:t>
            </a:r>
            <a:r>
              <a:rPr kumimoji="0" lang="en-US" altLang="ko-KR" sz="1800" b="0" i="0" u="none" strike="noStrike" kern="1200" cap="none" spc="-50" normalizeH="0" baseline="0" noProof="0" dirty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, </a:t>
            </a:r>
            <a:r>
              <a:rPr kumimoji="0" lang="ko-KR" altLang="en-US" sz="1800" b="0" i="0" u="none" strike="noStrike" kern="1200" cap="none" spc="-50" normalizeH="0" baseline="0" noProof="0" dirty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실무 </a:t>
            </a:r>
            <a:r>
              <a:rPr kumimoji="0" lang="ko-KR" altLang="en-US" sz="1800" b="0" i="0" u="none" strike="noStrike" kern="1200" cap="none" spc="-50" normalizeH="0" baseline="0" noProof="0" dirty="0" err="1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꿀팁</a:t>
            </a:r>
            <a:r>
              <a:rPr kumimoji="0" lang="ko-KR" altLang="en-US" sz="1800" b="0" i="0" u="none" strike="noStrike" kern="1200" cap="none" spc="-50" normalizeH="0" baseline="0" noProof="0" dirty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 </a:t>
            </a:r>
            <a:r>
              <a:rPr kumimoji="0" lang="en-US" altLang="ko-KR" sz="1800" b="0" i="0" u="none" strike="noStrike" kern="1200" cap="none" spc="-50" normalizeH="0" baseline="0" noProof="0" dirty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FA6502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(</a:t>
            </a:r>
            <a:r>
              <a:rPr kumimoji="0" lang="ko-KR" altLang="en-US" sz="1800" b="0" i="0" u="none" strike="noStrike" kern="1200" cap="none" spc="-50" normalizeH="0" baseline="0" noProof="0" dirty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FA6502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표는 그룹화가 안되는데 정렬을 어떻게 맞춰요</a:t>
            </a:r>
            <a:r>
              <a:rPr kumimoji="0" lang="en-US" altLang="ko-KR" sz="1800" b="0" i="0" u="none" strike="noStrike" kern="1200" cap="none" spc="-50" normalizeH="0" baseline="0" noProof="0" dirty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FA6502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?)</a:t>
            </a:r>
            <a:r>
              <a:rPr kumimoji="0" lang="ko-KR" altLang="en-US" sz="1800" b="0" i="0" u="none" strike="noStrike" kern="1200" cap="none" spc="-50" normalizeH="0" baseline="0" noProof="0" dirty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FA6502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 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A515B71-2EAD-76CA-2151-8EE88EC90ABF}"/>
              </a:ext>
            </a:extLst>
          </p:cNvPr>
          <p:cNvSpPr/>
          <p:nvPr/>
        </p:nvSpPr>
        <p:spPr>
          <a:xfrm>
            <a:off x="628649" y="1035130"/>
            <a:ext cx="10934702" cy="31854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※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표를 바깥에 빼놓고 표와 동일한 도형으로 레이아웃을 맞춘 후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도형에 표의 위치를 정렬기능을 이용해 맞춘다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1E7E628-49D8-81BC-89C9-B32D34CC00D7}"/>
              </a:ext>
            </a:extLst>
          </p:cNvPr>
          <p:cNvSpPr txBox="1"/>
          <p:nvPr/>
        </p:nvSpPr>
        <p:spPr>
          <a:xfrm>
            <a:off x="1587050" y="1890754"/>
            <a:ext cx="26386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sz="14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8436A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[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표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-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레이아웃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]</a:t>
            </a:r>
            <a:endParaRPr kumimoji="0" lang="ko-KR" altLang="en-US" sz="1400" b="0" i="0" u="none" strike="noStrike" kern="1200" cap="none" spc="0" normalizeH="0" baseline="0" noProof="0" dirty="0">
              <a:ln>
                <a:solidFill>
                  <a:srgbClr val="4472C4">
                    <a:alpha val="0"/>
                  </a:srgbClr>
                </a:solidFill>
              </a:ln>
              <a:solidFill>
                <a:srgbClr val="E7E6E6">
                  <a:lumMod val="25000"/>
                </a:srgbClr>
              </a:solidFill>
              <a:effectLst/>
              <a:uLnTx/>
              <a:uFillTx/>
              <a:latin typeface="G마켓 산스 TTF Bold" panose="02000000000000000000" pitchFamily="2" charset="-127"/>
              <a:ea typeface="G마켓 산스 TTF Bold" panose="02000000000000000000" pitchFamily="2" charset="-127"/>
              <a:cs typeface="+mn-cs"/>
            </a:endParaRPr>
          </a:p>
        </p:txBody>
      </p:sp>
      <p:graphicFrame>
        <p:nvGraphicFramePr>
          <p:cNvPr id="60" name="표 59">
            <a:extLst>
              <a:ext uri="{FF2B5EF4-FFF2-40B4-BE49-F238E27FC236}">
                <a16:creationId xmlns:a16="http://schemas.microsoft.com/office/drawing/2014/main" id="{A03D1392-92A3-825A-CD32-BE3210A776EF}"/>
              </a:ext>
            </a:extLst>
          </p:cNvPr>
          <p:cNvGraphicFramePr>
            <a:graphicFrameLocks noGrp="1"/>
          </p:cNvGraphicFramePr>
          <p:nvPr/>
        </p:nvGraphicFramePr>
        <p:xfrm>
          <a:off x="1106350" y="2330032"/>
          <a:ext cx="3600002" cy="3626228"/>
        </p:xfrm>
        <a:graphic>
          <a:graphicData uri="http://schemas.openxmlformats.org/drawingml/2006/table">
            <a:tbl>
              <a:tblPr/>
              <a:tblGrid>
                <a:gridCol w="950878">
                  <a:extLst>
                    <a:ext uri="{9D8B030D-6E8A-4147-A177-3AD203B41FA5}">
                      <a16:colId xmlns:a16="http://schemas.microsoft.com/office/drawing/2014/main" val="49915741"/>
                    </a:ext>
                  </a:extLst>
                </a:gridCol>
                <a:gridCol w="662281">
                  <a:extLst>
                    <a:ext uri="{9D8B030D-6E8A-4147-A177-3AD203B41FA5}">
                      <a16:colId xmlns:a16="http://schemas.microsoft.com/office/drawing/2014/main" val="283610365"/>
                    </a:ext>
                  </a:extLst>
                </a:gridCol>
                <a:gridCol w="662281">
                  <a:extLst>
                    <a:ext uri="{9D8B030D-6E8A-4147-A177-3AD203B41FA5}">
                      <a16:colId xmlns:a16="http://schemas.microsoft.com/office/drawing/2014/main" val="3270800685"/>
                    </a:ext>
                  </a:extLst>
                </a:gridCol>
                <a:gridCol w="662281">
                  <a:extLst>
                    <a:ext uri="{9D8B030D-6E8A-4147-A177-3AD203B41FA5}">
                      <a16:colId xmlns:a16="http://schemas.microsoft.com/office/drawing/2014/main" val="3142238220"/>
                    </a:ext>
                  </a:extLst>
                </a:gridCol>
                <a:gridCol w="662281">
                  <a:extLst>
                    <a:ext uri="{9D8B030D-6E8A-4147-A177-3AD203B41FA5}">
                      <a16:colId xmlns:a16="http://schemas.microsoft.com/office/drawing/2014/main" val="4023649138"/>
                    </a:ext>
                  </a:extLst>
                </a:gridCol>
              </a:tblGrid>
              <a:tr h="599312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kern="1200" dirty="0">
                          <a:ln>
                            <a:solidFill>
                              <a:srgbClr val="277B92">
                                <a:alpha val="0"/>
                              </a:srgbClr>
                            </a:solidFill>
                          </a:ln>
                          <a:solidFill>
                            <a:srgbClr val="FFFFFF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+mn-cs"/>
                        </a:rPr>
                        <a:t>구분</a:t>
                      </a:r>
                    </a:p>
                  </a:txBody>
                  <a:tcPr anchor="ctr">
                    <a:lnL w="3556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77B9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kern="1200" dirty="0">
                          <a:ln>
                            <a:solidFill>
                              <a:srgbClr val="277B92">
                                <a:alpha val="0"/>
                              </a:srgbClr>
                            </a:solidFill>
                          </a:ln>
                          <a:solidFill>
                            <a:srgbClr val="FFFFFF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+mn-cs"/>
                        </a:rPr>
                        <a:t>수도권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77B9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kern="1200" dirty="0">
                          <a:ln>
                            <a:solidFill>
                              <a:srgbClr val="277B92">
                                <a:alpha val="0"/>
                              </a:srgbClr>
                            </a:solidFill>
                          </a:ln>
                          <a:solidFill>
                            <a:srgbClr val="FFFFFF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+mn-cs"/>
                        </a:rPr>
                        <a:t>강원권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77B9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kern="1200" dirty="0">
                          <a:ln>
                            <a:solidFill>
                              <a:srgbClr val="277B92">
                                <a:alpha val="0"/>
                              </a:srgbClr>
                            </a:solidFill>
                          </a:ln>
                          <a:solidFill>
                            <a:srgbClr val="FFFFFF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+mn-cs"/>
                        </a:rPr>
                        <a:t>대구</a:t>
                      </a:r>
                      <a:endParaRPr lang="en-US" altLang="ko-KR" sz="900" b="1" kern="1200" dirty="0">
                        <a:ln>
                          <a:solidFill>
                            <a:srgbClr val="277B92">
                              <a:alpha val="0"/>
                            </a:srgbClr>
                          </a:solidFill>
                        </a:ln>
                        <a:solidFill>
                          <a:srgbClr val="FFFFFF"/>
                        </a:solidFill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+mn-cs"/>
                      </a:endParaRPr>
                    </a:p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b="1" kern="1200" dirty="0">
                          <a:ln>
                            <a:solidFill>
                              <a:srgbClr val="277B92">
                                <a:alpha val="0"/>
                              </a:srgbClr>
                            </a:solidFill>
                          </a:ln>
                          <a:solidFill>
                            <a:srgbClr val="FFFFFF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+mn-cs"/>
                        </a:rPr>
                        <a:t>·</a:t>
                      </a:r>
                      <a:r>
                        <a:rPr lang="ko-KR" altLang="en-US" sz="900" b="1" kern="1200" dirty="0" err="1">
                          <a:ln>
                            <a:solidFill>
                              <a:srgbClr val="277B92">
                                <a:alpha val="0"/>
                              </a:srgbClr>
                            </a:solidFill>
                          </a:ln>
                          <a:solidFill>
                            <a:srgbClr val="FFFFFF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+mn-cs"/>
                        </a:rPr>
                        <a:t>경북권</a:t>
                      </a:r>
                      <a:endParaRPr lang="ko-KR" altLang="en-US" sz="900" b="1" kern="1200" dirty="0">
                        <a:ln>
                          <a:solidFill>
                            <a:srgbClr val="277B92">
                              <a:alpha val="0"/>
                            </a:srgbClr>
                          </a:solidFill>
                        </a:ln>
                        <a:solidFill>
                          <a:srgbClr val="FFFFFF"/>
                        </a:solidFill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77B9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kern="1200" dirty="0">
                          <a:ln>
                            <a:solidFill>
                              <a:srgbClr val="277B92">
                                <a:alpha val="0"/>
                              </a:srgbClr>
                            </a:solidFill>
                          </a:ln>
                          <a:solidFill>
                            <a:srgbClr val="FFFFFF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+mn-cs"/>
                        </a:rPr>
                        <a:t>부산</a:t>
                      </a:r>
                      <a:r>
                        <a:rPr lang="en-US" altLang="ko-KR" sz="900" b="1" kern="1200" dirty="0">
                          <a:ln>
                            <a:solidFill>
                              <a:srgbClr val="277B92">
                                <a:alpha val="0"/>
                              </a:srgbClr>
                            </a:solidFill>
                          </a:ln>
                          <a:solidFill>
                            <a:srgbClr val="FFFFFF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+mn-cs"/>
                        </a:rPr>
                        <a:t>·</a:t>
                      </a:r>
                      <a:r>
                        <a:rPr lang="ko-KR" altLang="en-US" sz="900" b="1" kern="1200" dirty="0">
                          <a:ln>
                            <a:solidFill>
                              <a:srgbClr val="277B92">
                                <a:alpha val="0"/>
                              </a:srgbClr>
                            </a:solidFill>
                          </a:ln>
                          <a:solidFill>
                            <a:srgbClr val="FFFFFF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+mn-cs"/>
                        </a:rPr>
                        <a:t>울산</a:t>
                      </a:r>
                      <a:r>
                        <a:rPr lang="en-US" altLang="ko-KR" sz="900" b="1" kern="1200" dirty="0">
                          <a:ln>
                            <a:solidFill>
                              <a:srgbClr val="277B92">
                                <a:alpha val="0"/>
                              </a:srgbClr>
                            </a:solidFill>
                          </a:ln>
                          <a:solidFill>
                            <a:srgbClr val="FFFFFF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+mn-cs"/>
                        </a:rPr>
                        <a:t/>
                      </a:r>
                      <a:br>
                        <a:rPr lang="en-US" altLang="ko-KR" sz="900" b="1" kern="1200" dirty="0">
                          <a:ln>
                            <a:solidFill>
                              <a:srgbClr val="277B92">
                                <a:alpha val="0"/>
                              </a:srgbClr>
                            </a:solidFill>
                          </a:ln>
                          <a:solidFill>
                            <a:srgbClr val="FFFFFF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+mn-cs"/>
                        </a:rPr>
                      </a:br>
                      <a:r>
                        <a:rPr lang="en-US" altLang="ko-KR" sz="900" b="1" kern="1200" dirty="0">
                          <a:ln>
                            <a:solidFill>
                              <a:srgbClr val="277B92">
                                <a:alpha val="0"/>
                              </a:srgbClr>
                            </a:solidFill>
                          </a:ln>
                          <a:solidFill>
                            <a:srgbClr val="FFFFFF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+mn-cs"/>
                        </a:rPr>
                        <a:t>·</a:t>
                      </a:r>
                      <a:r>
                        <a:rPr lang="ko-KR" altLang="en-US" sz="900" b="1" kern="1200" dirty="0" err="1">
                          <a:ln>
                            <a:solidFill>
                              <a:srgbClr val="277B92">
                                <a:alpha val="0"/>
                              </a:srgbClr>
                            </a:solidFill>
                          </a:ln>
                          <a:solidFill>
                            <a:srgbClr val="FFFFFF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+mn-cs"/>
                        </a:rPr>
                        <a:t>경남권</a:t>
                      </a:r>
                      <a:endParaRPr lang="ko-KR" altLang="en-US" sz="900" b="1" kern="1200" dirty="0">
                        <a:ln>
                          <a:solidFill>
                            <a:srgbClr val="277B92">
                              <a:alpha val="0"/>
                            </a:srgbClr>
                          </a:solidFill>
                        </a:ln>
                        <a:solidFill>
                          <a:srgbClr val="FFFFFF"/>
                        </a:solidFill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77B9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6082982"/>
                  </a:ext>
                </a:extLst>
              </a:tr>
              <a:tr h="600138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1200" dirty="0" err="1">
                          <a:ln>
                            <a:solidFill>
                              <a:srgbClr val="277B92">
                                <a:alpha val="0"/>
                              </a:srgbClr>
                            </a:solidFill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+mn-cs"/>
                        </a:rPr>
                        <a:t>핵심역량수</a:t>
                      </a:r>
                      <a:endParaRPr lang="en-US" altLang="ko-KR" sz="900" kern="1200" dirty="0">
                        <a:ln>
                          <a:solidFill>
                            <a:srgbClr val="277B92">
                              <a:alpha val="0"/>
                            </a:srgbClr>
                          </a:solidFill>
                        </a:ln>
                        <a:solidFill>
                          <a:schemeClr val="bg2">
                            <a:lumMod val="10000"/>
                          </a:schemeClr>
                        </a:solidFill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+mn-cs"/>
                      </a:endParaRPr>
                    </a:p>
                  </a:txBody>
                  <a:tcPr anchor="ctr">
                    <a:lnL w="3556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DC6BA">
                        <a:alpha val="5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kern="0" spc="0" dirty="0">
                          <a:ln>
                            <a:solidFill>
                              <a:srgbClr val="277B92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+mn-cs"/>
                        </a:rPr>
                        <a:t>5.98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0" kern="0" spc="0" dirty="0">
                          <a:ln>
                            <a:solidFill>
                              <a:srgbClr val="277B92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+mn-cs"/>
                        </a:rPr>
                        <a:t>5.38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0" kern="0" spc="0" dirty="0">
                          <a:ln>
                            <a:solidFill>
                              <a:srgbClr val="277B92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+mn-cs"/>
                        </a:rPr>
                        <a:t>5.94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0" kern="0" spc="0" dirty="0">
                          <a:ln>
                            <a:solidFill>
                              <a:srgbClr val="277B92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+mn-cs"/>
                        </a:rPr>
                        <a:t>6.38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77683"/>
                  </a:ext>
                </a:extLst>
              </a:tr>
              <a:tr h="600138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1200" dirty="0" err="1">
                          <a:ln>
                            <a:solidFill>
                              <a:srgbClr val="277B92">
                                <a:alpha val="0"/>
                              </a:srgbClr>
                            </a:solidFill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+mn-cs"/>
                        </a:rPr>
                        <a:t>교과목수</a:t>
                      </a:r>
                      <a:endParaRPr lang="en-US" altLang="ko-KR" sz="900" kern="1200" dirty="0">
                        <a:ln>
                          <a:solidFill>
                            <a:srgbClr val="277B92">
                              <a:alpha val="0"/>
                            </a:srgbClr>
                          </a:solidFill>
                        </a:ln>
                        <a:solidFill>
                          <a:schemeClr val="bg2">
                            <a:lumMod val="10000"/>
                          </a:schemeClr>
                        </a:solidFill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+mn-cs"/>
                      </a:endParaRPr>
                    </a:p>
                  </a:txBody>
                  <a:tcPr anchor="ctr">
                    <a:lnL w="3556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DC6BA">
                        <a:alpha val="5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kern="0" spc="0" dirty="0">
                          <a:ln>
                            <a:solidFill>
                              <a:srgbClr val="277B92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+mn-cs"/>
                        </a:rPr>
                        <a:t>248.90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0" kern="0" spc="0" dirty="0">
                          <a:ln>
                            <a:solidFill>
                              <a:srgbClr val="277B92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+mn-cs"/>
                        </a:rPr>
                        <a:t>297.38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0" kern="0" spc="0" dirty="0">
                          <a:ln>
                            <a:solidFill>
                              <a:srgbClr val="277B92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+mn-cs"/>
                        </a:rPr>
                        <a:t>233.06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0" kern="0" spc="0" dirty="0">
                          <a:ln>
                            <a:solidFill>
                              <a:srgbClr val="277B92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+mn-cs"/>
                        </a:rPr>
                        <a:t>230.29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6443514"/>
                  </a:ext>
                </a:extLst>
              </a:tr>
              <a:tr h="600138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1200" dirty="0" err="1">
                          <a:ln>
                            <a:solidFill>
                              <a:srgbClr val="277B92">
                                <a:alpha val="0"/>
                              </a:srgbClr>
                            </a:solidFill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+mn-cs"/>
                        </a:rPr>
                        <a:t>운영강좌수</a:t>
                      </a:r>
                      <a:endParaRPr lang="en-US" altLang="ko-KR" sz="900" kern="1200" dirty="0">
                        <a:ln>
                          <a:solidFill>
                            <a:srgbClr val="277B92">
                              <a:alpha val="0"/>
                            </a:srgbClr>
                          </a:solidFill>
                        </a:ln>
                        <a:solidFill>
                          <a:schemeClr val="bg2">
                            <a:lumMod val="10000"/>
                          </a:schemeClr>
                        </a:solidFill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+mn-cs"/>
                      </a:endParaRPr>
                    </a:p>
                  </a:txBody>
                  <a:tcPr anchor="ctr">
                    <a:lnL w="3556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DC6BA">
                        <a:alpha val="5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kern="0" spc="0" dirty="0">
                          <a:ln>
                            <a:solidFill>
                              <a:srgbClr val="277B92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+mn-cs"/>
                        </a:rPr>
                        <a:t>958.75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0" kern="0" spc="0" dirty="0">
                          <a:ln>
                            <a:solidFill>
                              <a:srgbClr val="277B92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+mn-cs"/>
                        </a:rPr>
                        <a:t>1,061.00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0" kern="0" spc="0" dirty="0">
                          <a:ln>
                            <a:solidFill>
                              <a:srgbClr val="277B92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+mn-cs"/>
                        </a:rPr>
                        <a:t>967.00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0" kern="0" spc="0" dirty="0">
                          <a:ln>
                            <a:solidFill>
                              <a:srgbClr val="277B92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+mn-cs"/>
                        </a:rPr>
                        <a:t>1,131.81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893861"/>
                  </a:ext>
                </a:extLst>
              </a:tr>
              <a:tr h="600138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1200" dirty="0">
                          <a:ln>
                            <a:solidFill>
                              <a:srgbClr val="277B92">
                                <a:alpha val="0"/>
                              </a:srgbClr>
                            </a:solidFill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+mn-cs"/>
                        </a:rPr>
                        <a:t>핵심역량별 </a:t>
                      </a:r>
                      <a:r>
                        <a:rPr lang="ko-KR" altLang="en-US" sz="900" kern="1200" dirty="0" err="1">
                          <a:ln>
                            <a:solidFill>
                              <a:srgbClr val="277B92">
                                <a:alpha val="0"/>
                              </a:srgbClr>
                            </a:solidFill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+mn-cs"/>
                        </a:rPr>
                        <a:t>교과목수</a:t>
                      </a:r>
                      <a:endParaRPr lang="en-US" altLang="ko-KR" sz="900" kern="1200" dirty="0">
                        <a:ln>
                          <a:solidFill>
                            <a:srgbClr val="277B92">
                              <a:alpha val="0"/>
                            </a:srgbClr>
                          </a:solidFill>
                        </a:ln>
                        <a:solidFill>
                          <a:schemeClr val="bg2">
                            <a:lumMod val="10000"/>
                          </a:schemeClr>
                        </a:solidFill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+mn-cs"/>
                      </a:endParaRPr>
                    </a:p>
                  </a:txBody>
                  <a:tcPr anchor="ctr">
                    <a:lnL w="3556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DC6BA">
                        <a:alpha val="5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kern="0" spc="0" dirty="0">
                          <a:ln>
                            <a:solidFill>
                              <a:srgbClr val="277B92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+mn-cs"/>
                        </a:rPr>
                        <a:t>43.30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0" kern="0" spc="0" dirty="0">
                          <a:ln>
                            <a:solidFill>
                              <a:srgbClr val="277B92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+mn-cs"/>
                        </a:rPr>
                        <a:t>56.16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0" kern="0" spc="0" dirty="0">
                          <a:ln>
                            <a:solidFill>
                              <a:srgbClr val="277B92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+mn-cs"/>
                        </a:rPr>
                        <a:t>38.64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0" kern="0" spc="0" dirty="0">
                          <a:ln>
                            <a:solidFill>
                              <a:srgbClr val="277B92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+mn-cs"/>
                        </a:rPr>
                        <a:t>37.58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6860433"/>
                  </a:ext>
                </a:extLst>
              </a:tr>
              <a:tr h="600138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1200" dirty="0">
                          <a:ln>
                            <a:solidFill>
                              <a:srgbClr val="277B92">
                                <a:alpha val="0"/>
                              </a:srgbClr>
                            </a:solidFill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+mn-cs"/>
                        </a:rPr>
                        <a:t>핵심역량별</a:t>
                      </a:r>
                      <a:r>
                        <a:rPr lang="en-US" altLang="ko-KR" sz="900" kern="1200" dirty="0">
                          <a:ln>
                            <a:solidFill>
                              <a:srgbClr val="277B92">
                                <a:alpha val="0"/>
                              </a:srgbClr>
                            </a:solidFill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+mn-cs"/>
                        </a:rPr>
                        <a:t> </a:t>
                      </a:r>
                      <a:r>
                        <a:rPr lang="ko-KR" altLang="en-US" sz="900" kern="1200" dirty="0">
                          <a:ln>
                            <a:solidFill>
                              <a:srgbClr val="277B92">
                                <a:alpha val="0"/>
                              </a:srgbClr>
                            </a:solidFill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+mn-cs"/>
                        </a:rPr>
                        <a:t>평균</a:t>
                      </a:r>
                      <a:r>
                        <a:rPr lang="en-US" altLang="ko-KR" sz="900" kern="1200" dirty="0">
                          <a:ln>
                            <a:solidFill>
                              <a:srgbClr val="277B92">
                                <a:alpha val="0"/>
                              </a:srgbClr>
                            </a:solidFill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+mn-cs"/>
                        </a:rPr>
                        <a:t> </a:t>
                      </a:r>
                      <a:r>
                        <a:rPr lang="ko-KR" altLang="en-US" sz="900" kern="1200" dirty="0" err="1">
                          <a:ln>
                            <a:solidFill>
                              <a:srgbClr val="277B92">
                                <a:alpha val="0"/>
                              </a:srgbClr>
                            </a:solidFill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+mn-cs"/>
                        </a:rPr>
                        <a:t>운영강좌수</a:t>
                      </a:r>
                      <a:endParaRPr lang="en-US" altLang="ko-KR" sz="900" kern="1200" dirty="0">
                        <a:ln>
                          <a:solidFill>
                            <a:srgbClr val="277B92">
                              <a:alpha val="0"/>
                            </a:srgbClr>
                          </a:solidFill>
                        </a:ln>
                        <a:solidFill>
                          <a:schemeClr val="bg2">
                            <a:lumMod val="10000"/>
                          </a:schemeClr>
                        </a:solidFill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+mn-cs"/>
                      </a:endParaRPr>
                    </a:p>
                  </a:txBody>
                  <a:tcPr anchor="ctr">
                    <a:lnL w="3556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DC6BA">
                        <a:alpha val="5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kern="0" spc="0" dirty="0">
                          <a:ln>
                            <a:solidFill>
                              <a:srgbClr val="277B92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+mn-cs"/>
                        </a:rPr>
                        <a:t>163.64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0" kern="0" spc="0" dirty="0">
                          <a:ln>
                            <a:solidFill>
                              <a:srgbClr val="277B92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+mn-cs"/>
                        </a:rPr>
                        <a:t>204.62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0" kern="0" spc="0" dirty="0">
                          <a:ln>
                            <a:solidFill>
                              <a:srgbClr val="277B92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+mn-cs"/>
                        </a:rPr>
                        <a:t>165.90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0" kern="0" spc="0" dirty="0">
                          <a:ln>
                            <a:solidFill>
                              <a:srgbClr val="277B92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+mn-cs"/>
                        </a:rPr>
                        <a:t>189.61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8736977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3F10D65E-3AC7-6924-1079-FDCF16544A68}"/>
              </a:ext>
            </a:extLst>
          </p:cNvPr>
          <p:cNvSpPr txBox="1"/>
          <p:nvPr/>
        </p:nvSpPr>
        <p:spPr>
          <a:xfrm>
            <a:off x="7691778" y="2100304"/>
            <a:ext cx="26386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sz="14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8436A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[ 10</a:t>
            </a:r>
            <a:r>
              <a:rPr kumimoji="0" lang="ko-KR" altLang="en-US" sz="14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 </a:t>
            </a:r>
            <a:r>
              <a:rPr kumimoji="0" lang="en-US" altLang="ko-KR" sz="14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x 10</a:t>
            </a:r>
            <a:r>
              <a:rPr kumimoji="0" lang="ko-KR" altLang="en-US" sz="14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]</a:t>
            </a:r>
            <a:endParaRPr kumimoji="0" lang="ko-KR" altLang="en-US" sz="1400" b="0" i="0" u="none" strike="noStrike" kern="1200" cap="none" spc="0" normalizeH="0" baseline="0" noProof="0" dirty="0">
              <a:ln>
                <a:solidFill>
                  <a:srgbClr val="4472C4">
                    <a:alpha val="0"/>
                  </a:srgbClr>
                </a:solidFill>
              </a:ln>
              <a:solidFill>
                <a:srgbClr val="E7E6E6">
                  <a:lumMod val="25000"/>
                </a:srgbClr>
              </a:solidFill>
              <a:effectLst/>
              <a:uLnTx/>
              <a:uFillTx/>
              <a:latin typeface="G마켓 산스 TTF Bold" panose="02000000000000000000" pitchFamily="2" charset="-127"/>
              <a:ea typeface="G마켓 산스 TTF Bold" panose="02000000000000000000" pitchFamily="2" charset="-127"/>
              <a:cs typeface="+mn-cs"/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B064E759-CB1E-0815-6179-A0CA760E57C2}"/>
              </a:ext>
            </a:extLst>
          </p:cNvPr>
          <p:cNvGraphicFramePr>
            <a:graphicFrameLocks noGrp="1"/>
          </p:cNvGraphicFramePr>
          <p:nvPr/>
        </p:nvGraphicFramePr>
        <p:xfrm>
          <a:off x="6995769" y="2539582"/>
          <a:ext cx="3600002" cy="3626228"/>
        </p:xfrm>
        <a:graphic>
          <a:graphicData uri="http://schemas.openxmlformats.org/drawingml/2006/table">
            <a:tbl>
              <a:tblPr/>
              <a:tblGrid>
                <a:gridCol w="950878">
                  <a:extLst>
                    <a:ext uri="{9D8B030D-6E8A-4147-A177-3AD203B41FA5}">
                      <a16:colId xmlns:a16="http://schemas.microsoft.com/office/drawing/2014/main" val="49915741"/>
                    </a:ext>
                  </a:extLst>
                </a:gridCol>
                <a:gridCol w="662281">
                  <a:extLst>
                    <a:ext uri="{9D8B030D-6E8A-4147-A177-3AD203B41FA5}">
                      <a16:colId xmlns:a16="http://schemas.microsoft.com/office/drawing/2014/main" val="283610365"/>
                    </a:ext>
                  </a:extLst>
                </a:gridCol>
                <a:gridCol w="662281">
                  <a:extLst>
                    <a:ext uri="{9D8B030D-6E8A-4147-A177-3AD203B41FA5}">
                      <a16:colId xmlns:a16="http://schemas.microsoft.com/office/drawing/2014/main" val="3270800685"/>
                    </a:ext>
                  </a:extLst>
                </a:gridCol>
                <a:gridCol w="662281">
                  <a:extLst>
                    <a:ext uri="{9D8B030D-6E8A-4147-A177-3AD203B41FA5}">
                      <a16:colId xmlns:a16="http://schemas.microsoft.com/office/drawing/2014/main" val="3142238220"/>
                    </a:ext>
                  </a:extLst>
                </a:gridCol>
                <a:gridCol w="662281">
                  <a:extLst>
                    <a:ext uri="{9D8B030D-6E8A-4147-A177-3AD203B41FA5}">
                      <a16:colId xmlns:a16="http://schemas.microsoft.com/office/drawing/2014/main" val="4023649138"/>
                    </a:ext>
                  </a:extLst>
                </a:gridCol>
              </a:tblGrid>
              <a:tr h="599312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kern="1200" dirty="0">
                          <a:ln>
                            <a:solidFill>
                              <a:srgbClr val="277B92">
                                <a:alpha val="0"/>
                              </a:srgbClr>
                            </a:solidFill>
                          </a:ln>
                          <a:solidFill>
                            <a:srgbClr val="FFFFFF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+mn-cs"/>
                        </a:rPr>
                        <a:t>구분</a:t>
                      </a:r>
                    </a:p>
                  </a:txBody>
                  <a:tcPr anchor="ctr">
                    <a:lnL w="3556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77B9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kern="1200" dirty="0">
                          <a:ln>
                            <a:solidFill>
                              <a:srgbClr val="277B92">
                                <a:alpha val="0"/>
                              </a:srgbClr>
                            </a:solidFill>
                          </a:ln>
                          <a:solidFill>
                            <a:srgbClr val="FFFFFF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+mn-cs"/>
                        </a:rPr>
                        <a:t>수도권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77B9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kern="1200" dirty="0">
                          <a:ln>
                            <a:solidFill>
                              <a:srgbClr val="277B92">
                                <a:alpha val="0"/>
                              </a:srgbClr>
                            </a:solidFill>
                          </a:ln>
                          <a:solidFill>
                            <a:srgbClr val="FFFFFF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+mn-cs"/>
                        </a:rPr>
                        <a:t>강원권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77B9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kern="1200" dirty="0">
                          <a:ln>
                            <a:solidFill>
                              <a:srgbClr val="277B92">
                                <a:alpha val="0"/>
                              </a:srgbClr>
                            </a:solidFill>
                          </a:ln>
                          <a:solidFill>
                            <a:srgbClr val="FFFFFF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+mn-cs"/>
                        </a:rPr>
                        <a:t>대구</a:t>
                      </a:r>
                      <a:endParaRPr lang="en-US" altLang="ko-KR" sz="900" b="1" kern="1200" dirty="0">
                        <a:ln>
                          <a:solidFill>
                            <a:srgbClr val="277B92">
                              <a:alpha val="0"/>
                            </a:srgbClr>
                          </a:solidFill>
                        </a:ln>
                        <a:solidFill>
                          <a:srgbClr val="FFFFFF"/>
                        </a:solidFill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+mn-cs"/>
                      </a:endParaRPr>
                    </a:p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b="1" kern="1200" dirty="0">
                          <a:ln>
                            <a:solidFill>
                              <a:srgbClr val="277B92">
                                <a:alpha val="0"/>
                              </a:srgbClr>
                            </a:solidFill>
                          </a:ln>
                          <a:solidFill>
                            <a:srgbClr val="FFFFFF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+mn-cs"/>
                        </a:rPr>
                        <a:t>·</a:t>
                      </a:r>
                      <a:r>
                        <a:rPr lang="ko-KR" altLang="en-US" sz="900" b="1" kern="1200" dirty="0" err="1">
                          <a:ln>
                            <a:solidFill>
                              <a:srgbClr val="277B92">
                                <a:alpha val="0"/>
                              </a:srgbClr>
                            </a:solidFill>
                          </a:ln>
                          <a:solidFill>
                            <a:srgbClr val="FFFFFF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+mn-cs"/>
                        </a:rPr>
                        <a:t>경북권</a:t>
                      </a:r>
                      <a:endParaRPr lang="ko-KR" altLang="en-US" sz="900" b="1" kern="1200" dirty="0">
                        <a:ln>
                          <a:solidFill>
                            <a:srgbClr val="277B92">
                              <a:alpha val="0"/>
                            </a:srgbClr>
                          </a:solidFill>
                        </a:ln>
                        <a:solidFill>
                          <a:srgbClr val="FFFFFF"/>
                        </a:solidFill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77B9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kern="1200" dirty="0">
                          <a:ln>
                            <a:solidFill>
                              <a:srgbClr val="277B92">
                                <a:alpha val="0"/>
                              </a:srgbClr>
                            </a:solidFill>
                          </a:ln>
                          <a:solidFill>
                            <a:srgbClr val="FFFFFF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+mn-cs"/>
                        </a:rPr>
                        <a:t>부산</a:t>
                      </a:r>
                      <a:r>
                        <a:rPr lang="en-US" altLang="ko-KR" sz="900" b="1" kern="1200" dirty="0">
                          <a:ln>
                            <a:solidFill>
                              <a:srgbClr val="277B92">
                                <a:alpha val="0"/>
                              </a:srgbClr>
                            </a:solidFill>
                          </a:ln>
                          <a:solidFill>
                            <a:srgbClr val="FFFFFF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+mn-cs"/>
                        </a:rPr>
                        <a:t>·</a:t>
                      </a:r>
                      <a:r>
                        <a:rPr lang="ko-KR" altLang="en-US" sz="900" b="1" kern="1200" dirty="0">
                          <a:ln>
                            <a:solidFill>
                              <a:srgbClr val="277B92">
                                <a:alpha val="0"/>
                              </a:srgbClr>
                            </a:solidFill>
                          </a:ln>
                          <a:solidFill>
                            <a:srgbClr val="FFFFFF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+mn-cs"/>
                        </a:rPr>
                        <a:t>울산</a:t>
                      </a:r>
                      <a:r>
                        <a:rPr lang="en-US" altLang="ko-KR" sz="900" b="1" kern="1200" dirty="0">
                          <a:ln>
                            <a:solidFill>
                              <a:srgbClr val="277B92">
                                <a:alpha val="0"/>
                              </a:srgbClr>
                            </a:solidFill>
                          </a:ln>
                          <a:solidFill>
                            <a:srgbClr val="FFFFFF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+mn-cs"/>
                        </a:rPr>
                        <a:t/>
                      </a:r>
                      <a:br>
                        <a:rPr lang="en-US" altLang="ko-KR" sz="900" b="1" kern="1200" dirty="0">
                          <a:ln>
                            <a:solidFill>
                              <a:srgbClr val="277B92">
                                <a:alpha val="0"/>
                              </a:srgbClr>
                            </a:solidFill>
                          </a:ln>
                          <a:solidFill>
                            <a:srgbClr val="FFFFFF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+mn-cs"/>
                        </a:rPr>
                      </a:br>
                      <a:r>
                        <a:rPr lang="en-US" altLang="ko-KR" sz="900" b="1" kern="1200" dirty="0">
                          <a:ln>
                            <a:solidFill>
                              <a:srgbClr val="277B92">
                                <a:alpha val="0"/>
                              </a:srgbClr>
                            </a:solidFill>
                          </a:ln>
                          <a:solidFill>
                            <a:srgbClr val="FFFFFF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+mn-cs"/>
                        </a:rPr>
                        <a:t>·</a:t>
                      </a:r>
                      <a:r>
                        <a:rPr lang="ko-KR" altLang="en-US" sz="900" b="1" kern="1200" dirty="0" err="1">
                          <a:ln>
                            <a:solidFill>
                              <a:srgbClr val="277B92">
                                <a:alpha val="0"/>
                              </a:srgbClr>
                            </a:solidFill>
                          </a:ln>
                          <a:solidFill>
                            <a:srgbClr val="FFFFFF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+mn-cs"/>
                        </a:rPr>
                        <a:t>경남권</a:t>
                      </a:r>
                      <a:endParaRPr lang="ko-KR" altLang="en-US" sz="900" b="1" kern="1200" dirty="0">
                        <a:ln>
                          <a:solidFill>
                            <a:srgbClr val="277B92">
                              <a:alpha val="0"/>
                            </a:srgbClr>
                          </a:solidFill>
                        </a:ln>
                        <a:solidFill>
                          <a:srgbClr val="FFFFFF"/>
                        </a:solidFill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77B9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6082982"/>
                  </a:ext>
                </a:extLst>
              </a:tr>
              <a:tr h="600138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1200" dirty="0" err="1">
                          <a:ln>
                            <a:solidFill>
                              <a:srgbClr val="277B92">
                                <a:alpha val="0"/>
                              </a:srgbClr>
                            </a:solidFill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+mn-cs"/>
                        </a:rPr>
                        <a:t>핵심역량수</a:t>
                      </a:r>
                      <a:endParaRPr lang="en-US" altLang="ko-KR" sz="900" kern="1200" dirty="0">
                        <a:ln>
                          <a:solidFill>
                            <a:srgbClr val="277B92">
                              <a:alpha val="0"/>
                            </a:srgbClr>
                          </a:solidFill>
                        </a:ln>
                        <a:solidFill>
                          <a:schemeClr val="bg2">
                            <a:lumMod val="10000"/>
                          </a:schemeClr>
                        </a:solidFill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+mn-cs"/>
                      </a:endParaRPr>
                    </a:p>
                  </a:txBody>
                  <a:tcPr anchor="ctr">
                    <a:lnL w="3556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DC6BA">
                        <a:alpha val="5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kern="0" spc="0" dirty="0">
                          <a:ln>
                            <a:solidFill>
                              <a:srgbClr val="277B92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+mn-cs"/>
                        </a:rPr>
                        <a:t>5.98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0" kern="0" spc="0" dirty="0">
                          <a:ln>
                            <a:solidFill>
                              <a:srgbClr val="277B92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+mn-cs"/>
                        </a:rPr>
                        <a:t>5.38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0" kern="0" spc="0" dirty="0">
                          <a:ln>
                            <a:solidFill>
                              <a:srgbClr val="277B92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+mn-cs"/>
                        </a:rPr>
                        <a:t>5.94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0" kern="0" spc="0" dirty="0">
                          <a:ln>
                            <a:solidFill>
                              <a:srgbClr val="277B92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+mn-cs"/>
                        </a:rPr>
                        <a:t>6.38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77683"/>
                  </a:ext>
                </a:extLst>
              </a:tr>
              <a:tr h="600138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1200" dirty="0" err="1">
                          <a:ln>
                            <a:solidFill>
                              <a:srgbClr val="277B92">
                                <a:alpha val="0"/>
                              </a:srgbClr>
                            </a:solidFill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+mn-cs"/>
                        </a:rPr>
                        <a:t>교과목수</a:t>
                      </a:r>
                      <a:endParaRPr lang="en-US" altLang="ko-KR" sz="900" kern="1200" dirty="0">
                        <a:ln>
                          <a:solidFill>
                            <a:srgbClr val="277B92">
                              <a:alpha val="0"/>
                            </a:srgbClr>
                          </a:solidFill>
                        </a:ln>
                        <a:solidFill>
                          <a:schemeClr val="bg2">
                            <a:lumMod val="10000"/>
                          </a:schemeClr>
                        </a:solidFill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+mn-cs"/>
                      </a:endParaRPr>
                    </a:p>
                  </a:txBody>
                  <a:tcPr anchor="ctr">
                    <a:lnL w="3556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DC6BA">
                        <a:alpha val="5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kern="0" spc="0" dirty="0">
                          <a:ln>
                            <a:solidFill>
                              <a:srgbClr val="277B92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+mn-cs"/>
                        </a:rPr>
                        <a:t>248.90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0" kern="0" spc="0" dirty="0">
                          <a:ln>
                            <a:solidFill>
                              <a:srgbClr val="277B92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+mn-cs"/>
                        </a:rPr>
                        <a:t>297.38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0" kern="0" spc="0" dirty="0">
                          <a:ln>
                            <a:solidFill>
                              <a:srgbClr val="277B92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+mn-cs"/>
                        </a:rPr>
                        <a:t>233.06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0" kern="0" spc="0" dirty="0">
                          <a:ln>
                            <a:solidFill>
                              <a:srgbClr val="277B92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+mn-cs"/>
                        </a:rPr>
                        <a:t>230.29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6443514"/>
                  </a:ext>
                </a:extLst>
              </a:tr>
              <a:tr h="600138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1200" dirty="0" err="1">
                          <a:ln>
                            <a:solidFill>
                              <a:srgbClr val="277B92">
                                <a:alpha val="0"/>
                              </a:srgbClr>
                            </a:solidFill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+mn-cs"/>
                        </a:rPr>
                        <a:t>운영강좌수</a:t>
                      </a:r>
                      <a:endParaRPr lang="en-US" altLang="ko-KR" sz="900" kern="1200" dirty="0">
                        <a:ln>
                          <a:solidFill>
                            <a:srgbClr val="277B92">
                              <a:alpha val="0"/>
                            </a:srgbClr>
                          </a:solidFill>
                        </a:ln>
                        <a:solidFill>
                          <a:schemeClr val="bg2">
                            <a:lumMod val="10000"/>
                          </a:schemeClr>
                        </a:solidFill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+mn-cs"/>
                      </a:endParaRPr>
                    </a:p>
                  </a:txBody>
                  <a:tcPr anchor="ctr">
                    <a:lnL w="3556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DC6BA">
                        <a:alpha val="5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kern="0" spc="0" dirty="0">
                          <a:ln>
                            <a:solidFill>
                              <a:srgbClr val="277B92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+mn-cs"/>
                        </a:rPr>
                        <a:t>958.75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0" kern="0" spc="0" dirty="0">
                          <a:ln>
                            <a:solidFill>
                              <a:srgbClr val="277B92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+mn-cs"/>
                        </a:rPr>
                        <a:t>1,061.00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0" kern="0" spc="0" dirty="0">
                          <a:ln>
                            <a:solidFill>
                              <a:srgbClr val="277B92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+mn-cs"/>
                        </a:rPr>
                        <a:t>967.00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0" kern="0" spc="0" dirty="0">
                          <a:ln>
                            <a:solidFill>
                              <a:srgbClr val="277B92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+mn-cs"/>
                        </a:rPr>
                        <a:t>1,131.81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893861"/>
                  </a:ext>
                </a:extLst>
              </a:tr>
              <a:tr h="600138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1200" dirty="0">
                          <a:ln>
                            <a:solidFill>
                              <a:srgbClr val="277B92">
                                <a:alpha val="0"/>
                              </a:srgbClr>
                            </a:solidFill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+mn-cs"/>
                        </a:rPr>
                        <a:t>핵심역량별 </a:t>
                      </a:r>
                      <a:r>
                        <a:rPr lang="ko-KR" altLang="en-US" sz="900" kern="1200" dirty="0" err="1">
                          <a:ln>
                            <a:solidFill>
                              <a:srgbClr val="277B92">
                                <a:alpha val="0"/>
                              </a:srgbClr>
                            </a:solidFill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+mn-cs"/>
                        </a:rPr>
                        <a:t>교과목수</a:t>
                      </a:r>
                      <a:endParaRPr lang="en-US" altLang="ko-KR" sz="900" kern="1200" dirty="0">
                        <a:ln>
                          <a:solidFill>
                            <a:srgbClr val="277B92">
                              <a:alpha val="0"/>
                            </a:srgbClr>
                          </a:solidFill>
                        </a:ln>
                        <a:solidFill>
                          <a:schemeClr val="bg2">
                            <a:lumMod val="10000"/>
                          </a:schemeClr>
                        </a:solidFill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+mn-cs"/>
                      </a:endParaRPr>
                    </a:p>
                  </a:txBody>
                  <a:tcPr anchor="ctr">
                    <a:lnL w="3556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DC6BA">
                        <a:alpha val="5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kern="0" spc="0" dirty="0">
                          <a:ln>
                            <a:solidFill>
                              <a:srgbClr val="277B92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+mn-cs"/>
                        </a:rPr>
                        <a:t>43.30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0" kern="0" spc="0" dirty="0">
                          <a:ln>
                            <a:solidFill>
                              <a:srgbClr val="277B92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+mn-cs"/>
                        </a:rPr>
                        <a:t>56.16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0" kern="0" spc="0" dirty="0">
                          <a:ln>
                            <a:solidFill>
                              <a:srgbClr val="277B92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+mn-cs"/>
                        </a:rPr>
                        <a:t>38.64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0" kern="0" spc="0" dirty="0">
                          <a:ln>
                            <a:solidFill>
                              <a:srgbClr val="277B92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+mn-cs"/>
                        </a:rPr>
                        <a:t>37.58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6860433"/>
                  </a:ext>
                </a:extLst>
              </a:tr>
              <a:tr h="600138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1200" dirty="0">
                          <a:ln>
                            <a:solidFill>
                              <a:srgbClr val="277B92">
                                <a:alpha val="0"/>
                              </a:srgbClr>
                            </a:solidFill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+mn-cs"/>
                        </a:rPr>
                        <a:t>핵심역량별</a:t>
                      </a:r>
                      <a:r>
                        <a:rPr lang="en-US" altLang="ko-KR" sz="900" kern="1200" dirty="0">
                          <a:ln>
                            <a:solidFill>
                              <a:srgbClr val="277B92">
                                <a:alpha val="0"/>
                              </a:srgbClr>
                            </a:solidFill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+mn-cs"/>
                        </a:rPr>
                        <a:t> </a:t>
                      </a:r>
                      <a:r>
                        <a:rPr lang="ko-KR" altLang="en-US" sz="900" kern="1200" dirty="0">
                          <a:ln>
                            <a:solidFill>
                              <a:srgbClr val="277B92">
                                <a:alpha val="0"/>
                              </a:srgbClr>
                            </a:solidFill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+mn-cs"/>
                        </a:rPr>
                        <a:t>평균</a:t>
                      </a:r>
                      <a:r>
                        <a:rPr lang="en-US" altLang="ko-KR" sz="900" kern="1200" dirty="0">
                          <a:ln>
                            <a:solidFill>
                              <a:srgbClr val="277B92">
                                <a:alpha val="0"/>
                              </a:srgbClr>
                            </a:solidFill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+mn-cs"/>
                        </a:rPr>
                        <a:t> </a:t>
                      </a:r>
                      <a:r>
                        <a:rPr lang="ko-KR" altLang="en-US" sz="900" kern="1200" dirty="0" err="1">
                          <a:ln>
                            <a:solidFill>
                              <a:srgbClr val="277B92">
                                <a:alpha val="0"/>
                              </a:srgbClr>
                            </a:solidFill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+mn-cs"/>
                        </a:rPr>
                        <a:t>운영강좌수</a:t>
                      </a:r>
                      <a:endParaRPr lang="en-US" altLang="ko-KR" sz="900" kern="1200" dirty="0">
                        <a:ln>
                          <a:solidFill>
                            <a:srgbClr val="277B92">
                              <a:alpha val="0"/>
                            </a:srgbClr>
                          </a:solidFill>
                        </a:ln>
                        <a:solidFill>
                          <a:schemeClr val="bg2">
                            <a:lumMod val="10000"/>
                          </a:schemeClr>
                        </a:solidFill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+mn-cs"/>
                      </a:endParaRPr>
                    </a:p>
                  </a:txBody>
                  <a:tcPr anchor="ctr">
                    <a:lnL w="3556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DC6BA">
                        <a:alpha val="5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kern="0" spc="0" dirty="0">
                          <a:ln>
                            <a:solidFill>
                              <a:srgbClr val="277B92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+mn-cs"/>
                        </a:rPr>
                        <a:t>163.64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0" kern="0" spc="0" dirty="0">
                          <a:ln>
                            <a:solidFill>
                              <a:srgbClr val="277B92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+mn-cs"/>
                        </a:rPr>
                        <a:t>204.62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0" kern="0" spc="0" dirty="0">
                          <a:ln>
                            <a:solidFill>
                              <a:srgbClr val="277B92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+mn-cs"/>
                        </a:rPr>
                        <a:t>165.90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0" kern="0" spc="0" dirty="0">
                          <a:ln>
                            <a:solidFill>
                              <a:srgbClr val="277B92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+mn-cs"/>
                        </a:rPr>
                        <a:t>189.61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7B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8736977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E702D84E-7737-9322-3AD9-F70A7129784C}"/>
              </a:ext>
            </a:extLst>
          </p:cNvPr>
          <p:cNvSpPr txBox="1"/>
          <p:nvPr/>
        </p:nvSpPr>
        <p:spPr>
          <a:xfrm>
            <a:off x="628650" y="274320"/>
            <a:ext cx="1058944" cy="276999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>
            <a:defPPr>
              <a:defRPr lang="ko-KR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019D6D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019D6D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04. </a:t>
            </a:r>
            <a:r>
              <a:rPr kumimoji="0" lang="ko-KR" altLang="en-US" sz="1200" b="0" i="0" u="none" strike="noStrike" kern="1200" cap="none" spc="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019D6D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표</a:t>
            </a: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019D6D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/</a:t>
            </a:r>
            <a:r>
              <a:rPr kumimoji="0" lang="ko-KR" altLang="en-US" sz="1200" b="0" i="0" u="none" strike="noStrike" kern="1200" cap="none" spc="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019D6D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그래프</a:t>
            </a:r>
          </a:p>
        </p:txBody>
      </p:sp>
      <p:pic>
        <p:nvPicPr>
          <p:cNvPr id="8" name="그림 7" descr="클립아트, 만화 영화, 상징이(가) 표시된 사진&#10;&#10;자동 생성된 설명">
            <a:extLst>
              <a:ext uri="{FF2B5EF4-FFF2-40B4-BE49-F238E27FC236}">
                <a16:creationId xmlns:a16="http://schemas.microsoft.com/office/drawing/2014/main" id="{A2C4159D-A021-F621-C223-879E7447C91B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09533" y="339854"/>
            <a:ext cx="453817" cy="453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2249192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>
        <p159:morph option="byChar"/>
      </p:transition>
    </mc:Choice>
    <mc:Fallback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861C02D0-E528-55DF-B2AD-1D3D059EF0A2}"/>
              </a:ext>
            </a:extLst>
          </p:cNvPr>
          <p:cNvCxnSpPr>
            <a:cxnSpLocks/>
          </p:cNvCxnSpPr>
          <p:nvPr/>
        </p:nvCxnSpPr>
        <p:spPr>
          <a:xfrm>
            <a:off x="628650" y="914400"/>
            <a:ext cx="10934700" cy="0"/>
          </a:xfrm>
          <a:prstGeom prst="line">
            <a:avLst/>
          </a:prstGeom>
          <a:ln w="19050">
            <a:solidFill>
              <a:srgbClr val="E0833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EC576FF9-50DD-149F-E285-DB7DE569815F}"/>
              </a:ext>
            </a:extLst>
          </p:cNvPr>
          <p:cNvSpPr txBox="1"/>
          <p:nvPr/>
        </p:nvSpPr>
        <p:spPr>
          <a:xfrm>
            <a:off x="628649" y="513219"/>
            <a:ext cx="5724526" cy="369332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-50" normalizeH="0" baseline="0" noProof="0" dirty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그래프</a:t>
            </a:r>
            <a:r>
              <a:rPr kumimoji="0" lang="en-US" altLang="ko-KR" sz="1800" b="0" i="0" u="none" strike="noStrike" kern="1200" cap="none" spc="-5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, </a:t>
            </a:r>
            <a:r>
              <a:rPr kumimoji="0" lang="ko-KR" altLang="en-US" sz="1800" b="0" i="0" u="none" strike="noStrike" kern="1200" cap="none" spc="-5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FA6502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꼭 지켜줘야 할 부분</a:t>
            </a:r>
            <a:endParaRPr kumimoji="0" lang="ko-KR" altLang="en-US" sz="1800" b="0" i="0" u="none" strike="noStrike" kern="1200" cap="none" spc="-50" normalizeH="0" baseline="0" noProof="0" dirty="0">
              <a:ln>
                <a:solidFill>
                  <a:srgbClr val="FF0000">
                    <a:alpha val="0"/>
                  </a:srgbClr>
                </a:solidFill>
              </a:ln>
              <a:solidFill>
                <a:srgbClr val="FA6502"/>
              </a:solidFill>
              <a:effectLst/>
              <a:uLnTx/>
              <a:uFillTx/>
              <a:latin typeface="G마켓 산스 TTF Bold" panose="02000000000000000000" pitchFamily="2" charset="-127"/>
              <a:ea typeface="G마켓 산스 TTF Bold" panose="02000000000000000000" pitchFamily="2" charset="-127"/>
              <a:cs typeface="+mn-cs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A515B71-2EAD-76CA-2151-8EE88EC90ABF}"/>
              </a:ext>
            </a:extLst>
          </p:cNvPr>
          <p:cNvSpPr/>
          <p:nvPr/>
        </p:nvSpPr>
        <p:spPr>
          <a:xfrm>
            <a:off x="628649" y="1035130"/>
            <a:ext cx="10934702" cy="31854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※ </a:t>
            </a:r>
            <a:r>
              <a:rPr kumimoji="0" lang="ko-KR" altLang="en-US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작업하다가 만것같은 기분이 드는 이유</a:t>
            </a:r>
            <a:endParaRPr kumimoji="0" lang="ko-KR" altLang="en-US" sz="1200" b="0" i="0" u="none" strike="noStrike" kern="1200" cap="none" spc="0" normalizeH="0" baseline="0" noProof="0" dirty="0">
              <a:ln>
                <a:solidFill>
                  <a:srgbClr val="4472C4">
                    <a:alpha val="0"/>
                  </a:srgbClr>
                </a:solidFill>
              </a:ln>
              <a:solidFill>
                <a:srgbClr val="E7E6E6">
                  <a:lumMod val="10000"/>
                </a:srgbClr>
              </a:solidFill>
              <a:effectLst/>
              <a:uLnTx/>
              <a:uFillTx/>
              <a:latin typeface="G마켓 산스 TTF Medium" panose="02000000000000000000" pitchFamily="2" charset="-127"/>
              <a:ea typeface="G마켓 산스 TTF Medium" panose="02000000000000000000" pitchFamily="2" charset="-127"/>
              <a:cs typeface="+mn-cs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D4A78CC-EBFE-05B9-2EEA-A413825EE493}"/>
              </a:ext>
            </a:extLst>
          </p:cNvPr>
          <p:cNvSpPr/>
          <p:nvPr/>
        </p:nvSpPr>
        <p:spPr>
          <a:xfrm>
            <a:off x="6203950" y="2152650"/>
            <a:ext cx="5124450" cy="4192131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FA4041B3-5328-1B94-A5B9-B13A31B12476}"/>
              </a:ext>
            </a:extLst>
          </p:cNvPr>
          <p:cNvSpPr/>
          <p:nvPr/>
        </p:nvSpPr>
        <p:spPr>
          <a:xfrm>
            <a:off x="6203950" y="1727200"/>
            <a:ext cx="5124450" cy="416305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3D5DC86-D93E-B3F1-879F-52AC96CE4645}"/>
              </a:ext>
            </a:extLst>
          </p:cNvPr>
          <p:cNvSpPr/>
          <p:nvPr/>
        </p:nvSpPr>
        <p:spPr>
          <a:xfrm>
            <a:off x="863600" y="2152650"/>
            <a:ext cx="5124450" cy="4192131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aphicFrame>
        <p:nvGraphicFramePr>
          <p:cNvPr id="2" name="차트 개체 틀 45">
            <a:extLst>
              <a:ext uri="{FF2B5EF4-FFF2-40B4-BE49-F238E27FC236}">
                <a16:creationId xmlns:a16="http://schemas.microsoft.com/office/drawing/2014/main" id="{04679E17-9E97-414F-6808-48BC22D69442}"/>
              </a:ext>
            </a:extLst>
          </p:cNvPr>
          <p:cNvGraphicFramePr>
            <a:graphicFrameLocks/>
          </p:cNvGraphicFramePr>
          <p:nvPr/>
        </p:nvGraphicFramePr>
        <p:xfrm>
          <a:off x="6419850" y="2297033"/>
          <a:ext cx="4679950" cy="250991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" name="차트 개체 틀 18">
            <a:extLst>
              <a:ext uri="{FF2B5EF4-FFF2-40B4-BE49-F238E27FC236}">
                <a16:creationId xmlns:a16="http://schemas.microsoft.com/office/drawing/2014/main" id="{0ADA3022-8EB0-1FC4-2402-D7E09B654F30}"/>
              </a:ext>
            </a:extLst>
          </p:cNvPr>
          <p:cNvGraphicFramePr>
            <a:graphicFrameLocks/>
          </p:cNvGraphicFramePr>
          <p:nvPr/>
        </p:nvGraphicFramePr>
        <p:xfrm>
          <a:off x="1092200" y="2297033"/>
          <a:ext cx="4679950" cy="250991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" name="직사각형 2">
            <a:extLst>
              <a:ext uri="{FF2B5EF4-FFF2-40B4-BE49-F238E27FC236}">
                <a16:creationId xmlns:a16="http://schemas.microsoft.com/office/drawing/2014/main" id="{A7A99F62-B202-58A6-ECF1-E7687A99376C}"/>
              </a:ext>
            </a:extLst>
          </p:cNvPr>
          <p:cNvSpPr/>
          <p:nvPr/>
        </p:nvSpPr>
        <p:spPr>
          <a:xfrm>
            <a:off x="863600" y="1727200"/>
            <a:ext cx="5124450" cy="416305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꺾은선에는 표식을 넣어주자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FCA36A3-A10C-01E3-79F0-D21452E8F711}"/>
              </a:ext>
            </a:extLst>
          </p:cNvPr>
          <p:cNvSpPr/>
          <p:nvPr/>
        </p:nvSpPr>
        <p:spPr>
          <a:xfrm>
            <a:off x="1211580" y="4998015"/>
            <a:ext cx="4428490" cy="1155700"/>
          </a:xfrm>
          <a:prstGeom prst="rect">
            <a:avLst/>
          </a:prstGeom>
          <a:solidFill>
            <a:srgbClr val="D0CEC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60363" marR="0" lvl="0" indent="-255588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ko-KR" altLang="en-US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선 우클릭 데이터 계열서식</a:t>
            </a:r>
            <a:endParaRPr kumimoji="0" lang="en-US" altLang="ko-KR" sz="1200" b="0" i="0" u="none" strike="noStrike" kern="1200" cap="none" spc="0" normalizeH="0" baseline="0" noProof="0">
              <a:ln>
                <a:solidFill>
                  <a:srgbClr val="4472C4">
                    <a:alpha val="0"/>
                  </a:srgbClr>
                </a:solidFill>
              </a:ln>
              <a:solidFill>
                <a:srgbClr val="E7E6E6">
                  <a:lumMod val="10000"/>
                </a:srgbClr>
              </a:solidFill>
              <a:effectLst/>
              <a:uLnTx/>
              <a:uFillTx/>
              <a:latin typeface="G마켓 산스 TTF Medium" panose="02000000000000000000" pitchFamily="2" charset="-127"/>
              <a:ea typeface="G마켓 산스 TTF Medium" panose="02000000000000000000" pitchFamily="2" charset="-127"/>
              <a:cs typeface="+mn-cs"/>
            </a:endParaRPr>
          </a:p>
          <a:p>
            <a:pPr marL="360363" marR="0" lvl="0" indent="-255588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ko-KR" altLang="en-US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채우기 및 선</a:t>
            </a: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 - </a:t>
            </a:r>
            <a:r>
              <a:rPr kumimoji="0" lang="ko-KR" altLang="en-US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꺾은선 두께 </a:t>
            </a: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1.5PT</a:t>
            </a:r>
          </a:p>
          <a:p>
            <a:pPr marL="360363" marR="0" lvl="0" indent="-255588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ko-KR" altLang="en-US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표식 흰색 채우기</a:t>
            </a: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, </a:t>
            </a:r>
            <a:r>
              <a:rPr kumimoji="0" lang="ko-KR" altLang="en-US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표식 테두리 </a:t>
            </a: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1.5PT</a:t>
            </a:r>
            <a:endParaRPr kumimoji="0" lang="ko-KR" altLang="en-US" sz="1200" b="0" i="0" u="none" strike="noStrike" kern="1200" cap="none" spc="0" normalizeH="0" baseline="0" noProof="0">
              <a:ln>
                <a:solidFill>
                  <a:srgbClr val="4472C4">
                    <a:alpha val="0"/>
                  </a:srgbClr>
                </a:solidFill>
              </a:ln>
              <a:solidFill>
                <a:srgbClr val="E7E6E6">
                  <a:lumMod val="10000"/>
                </a:srgbClr>
              </a:solidFill>
              <a:effectLst/>
              <a:uLnTx/>
              <a:uFillTx/>
              <a:latin typeface="G마켓 산스 TTF Medium" panose="02000000000000000000" pitchFamily="2" charset="-127"/>
              <a:ea typeface="G마켓 산스 TTF Medium" panose="02000000000000000000" pitchFamily="2" charset="-127"/>
              <a:cs typeface="+mn-cs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C68703EF-2539-731D-D6FB-E53F967C435B}"/>
              </a:ext>
            </a:extLst>
          </p:cNvPr>
          <p:cNvSpPr/>
          <p:nvPr/>
        </p:nvSpPr>
        <p:spPr>
          <a:xfrm>
            <a:off x="6545580" y="4998015"/>
            <a:ext cx="4428490" cy="1155700"/>
          </a:xfrm>
          <a:prstGeom prst="rect">
            <a:avLst/>
          </a:prstGeom>
          <a:solidFill>
            <a:srgbClr val="D0CEC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BD7A079-373E-21F1-3227-581B067CD900}"/>
              </a:ext>
            </a:extLst>
          </p:cNvPr>
          <p:cNvSpPr txBox="1"/>
          <p:nvPr/>
        </p:nvSpPr>
        <p:spPr>
          <a:xfrm>
            <a:off x="628650" y="274320"/>
            <a:ext cx="2404110" cy="276999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019D6D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04. </a:t>
            </a:r>
            <a:r>
              <a:rPr kumimoji="0" lang="ko-KR" altLang="en-US" sz="1200" b="0" i="0" u="none" strike="noStrike" kern="1200" cap="none" spc="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019D6D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표</a:t>
            </a: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019D6D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/</a:t>
            </a:r>
            <a:r>
              <a:rPr kumimoji="0" lang="ko-KR" altLang="en-US" sz="1200" b="0" i="0" u="none" strike="noStrike" kern="1200" cap="none" spc="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019D6D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그래프</a:t>
            </a:r>
          </a:p>
        </p:txBody>
      </p:sp>
      <p:pic>
        <p:nvPicPr>
          <p:cNvPr id="5" name="그림 4" descr="클립아트, 만화 영화, 상징이(가) 표시된 사진&#10;&#10;자동 생성된 설명">
            <a:extLst>
              <a:ext uri="{FF2B5EF4-FFF2-40B4-BE49-F238E27FC236}">
                <a16:creationId xmlns:a16="http://schemas.microsoft.com/office/drawing/2014/main" id="{75D14584-27C1-BFFE-EAA7-0055C34AF210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09533" y="339854"/>
            <a:ext cx="453817" cy="453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9709041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>
        <p159:morph option="byChar"/>
      </p:transition>
    </mc:Choice>
    <mc:Fallback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861C02D0-E528-55DF-B2AD-1D3D059EF0A2}"/>
              </a:ext>
            </a:extLst>
          </p:cNvPr>
          <p:cNvCxnSpPr>
            <a:cxnSpLocks/>
          </p:cNvCxnSpPr>
          <p:nvPr/>
        </p:nvCxnSpPr>
        <p:spPr>
          <a:xfrm>
            <a:off x="628650" y="914400"/>
            <a:ext cx="10934700" cy="0"/>
          </a:xfrm>
          <a:prstGeom prst="line">
            <a:avLst/>
          </a:prstGeom>
          <a:ln w="19050">
            <a:solidFill>
              <a:srgbClr val="E0833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A515B71-2EAD-76CA-2151-8EE88EC90ABF}"/>
              </a:ext>
            </a:extLst>
          </p:cNvPr>
          <p:cNvSpPr/>
          <p:nvPr/>
        </p:nvSpPr>
        <p:spPr>
          <a:xfrm>
            <a:off x="628649" y="1035130"/>
            <a:ext cx="10934702" cy="31854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※ </a:t>
            </a:r>
            <a:r>
              <a:rPr kumimoji="0" lang="ko-KR" altLang="en-US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팀장님이 제일 좋아하는 표의 기본빵 만들어보기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702D84E-7737-9322-3AD9-F70A7129784C}"/>
              </a:ext>
            </a:extLst>
          </p:cNvPr>
          <p:cNvSpPr txBox="1"/>
          <p:nvPr/>
        </p:nvSpPr>
        <p:spPr>
          <a:xfrm>
            <a:off x="628650" y="274320"/>
            <a:ext cx="1058944" cy="276999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>
            <a:defPPr>
              <a:defRPr lang="ko-KR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019D6D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019D6D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04. </a:t>
            </a:r>
            <a:r>
              <a:rPr kumimoji="0" lang="ko-KR" altLang="en-US" sz="1200" b="0" i="0" u="none" strike="noStrike" kern="1200" cap="none" spc="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019D6D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표</a:t>
            </a: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019D6D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/</a:t>
            </a:r>
            <a:r>
              <a:rPr kumimoji="0" lang="ko-KR" altLang="en-US" sz="1200" b="0" i="0" u="none" strike="noStrike" kern="1200" cap="none" spc="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019D6D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그래프</a:t>
            </a:r>
          </a:p>
        </p:txBody>
      </p:sp>
      <p:pic>
        <p:nvPicPr>
          <p:cNvPr id="2" name="그림 1" descr="클립아트, 만화 영화, 상징이(가) 표시된 사진&#10;&#10;자동 생성된 설명">
            <a:extLst>
              <a:ext uri="{FF2B5EF4-FFF2-40B4-BE49-F238E27FC236}">
                <a16:creationId xmlns:a16="http://schemas.microsoft.com/office/drawing/2014/main" id="{8EEF7D62-0865-425F-0537-593E093B6D7E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09533" y="339854"/>
            <a:ext cx="453817" cy="453817"/>
          </a:xfrm>
          <a:prstGeom prst="rect">
            <a:avLst/>
          </a:prstGeom>
        </p:spPr>
      </p:pic>
      <p:graphicFrame>
        <p:nvGraphicFramePr>
          <p:cNvPr id="9" name="차트 8">
            <a:extLst>
              <a:ext uri="{FF2B5EF4-FFF2-40B4-BE49-F238E27FC236}">
                <a16:creationId xmlns:a16="http://schemas.microsoft.com/office/drawing/2014/main" id="{3053A72A-EEB9-3047-C5AE-AF3F6BA3A1BA}"/>
              </a:ext>
            </a:extLst>
          </p:cNvPr>
          <p:cNvGraphicFramePr/>
          <p:nvPr/>
        </p:nvGraphicFramePr>
        <p:xfrm>
          <a:off x="6311899" y="2101850"/>
          <a:ext cx="5246543" cy="401120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2EE50F5B-381F-16D7-4387-F461A78FE01B}"/>
              </a:ext>
            </a:extLst>
          </p:cNvPr>
          <p:cNvSpPr/>
          <p:nvPr/>
        </p:nvSpPr>
        <p:spPr>
          <a:xfrm>
            <a:off x="628649" y="1768888"/>
            <a:ext cx="5074909" cy="451836"/>
          </a:xfrm>
          <a:prstGeom prst="roundRect">
            <a:avLst>
              <a:gd name="adj" fmla="val 50000"/>
            </a:avLst>
          </a:prstGeom>
          <a:solidFill>
            <a:srgbClr val="4E4D4D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A26114A-EF3F-3DAB-9EA1-0AE0CE77BE46}"/>
              </a:ext>
            </a:extLst>
          </p:cNvPr>
          <p:cNvSpPr txBox="1"/>
          <p:nvPr/>
        </p:nvSpPr>
        <p:spPr>
          <a:xfrm>
            <a:off x="1004318" y="1856307"/>
            <a:ext cx="45373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1200" cap="none" spc="0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좌측 주축은 클릭하여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Delete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로 삭제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(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중복내용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)</a:t>
            </a:r>
            <a:endParaRPr kumimoji="0" lang="ko-KR" altLang="en-US" sz="1200" b="1" i="0" u="none" strike="noStrike" kern="1200" cap="none" spc="0" normalizeH="0" baseline="0" noProof="0" dirty="0">
              <a:ln>
                <a:solidFill>
                  <a:srgbClr val="4472C4">
                    <a:shade val="50000"/>
                    <a:alpha val="0"/>
                  </a:srgbClr>
                </a:solidFill>
              </a:ln>
              <a:solidFill>
                <a:srgbClr val="FFFFFF"/>
              </a:solidFill>
              <a:effectLst/>
              <a:uLnTx/>
              <a:uFillTx/>
              <a:latin typeface="G마켓 산스 TTF Medium" panose="02000000000000000000" pitchFamily="2" charset="-127"/>
              <a:ea typeface="G마켓 산스 TTF Medium" panose="02000000000000000000" pitchFamily="2" charset="-127"/>
              <a:cs typeface="+mn-cs"/>
            </a:endParaRP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DC63A8A2-5351-E132-81D8-F5192F6E82B9}"/>
              </a:ext>
            </a:extLst>
          </p:cNvPr>
          <p:cNvSpPr/>
          <p:nvPr/>
        </p:nvSpPr>
        <p:spPr>
          <a:xfrm>
            <a:off x="688218" y="1833582"/>
            <a:ext cx="322450" cy="322448"/>
          </a:xfrm>
          <a:prstGeom prst="ellipse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1200" cap="none" spc="0" normalizeH="0" baseline="0" noProof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4E4D4D"/>
                </a:solidFill>
                <a:effectLst/>
                <a:uLnTx/>
                <a:uFillTx/>
                <a:latin typeface="Montserrat ExtraBold" pitchFamily="2" charset="0"/>
                <a:ea typeface="맑은 고딕" panose="020B0503020000020004" pitchFamily="50" charset="-127"/>
                <a:cs typeface="+mn-cs"/>
              </a:rPr>
              <a:t>1</a:t>
            </a:r>
            <a:endParaRPr kumimoji="0" lang="ko-KR" altLang="en-US" sz="1200" b="1" i="0" u="none" strike="noStrike" kern="1200" cap="none" spc="0" normalizeH="0" baseline="0" noProof="0">
              <a:ln>
                <a:solidFill>
                  <a:srgbClr val="4472C4">
                    <a:shade val="50000"/>
                    <a:alpha val="0"/>
                  </a:srgbClr>
                </a:solidFill>
              </a:ln>
              <a:solidFill>
                <a:srgbClr val="4E4D4D"/>
              </a:solidFill>
              <a:effectLst/>
              <a:uLnTx/>
              <a:uFillTx/>
              <a:latin typeface="Montserrat ExtraBold" pitchFamily="2" charset="0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A4EEF2CF-B0F3-AE92-AC3C-D12E9567D388}"/>
              </a:ext>
            </a:extLst>
          </p:cNvPr>
          <p:cNvSpPr/>
          <p:nvPr/>
        </p:nvSpPr>
        <p:spPr>
          <a:xfrm>
            <a:off x="628649" y="2349459"/>
            <a:ext cx="5074909" cy="451836"/>
          </a:xfrm>
          <a:prstGeom prst="roundRect">
            <a:avLst>
              <a:gd name="adj" fmla="val 50000"/>
            </a:avLst>
          </a:prstGeom>
          <a:solidFill>
            <a:srgbClr val="4E4D4D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089CE2E-DDA5-C86B-3B0E-F435BFAC29F3}"/>
              </a:ext>
            </a:extLst>
          </p:cNvPr>
          <p:cNvSpPr txBox="1"/>
          <p:nvPr/>
        </p:nvSpPr>
        <p:spPr>
          <a:xfrm>
            <a:off x="1004318" y="2436878"/>
            <a:ext cx="45373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1200" cap="none" spc="0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주축이 없으므로 눈금선은 무의미 회색선을 클릭하고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Delete</a:t>
            </a:r>
            <a:endParaRPr kumimoji="0" lang="ko-KR" altLang="en-US" sz="1200" b="1" i="0" u="none" strike="noStrike" kern="1200" cap="none" spc="0" normalizeH="0" baseline="0" noProof="0" dirty="0">
              <a:ln>
                <a:solidFill>
                  <a:srgbClr val="4472C4">
                    <a:shade val="50000"/>
                    <a:alpha val="0"/>
                  </a:srgbClr>
                </a:solidFill>
              </a:ln>
              <a:solidFill>
                <a:srgbClr val="FFFFFF"/>
              </a:solidFill>
              <a:effectLst/>
              <a:uLnTx/>
              <a:uFillTx/>
              <a:latin typeface="G마켓 산스 TTF Medium" panose="02000000000000000000" pitchFamily="2" charset="-127"/>
              <a:ea typeface="G마켓 산스 TTF Medium" panose="02000000000000000000" pitchFamily="2" charset="-127"/>
              <a:cs typeface="+mn-cs"/>
            </a:endParaRPr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AA32C0FB-AC25-D8EF-2E79-626484FC2216}"/>
              </a:ext>
            </a:extLst>
          </p:cNvPr>
          <p:cNvSpPr/>
          <p:nvPr/>
        </p:nvSpPr>
        <p:spPr>
          <a:xfrm>
            <a:off x="688218" y="2414153"/>
            <a:ext cx="322450" cy="322448"/>
          </a:xfrm>
          <a:prstGeom prst="ellipse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1200" cap="none" spc="0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4E4D4D"/>
                </a:solidFill>
                <a:effectLst/>
                <a:uLnTx/>
                <a:uFillTx/>
                <a:latin typeface="Montserrat ExtraBold" pitchFamily="2" charset="0"/>
                <a:ea typeface="맑은 고딕" panose="020B0503020000020004" pitchFamily="50" charset="-127"/>
                <a:cs typeface="+mn-cs"/>
              </a:rPr>
              <a:t>2</a:t>
            </a:r>
            <a:endParaRPr kumimoji="0" lang="ko-KR" altLang="en-US" sz="1200" b="1" i="0" u="none" strike="noStrike" kern="1200" cap="none" spc="0" normalizeH="0" baseline="0" noProof="0" dirty="0">
              <a:ln>
                <a:solidFill>
                  <a:srgbClr val="4472C4">
                    <a:shade val="50000"/>
                    <a:alpha val="0"/>
                  </a:srgbClr>
                </a:solidFill>
              </a:ln>
              <a:solidFill>
                <a:srgbClr val="4E4D4D"/>
              </a:solidFill>
              <a:effectLst/>
              <a:uLnTx/>
              <a:uFillTx/>
              <a:latin typeface="Montserrat ExtraBold" pitchFamily="2" charset="0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52A76BAD-0839-1F3F-727F-01C6CBD465B9}"/>
              </a:ext>
            </a:extLst>
          </p:cNvPr>
          <p:cNvSpPr/>
          <p:nvPr/>
        </p:nvSpPr>
        <p:spPr>
          <a:xfrm>
            <a:off x="628649" y="2930030"/>
            <a:ext cx="5074909" cy="451836"/>
          </a:xfrm>
          <a:prstGeom prst="roundRect">
            <a:avLst>
              <a:gd name="adj" fmla="val 50000"/>
            </a:avLst>
          </a:prstGeom>
          <a:solidFill>
            <a:srgbClr val="4E4D4D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5572F77-552B-A293-CAA0-AB322C516A39}"/>
              </a:ext>
            </a:extLst>
          </p:cNvPr>
          <p:cNvSpPr txBox="1"/>
          <p:nvPr/>
        </p:nvSpPr>
        <p:spPr>
          <a:xfrm>
            <a:off x="1004318" y="3017449"/>
            <a:ext cx="45373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1200" cap="none" spc="0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소제목 서식복사 붙여넣기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&amp; </a:t>
            </a:r>
            <a:r>
              <a:rPr kumimoji="0" lang="ko-KR" altLang="en-US" sz="1200" b="1" i="0" u="none" strike="noStrike" kern="1200" cap="none" spc="0" normalizeH="0" baseline="0" noProof="0" dirty="0" err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글씨작게로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 항목 깔끔하게 만들기</a:t>
            </a:r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A248952E-1814-8845-8AA9-F2C05FA8EDD2}"/>
              </a:ext>
            </a:extLst>
          </p:cNvPr>
          <p:cNvSpPr/>
          <p:nvPr/>
        </p:nvSpPr>
        <p:spPr>
          <a:xfrm>
            <a:off x="688218" y="2994724"/>
            <a:ext cx="322450" cy="322448"/>
          </a:xfrm>
          <a:prstGeom prst="ellipse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1200" cap="none" spc="0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4E4D4D"/>
                </a:solidFill>
                <a:effectLst/>
                <a:uLnTx/>
                <a:uFillTx/>
                <a:latin typeface="Montserrat ExtraBold" pitchFamily="2" charset="0"/>
                <a:ea typeface="맑은 고딕" panose="020B0503020000020004" pitchFamily="50" charset="-127"/>
                <a:cs typeface="+mn-cs"/>
              </a:rPr>
              <a:t>3</a:t>
            </a:r>
            <a:endParaRPr kumimoji="0" lang="ko-KR" altLang="en-US" sz="1200" b="1" i="0" u="none" strike="noStrike" kern="1200" cap="none" spc="0" normalizeH="0" baseline="0" noProof="0" dirty="0">
              <a:ln>
                <a:solidFill>
                  <a:srgbClr val="4472C4">
                    <a:shade val="50000"/>
                    <a:alpha val="0"/>
                  </a:srgbClr>
                </a:solidFill>
              </a:ln>
              <a:solidFill>
                <a:srgbClr val="4E4D4D"/>
              </a:solidFill>
              <a:effectLst/>
              <a:uLnTx/>
              <a:uFillTx/>
              <a:latin typeface="Montserrat ExtraBold" pitchFamily="2" charset="0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157049FF-6C08-E39B-10A6-86E7A088E8E5}"/>
              </a:ext>
            </a:extLst>
          </p:cNvPr>
          <p:cNvSpPr/>
          <p:nvPr/>
        </p:nvSpPr>
        <p:spPr>
          <a:xfrm>
            <a:off x="628649" y="3510601"/>
            <a:ext cx="5074909" cy="451836"/>
          </a:xfrm>
          <a:prstGeom prst="roundRect">
            <a:avLst>
              <a:gd name="adj" fmla="val 50000"/>
            </a:avLst>
          </a:prstGeom>
          <a:solidFill>
            <a:srgbClr val="4E4D4D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E12599A-219F-B230-8FE4-6EABBCC25C3F}"/>
              </a:ext>
            </a:extLst>
          </p:cNvPr>
          <p:cNvSpPr txBox="1"/>
          <p:nvPr/>
        </p:nvSpPr>
        <p:spPr>
          <a:xfrm>
            <a:off x="1004318" y="3598020"/>
            <a:ext cx="45373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1200" cap="none" spc="0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그래프 전체 회색으로 변경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&amp; 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제일 큰 막대기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2</a:t>
            </a:r>
            <a:r>
              <a:rPr kumimoji="0" lang="ko-KR" altLang="en-US" sz="1200" b="1" i="0" u="none" strike="noStrike" kern="1200" cap="none" spc="0" normalizeH="0" baseline="0" noProof="0" dirty="0" err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번클릭하여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 색 변경</a:t>
            </a:r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0B20C573-13E4-83FE-907E-7717787ED44F}"/>
              </a:ext>
            </a:extLst>
          </p:cNvPr>
          <p:cNvSpPr/>
          <p:nvPr/>
        </p:nvSpPr>
        <p:spPr>
          <a:xfrm>
            <a:off x="688218" y="3575295"/>
            <a:ext cx="322450" cy="322448"/>
          </a:xfrm>
          <a:prstGeom prst="ellipse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1200" cap="none" spc="0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4E4D4D"/>
                </a:solidFill>
                <a:effectLst/>
                <a:uLnTx/>
                <a:uFillTx/>
                <a:latin typeface="Montserrat ExtraBold" pitchFamily="2" charset="0"/>
                <a:ea typeface="맑은 고딕" panose="020B0503020000020004" pitchFamily="50" charset="-127"/>
                <a:cs typeface="+mn-cs"/>
              </a:rPr>
              <a:t>4</a:t>
            </a:r>
            <a:endParaRPr kumimoji="0" lang="ko-KR" altLang="en-US" sz="1200" b="1" i="0" u="none" strike="noStrike" kern="1200" cap="none" spc="0" normalizeH="0" baseline="0" noProof="0" dirty="0">
              <a:ln>
                <a:solidFill>
                  <a:srgbClr val="4472C4">
                    <a:shade val="50000"/>
                    <a:alpha val="0"/>
                  </a:srgbClr>
                </a:solidFill>
              </a:ln>
              <a:solidFill>
                <a:srgbClr val="4E4D4D"/>
              </a:solidFill>
              <a:effectLst/>
              <a:uLnTx/>
              <a:uFillTx/>
              <a:latin typeface="Montserrat ExtraBold" pitchFamily="2" charset="0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958EEBC4-741A-A16B-FEB1-EE8C55BBB318}"/>
              </a:ext>
            </a:extLst>
          </p:cNvPr>
          <p:cNvSpPr/>
          <p:nvPr/>
        </p:nvSpPr>
        <p:spPr>
          <a:xfrm>
            <a:off x="628649" y="4091172"/>
            <a:ext cx="5074909" cy="451836"/>
          </a:xfrm>
          <a:prstGeom prst="roundRect">
            <a:avLst>
              <a:gd name="adj" fmla="val 50000"/>
            </a:avLst>
          </a:prstGeom>
          <a:solidFill>
            <a:srgbClr val="4E4D4D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8F777F8-B6C3-09A8-9C6D-48CDCFC2CB6A}"/>
              </a:ext>
            </a:extLst>
          </p:cNvPr>
          <p:cNvSpPr txBox="1"/>
          <p:nvPr/>
        </p:nvSpPr>
        <p:spPr>
          <a:xfrm>
            <a:off x="1004318" y="4178591"/>
            <a:ext cx="45373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1200" cap="none" spc="0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그래프 </a:t>
            </a:r>
            <a:r>
              <a:rPr kumimoji="0" lang="ko-KR" altLang="en-US" sz="1200" b="1" i="0" u="none" strike="noStrike" kern="1200" cap="none" spc="0" normalizeH="0" baseline="0" noProof="0" dirty="0" err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우클릭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- 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데이터 레이블 추가</a:t>
            </a:r>
          </a:p>
        </p:txBody>
      </p:sp>
      <p:sp>
        <p:nvSpPr>
          <p:cNvPr id="25" name="타원 24">
            <a:extLst>
              <a:ext uri="{FF2B5EF4-FFF2-40B4-BE49-F238E27FC236}">
                <a16:creationId xmlns:a16="http://schemas.microsoft.com/office/drawing/2014/main" id="{52D7EA3A-F450-E600-F633-F60D9CEF480A}"/>
              </a:ext>
            </a:extLst>
          </p:cNvPr>
          <p:cNvSpPr/>
          <p:nvPr/>
        </p:nvSpPr>
        <p:spPr>
          <a:xfrm>
            <a:off x="688218" y="4155866"/>
            <a:ext cx="322450" cy="322448"/>
          </a:xfrm>
          <a:prstGeom prst="ellipse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1200" cap="none" spc="0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4E4D4D"/>
                </a:solidFill>
                <a:effectLst/>
                <a:uLnTx/>
                <a:uFillTx/>
                <a:latin typeface="Montserrat ExtraBold" pitchFamily="2" charset="0"/>
                <a:ea typeface="맑은 고딕" panose="020B0503020000020004" pitchFamily="50" charset="-127"/>
                <a:cs typeface="+mn-cs"/>
              </a:rPr>
              <a:t>5</a:t>
            </a:r>
            <a:endParaRPr kumimoji="0" lang="ko-KR" altLang="en-US" sz="1200" b="1" i="0" u="none" strike="noStrike" kern="1200" cap="none" spc="0" normalizeH="0" baseline="0" noProof="0" dirty="0">
              <a:ln>
                <a:solidFill>
                  <a:srgbClr val="4472C4">
                    <a:shade val="50000"/>
                    <a:alpha val="0"/>
                  </a:srgbClr>
                </a:solidFill>
              </a:ln>
              <a:solidFill>
                <a:srgbClr val="4E4D4D"/>
              </a:solidFill>
              <a:effectLst/>
              <a:uLnTx/>
              <a:uFillTx/>
              <a:latin typeface="Montserrat ExtraBold" pitchFamily="2" charset="0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E6EC38BD-617D-A67C-E650-53579D5906D3}"/>
              </a:ext>
            </a:extLst>
          </p:cNvPr>
          <p:cNvSpPr/>
          <p:nvPr/>
        </p:nvSpPr>
        <p:spPr>
          <a:xfrm>
            <a:off x="628649" y="4671743"/>
            <a:ext cx="5074909" cy="451836"/>
          </a:xfrm>
          <a:prstGeom prst="roundRect">
            <a:avLst>
              <a:gd name="adj" fmla="val 50000"/>
            </a:avLst>
          </a:prstGeom>
          <a:solidFill>
            <a:srgbClr val="4E4D4D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94C6557-89C2-1EE0-F8A1-C41A4CAEFAB0}"/>
              </a:ext>
            </a:extLst>
          </p:cNvPr>
          <p:cNvSpPr txBox="1"/>
          <p:nvPr/>
        </p:nvSpPr>
        <p:spPr>
          <a:xfrm>
            <a:off x="1004318" y="4759162"/>
            <a:ext cx="45373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1200" cap="none" spc="0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데이터 레이블 서식복사 붙여넣기로 서식변경</a:t>
            </a:r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E581EB24-CE5A-4606-FC74-9D25D4A021B7}"/>
              </a:ext>
            </a:extLst>
          </p:cNvPr>
          <p:cNvSpPr/>
          <p:nvPr/>
        </p:nvSpPr>
        <p:spPr>
          <a:xfrm>
            <a:off x="688218" y="4736437"/>
            <a:ext cx="322450" cy="322448"/>
          </a:xfrm>
          <a:prstGeom prst="ellipse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1200" cap="none" spc="0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4E4D4D"/>
                </a:solidFill>
                <a:effectLst/>
                <a:uLnTx/>
                <a:uFillTx/>
                <a:latin typeface="Montserrat ExtraBold" pitchFamily="2" charset="0"/>
                <a:ea typeface="맑은 고딕" panose="020B0503020000020004" pitchFamily="50" charset="-127"/>
                <a:cs typeface="+mn-cs"/>
              </a:rPr>
              <a:t>6</a:t>
            </a:r>
            <a:endParaRPr kumimoji="0" lang="ko-KR" altLang="en-US" sz="1200" b="1" i="0" u="none" strike="noStrike" kern="1200" cap="none" spc="0" normalizeH="0" baseline="0" noProof="0" dirty="0">
              <a:ln>
                <a:solidFill>
                  <a:srgbClr val="4472C4">
                    <a:shade val="50000"/>
                    <a:alpha val="0"/>
                  </a:srgbClr>
                </a:solidFill>
              </a:ln>
              <a:solidFill>
                <a:srgbClr val="4E4D4D"/>
              </a:solidFill>
              <a:effectLst/>
              <a:uLnTx/>
              <a:uFillTx/>
              <a:latin typeface="Montserrat ExtraBold" pitchFamily="2" charset="0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002118D6-FD36-902A-EBF2-CB02D1BA1950}"/>
              </a:ext>
            </a:extLst>
          </p:cNvPr>
          <p:cNvGrpSpPr/>
          <p:nvPr/>
        </p:nvGrpSpPr>
        <p:grpSpPr>
          <a:xfrm>
            <a:off x="628649" y="5252314"/>
            <a:ext cx="5074909" cy="451836"/>
            <a:chOff x="628649" y="5252314"/>
            <a:chExt cx="5074909" cy="451836"/>
          </a:xfrm>
        </p:grpSpPr>
        <p:sp>
          <p:nvSpPr>
            <p:cNvPr id="29" name="사각형: 둥근 모서리 28">
              <a:extLst>
                <a:ext uri="{FF2B5EF4-FFF2-40B4-BE49-F238E27FC236}">
                  <a16:creationId xmlns:a16="http://schemas.microsoft.com/office/drawing/2014/main" id="{7773660B-25AC-47D0-073A-975BCFF9F96D}"/>
                </a:ext>
              </a:extLst>
            </p:cNvPr>
            <p:cNvSpPr/>
            <p:nvPr/>
          </p:nvSpPr>
          <p:spPr>
            <a:xfrm>
              <a:off x="628649" y="5252314"/>
              <a:ext cx="5074909" cy="451836"/>
            </a:xfrm>
            <a:prstGeom prst="roundRect">
              <a:avLst>
                <a:gd name="adj" fmla="val 50000"/>
              </a:avLst>
            </a:prstGeom>
            <a:solidFill>
              <a:srgbClr val="4E4D4D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833E6DDA-7BFC-320E-D3B5-8CA10507131D}"/>
                </a:ext>
              </a:extLst>
            </p:cNvPr>
            <p:cNvSpPr txBox="1"/>
            <p:nvPr/>
          </p:nvSpPr>
          <p:spPr>
            <a:xfrm>
              <a:off x="1004318" y="5339733"/>
              <a:ext cx="453731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1" i="0" u="none" strike="noStrike" kern="1200" cap="none" spc="0" normalizeH="0" baseline="0" noProof="0" dirty="0">
                  <a:ln>
                    <a:solidFill>
                      <a:srgbClr val="4472C4">
                        <a:shade val="50000"/>
                        <a:alpha val="0"/>
                      </a:srgbClr>
                    </a:solidFill>
                  </a:ln>
                  <a:solidFill>
                    <a:srgbClr val="FFFFFF"/>
                  </a:solidFill>
                  <a:effectLst/>
                  <a:uLnTx/>
                  <a:uFillTx/>
                  <a:latin typeface="G마켓 산스 TTF Medium" panose="02000000000000000000" pitchFamily="2" charset="-127"/>
                  <a:ea typeface="G마켓 산스 TTF Medium" panose="02000000000000000000" pitchFamily="2" charset="-127"/>
                  <a:cs typeface="+mn-cs"/>
                </a:rPr>
                <a:t>차트 제목 포인트색 네모박스 </a:t>
              </a:r>
              <a:r>
                <a:rPr kumimoji="0" lang="en-US" altLang="ko-KR" sz="1200" b="1" i="0" u="none" strike="noStrike" kern="1200" cap="none" spc="0" normalizeH="0" baseline="0" noProof="0" dirty="0">
                  <a:ln>
                    <a:solidFill>
                      <a:srgbClr val="4472C4">
                        <a:shade val="50000"/>
                        <a:alpha val="0"/>
                      </a:srgbClr>
                    </a:solidFill>
                  </a:ln>
                  <a:solidFill>
                    <a:srgbClr val="FFFFFF"/>
                  </a:solidFill>
                  <a:effectLst/>
                  <a:uLnTx/>
                  <a:uFillTx/>
                  <a:latin typeface="G마켓 산스 TTF Medium" panose="02000000000000000000" pitchFamily="2" charset="-127"/>
                  <a:ea typeface="G마켓 산스 TTF Medium" panose="02000000000000000000" pitchFamily="2" charset="-127"/>
                  <a:cs typeface="+mn-cs"/>
                </a:rPr>
                <a:t>+ Bold</a:t>
              </a:r>
              <a:r>
                <a:rPr kumimoji="0" lang="ko-KR" altLang="en-US" sz="1200" b="1" i="0" u="none" strike="noStrike" kern="1200" cap="none" spc="0" normalizeH="0" baseline="0" noProof="0" dirty="0">
                  <a:ln>
                    <a:solidFill>
                      <a:srgbClr val="4472C4">
                        <a:shade val="50000"/>
                        <a:alpha val="0"/>
                      </a:srgbClr>
                    </a:solidFill>
                  </a:ln>
                  <a:solidFill>
                    <a:srgbClr val="FFFFFF"/>
                  </a:solidFill>
                  <a:effectLst/>
                  <a:uLnTx/>
                  <a:uFillTx/>
                  <a:latin typeface="G마켓 산스 TTF Medium" panose="02000000000000000000" pitchFamily="2" charset="-127"/>
                  <a:ea typeface="G마켓 산스 TTF Medium" panose="02000000000000000000" pitchFamily="2" charset="-127"/>
                  <a:cs typeface="+mn-cs"/>
                </a:rPr>
                <a:t>체를 이용해 </a:t>
              </a:r>
              <a:r>
                <a:rPr kumimoji="0" lang="ko-KR" altLang="en-US" sz="1200" b="1" i="0" u="none" strike="noStrike" kern="1200" cap="none" spc="0" normalizeH="0" baseline="0" noProof="0" dirty="0" err="1">
                  <a:ln>
                    <a:solidFill>
                      <a:srgbClr val="4472C4">
                        <a:shade val="50000"/>
                        <a:alpha val="0"/>
                      </a:srgbClr>
                    </a:solidFill>
                  </a:ln>
                  <a:solidFill>
                    <a:srgbClr val="FFFFFF"/>
                  </a:solidFill>
                  <a:effectLst/>
                  <a:uLnTx/>
                  <a:uFillTx/>
                  <a:latin typeface="G마켓 산스 TTF Medium" panose="02000000000000000000" pitchFamily="2" charset="-127"/>
                  <a:ea typeface="G마켓 산스 TTF Medium" panose="02000000000000000000" pitchFamily="2" charset="-127"/>
                  <a:cs typeface="+mn-cs"/>
                </a:rPr>
                <a:t>깔쌈하게</a:t>
              </a:r>
              <a:r>
                <a:rPr kumimoji="0" lang="ko-KR" altLang="en-US" sz="1200" b="1" i="0" u="none" strike="noStrike" kern="1200" cap="none" spc="0" normalizeH="0" baseline="0" noProof="0" dirty="0">
                  <a:ln>
                    <a:solidFill>
                      <a:srgbClr val="4472C4">
                        <a:shade val="50000"/>
                        <a:alpha val="0"/>
                      </a:srgbClr>
                    </a:solidFill>
                  </a:ln>
                  <a:solidFill>
                    <a:srgbClr val="FFFFFF"/>
                  </a:solidFill>
                  <a:effectLst/>
                  <a:uLnTx/>
                  <a:uFillTx/>
                  <a:latin typeface="G마켓 산스 TTF Medium" panose="02000000000000000000" pitchFamily="2" charset="-127"/>
                  <a:ea typeface="G마켓 산스 TTF Medium" panose="02000000000000000000" pitchFamily="2" charset="-127"/>
                  <a:cs typeface="+mn-cs"/>
                </a:rPr>
                <a:t> 입력 </a:t>
              </a:r>
            </a:p>
          </p:txBody>
        </p:sp>
        <p:sp>
          <p:nvSpPr>
            <p:cNvPr id="31" name="타원 30">
              <a:extLst>
                <a:ext uri="{FF2B5EF4-FFF2-40B4-BE49-F238E27FC236}">
                  <a16:creationId xmlns:a16="http://schemas.microsoft.com/office/drawing/2014/main" id="{00B9C0B5-E0D7-D8BE-F434-03C0730FA17F}"/>
                </a:ext>
              </a:extLst>
            </p:cNvPr>
            <p:cNvSpPr/>
            <p:nvPr/>
          </p:nvSpPr>
          <p:spPr>
            <a:xfrm>
              <a:off x="688218" y="5317008"/>
              <a:ext cx="322450" cy="322448"/>
            </a:xfrm>
            <a:prstGeom prst="ellipse">
              <a:avLst/>
            </a:prstGeom>
            <a:solidFill>
              <a:schemeClr val="bg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1" i="0" u="none" strike="noStrike" kern="1200" cap="none" spc="0" normalizeH="0" baseline="0" noProof="0" dirty="0">
                  <a:ln>
                    <a:solidFill>
                      <a:srgbClr val="4472C4">
                        <a:shade val="50000"/>
                        <a:alpha val="0"/>
                      </a:srgbClr>
                    </a:solidFill>
                  </a:ln>
                  <a:solidFill>
                    <a:srgbClr val="4E4D4D"/>
                  </a:solidFill>
                  <a:effectLst/>
                  <a:uLnTx/>
                  <a:uFillTx/>
                  <a:latin typeface="Montserrat ExtraBold" pitchFamily="2" charset="0"/>
                  <a:ea typeface="맑은 고딕" panose="020B0503020000020004" pitchFamily="50" charset="-127"/>
                  <a:cs typeface="+mn-cs"/>
                </a:rPr>
                <a:t>7</a:t>
              </a:r>
              <a:endParaRPr kumimoji="0" lang="ko-KR" altLang="en-US" sz="1200" b="1" i="0" u="none" strike="noStrike" kern="1200" cap="none" spc="0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4E4D4D"/>
                </a:solidFill>
                <a:effectLst/>
                <a:uLnTx/>
                <a:uFillTx/>
                <a:latin typeface="Montserrat ExtraBold" pitchFamily="2" charset="0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5AADF491-070A-78C6-26CA-9EEFD46888C9}"/>
              </a:ext>
            </a:extLst>
          </p:cNvPr>
          <p:cNvSpPr txBox="1"/>
          <p:nvPr/>
        </p:nvSpPr>
        <p:spPr>
          <a:xfrm>
            <a:off x="628649" y="513219"/>
            <a:ext cx="5724526" cy="369332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-5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FA6502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서식복사로 가성비갑 </a:t>
            </a:r>
            <a:r>
              <a:rPr kumimoji="0" lang="ko-KR" altLang="en-US" sz="1800" b="0" i="0" u="none" strike="noStrike" kern="1200" cap="none" spc="-5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그래프 만들기</a:t>
            </a:r>
            <a:endParaRPr kumimoji="0" lang="ko-KR" altLang="en-US" sz="1800" b="0" i="0" u="none" strike="noStrike" kern="1200" cap="none" spc="-50" normalizeH="0" baseline="0" noProof="0" dirty="0">
              <a:ln>
                <a:solidFill>
                  <a:srgbClr val="FF0000">
                    <a:alpha val="0"/>
                  </a:srgbClr>
                </a:solidFill>
              </a:ln>
              <a:solidFill>
                <a:srgbClr val="E7E6E6">
                  <a:lumMod val="25000"/>
                </a:srgbClr>
              </a:solidFill>
              <a:effectLst/>
              <a:uLnTx/>
              <a:uFillTx/>
              <a:latin typeface="G마켓 산스 TTF Bold" panose="02000000000000000000" pitchFamily="2" charset="-127"/>
              <a:ea typeface="G마켓 산스 TTF Bold" panose="02000000000000000000" pitchFamily="2" charset="-127"/>
              <a:cs typeface="+mn-cs"/>
            </a:endParaRPr>
          </a:p>
        </p:txBody>
      </p: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0840CD00-2DE4-60EC-57A9-2E1926D74AB0}"/>
              </a:ext>
            </a:extLst>
          </p:cNvPr>
          <p:cNvGrpSpPr/>
          <p:nvPr/>
        </p:nvGrpSpPr>
        <p:grpSpPr>
          <a:xfrm>
            <a:off x="628649" y="5823814"/>
            <a:ext cx="5074909" cy="451836"/>
            <a:chOff x="628649" y="5252314"/>
            <a:chExt cx="5074909" cy="451836"/>
          </a:xfrm>
        </p:grpSpPr>
        <p:sp>
          <p:nvSpPr>
            <p:cNvPr id="39" name="사각형: 둥근 모서리 38">
              <a:extLst>
                <a:ext uri="{FF2B5EF4-FFF2-40B4-BE49-F238E27FC236}">
                  <a16:creationId xmlns:a16="http://schemas.microsoft.com/office/drawing/2014/main" id="{48AAA9A3-38EC-CD5A-DD0C-8424D211983E}"/>
                </a:ext>
              </a:extLst>
            </p:cNvPr>
            <p:cNvSpPr/>
            <p:nvPr/>
          </p:nvSpPr>
          <p:spPr>
            <a:xfrm>
              <a:off x="628649" y="5252314"/>
              <a:ext cx="5074909" cy="451836"/>
            </a:xfrm>
            <a:prstGeom prst="roundRect">
              <a:avLst>
                <a:gd name="adj" fmla="val 50000"/>
              </a:avLst>
            </a:prstGeom>
            <a:solidFill>
              <a:srgbClr val="4E4D4D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EA2AE3C0-2310-B832-333F-14482B79B987}"/>
                </a:ext>
              </a:extLst>
            </p:cNvPr>
            <p:cNvSpPr txBox="1"/>
            <p:nvPr/>
          </p:nvSpPr>
          <p:spPr>
            <a:xfrm>
              <a:off x="1004318" y="5339733"/>
              <a:ext cx="453731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1" i="0" u="none" strike="noStrike" kern="1200" cap="none" spc="0" normalizeH="0" baseline="0" noProof="0">
                  <a:ln>
                    <a:solidFill>
                      <a:srgbClr val="4472C4">
                        <a:shade val="50000"/>
                        <a:alpha val="0"/>
                      </a:srgbClr>
                    </a:solidFill>
                  </a:ln>
                  <a:solidFill>
                    <a:srgbClr val="FFFFFF"/>
                  </a:solidFill>
                  <a:effectLst/>
                  <a:uLnTx/>
                  <a:uFillTx/>
                  <a:latin typeface="G마켓 산스 TTF Medium" panose="02000000000000000000" pitchFamily="2" charset="-127"/>
                  <a:ea typeface="G마켓 산스 TTF Medium" panose="02000000000000000000" pitchFamily="2" charset="-127"/>
                  <a:cs typeface="+mn-cs"/>
                </a:rPr>
                <a:t>제목 박스를 통해 차트 바깥에 테두리 쳐주기</a:t>
              </a:r>
              <a:endParaRPr kumimoji="0" lang="ko-KR" altLang="en-US" sz="1200" b="1" i="0" u="none" strike="noStrike" kern="1200" cap="none" spc="0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endParaRPr>
            </a:p>
          </p:txBody>
        </p:sp>
        <p:sp>
          <p:nvSpPr>
            <p:cNvPr id="41" name="타원 40">
              <a:extLst>
                <a:ext uri="{FF2B5EF4-FFF2-40B4-BE49-F238E27FC236}">
                  <a16:creationId xmlns:a16="http://schemas.microsoft.com/office/drawing/2014/main" id="{F1FAACEC-110F-24B8-3BE5-F94F015CD32F}"/>
                </a:ext>
              </a:extLst>
            </p:cNvPr>
            <p:cNvSpPr/>
            <p:nvPr/>
          </p:nvSpPr>
          <p:spPr>
            <a:xfrm>
              <a:off x="688218" y="5317008"/>
              <a:ext cx="322450" cy="322448"/>
            </a:xfrm>
            <a:prstGeom prst="ellipse">
              <a:avLst/>
            </a:prstGeom>
            <a:solidFill>
              <a:schemeClr val="bg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1" i="0" u="none" strike="noStrike" kern="1200" cap="none" spc="0" normalizeH="0" baseline="0" noProof="0">
                  <a:ln>
                    <a:solidFill>
                      <a:srgbClr val="4472C4">
                        <a:shade val="50000"/>
                        <a:alpha val="0"/>
                      </a:srgbClr>
                    </a:solidFill>
                  </a:ln>
                  <a:solidFill>
                    <a:srgbClr val="4E4D4D"/>
                  </a:solidFill>
                  <a:effectLst/>
                  <a:uLnTx/>
                  <a:uFillTx/>
                  <a:latin typeface="Montserrat ExtraBold" pitchFamily="2" charset="0"/>
                  <a:ea typeface="맑은 고딕" panose="020B0503020000020004" pitchFamily="50" charset="-127"/>
                  <a:cs typeface="+mn-cs"/>
                </a:rPr>
                <a:t>8</a:t>
              </a:r>
              <a:endParaRPr kumimoji="0" lang="ko-KR" altLang="en-US" sz="1200" b="1" i="0" u="none" strike="noStrike" kern="1200" cap="none" spc="0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4E4D4D"/>
                </a:solidFill>
                <a:effectLst/>
                <a:uLnTx/>
                <a:uFillTx/>
                <a:latin typeface="Montserrat ExtraBold" pitchFamily="2" charset="0"/>
                <a:ea typeface="맑은 고딕" panose="020B0503020000020004" pitchFamily="50" charset="-127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48579532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>
        <p159:morph option="byChar"/>
      </p:transition>
    </mc:Choice>
    <mc:Fallback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004905-25D9-2766-4488-021DF2C0FE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>
            <a:extLst>
              <a:ext uri="{FF2B5EF4-FFF2-40B4-BE49-F238E27FC236}">
                <a16:creationId xmlns:a16="http://schemas.microsoft.com/office/drawing/2014/main" id="{4C189D3F-6B69-A031-1DE5-FFADF8DBC71B}"/>
              </a:ext>
            </a:extLst>
          </p:cNvPr>
          <p:cNvSpPr/>
          <p:nvPr/>
        </p:nvSpPr>
        <p:spPr>
          <a:xfrm>
            <a:off x="0" y="4037769"/>
            <a:ext cx="12192000" cy="2820231"/>
          </a:xfrm>
          <a:prstGeom prst="rect">
            <a:avLst/>
          </a:prstGeom>
          <a:solidFill>
            <a:srgbClr val="FA6502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A9E04BA-6443-4019-D9DE-1579C976C8AC}"/>
              </a:ext>
            </a:extLst>
          </p:cNvPr>
          <p:cNvSpPr txBox="1"/>
          <p:nvPr/>
        </p:nvSpPr>
        <p:spPr>
          <a:xfrm>
            <a:off x="3048000" y="186221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 SemiBold" pitchFamily="2" charset="0"/>
                <a:ea typeface="맑은 고딕" panose="020B0503020000020004" pitchFamily="50" charset="-127"/>
                <a:cs typeface="+mn-cs"/>
              </a:rPr>
              <a:t>https://www.brightcarbon.com/brightslide/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879E400D-57BC-8357-8B86-1408DB237614}"/>
              </a:ext>
            </a:extLst>
          </p:cNvPr>
          <p:cNvCxnSpPr>
            <a:cxnSpLocks/>
          </p:cNvCxnSpPr>
          <p:nvPr/>
        </p:nvCxnSpPr>
        <p:spPr>
          <a:xfrm>
            <a:off x="628650" y="914400"/>
            <a:ext cx="10934700" cy="0"/>
          </a:xfrm>
          <a:prstGeom prst="line">
            <a:avLst/>
          </a:prstGeom>
          <a:ln w="19050">
            <a:solidFill>
              <a:srgbClr val="E0833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BC443830-5127-D8BB-AEFB-D85C8D937F2A}"/>
              </a:ext>
            </a:extLst>
          </p:cNvPr>
          <p:cNvSpPr txBox="1"/>
          <p:nvPr/>
        </p:nvSpPr>
        <p:spPr>
          <a:xfrm>
            <a:off x="628648" y="513219"/>
            <a:ext cx="6486716" cy="369332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-5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링크 복붙해서 </a:t>
            </a:r>
            <a:r>
              <a:rPr kumimoji="0" lang="ko-KR" altLang="en-US" sz="1800" b="0" i="0" u="none" strike="noStrike" kern="1200" cap="none" spc="-5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FA6502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프로그램 설치 공격</a:t>
            </a:r>
            <a:r>
              <a:rPr kumimoji="0" lang="en-US" altLang="ko-KR" sz="1800" b="0" i="0" u="none" strike="noStrike" kern="1200" cap="none" spc="-5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FA6502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!</a:t>
            </a:r>
            <a:endParaRPr kumimoji="0" lang="ko-KR" altLang="en-US" sz="1800" b="0" i="0" u="none" strike="noStrike" kern="1200" cap="none" spc="-50" normalizeH="0" baseline="0" noProof="0">
              <a:ln>
                <a:solidFill>
                  <a:srgbClr val="FF0000">
                    <a:alpha val="0"/>
                  </a:srgbClr>
                </a:solidFill>
              </a:ln>
              <a:solidFill>
                <a:srgbClr val="FA6502"/>
              </a:solidFill>
              <a:effectLst/>
              <a:uLnTx/>
              <a:uFillTx/>
              <a:latin typeface="G마켓 산스 TTF Bold" panose="02000000000000000000" pitchFamily="2" charset="-127"/>
              <a:ea typeface="G마켓 산스 TTF Bold" panose="02000000000000000000" pitchFamily="2" charset="-127"/>
              <a:cs typeface="+mn-cs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FEEAE5C-E680-62B7-7D0F-310D5F214C7F}"/>
              </a:ext>
            </a:extLst>
          </p:cNvPr>
          <p:cNvSpPr/>
          <p:nvPr/>
        </p:nvSpPr>
        <p:spPr>
          <a:xfrm>
            <a:off x="628649" y="1035130"/>
            <a:ext cx="10934702" cy="31854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※ BrightSlide </a:t>
            </a:r>
            <a:r>
              <a:rPr kumimoji="0" lang="ko-KR" altLang="en-US" sz="1200" b="0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설치</a:t>
            </a:r>
            <a:endParaRPr kumimoji="0" lang="ko-KR" altLang="en-US" sz="1200" b="0" i="0" u="none" strike="noStrike" kern="1200" cap="none" spc="0" normalizeH="0" baseline="0" noProof="0">
              <a:ln>
                <a:solidFill>
                  <a:srgbClr val="4472C4">
                    <a:alpha val="0"/>
                  </a:srgbClr>
                </a:solidFill>
              </a:ln>
              <a:solidFill>
                <a:srgbClr val="E7E6E6">
                  <a:lumMod val="10000"/>
                </a:srgbClr>
              </a:solidFill>
              <a:effectLst/>
              <a:uLnTx/>
              <a:uFillTx/>
              <a:latin typeface="G마켓 산스 TTF Bold" panose="02000000000000000000" pitchFamily="2" charset="-127"/>
              <a:ea typeface="G마켓 산스 TTF Bold" panose="02000000000000000000" pitchFamily="2" charset="-127"/>
              <a:cs typeface="+mn-cs"/>
            </a:endParaRPr>
          </a:p>
        </p:txBody>
      </p:sp>
      <p:pic>
        <p:nvPicPr>
          <p:cNvPr id="9" name="그림 8" descr="클립아트, 만화 영화, 상징이(가) 표시된 사진&#10;&#10;자동 생성된 설명">
            <a:extLst>
              <a:ext uri="{FF2B5EF4-FFF2-40B4-BE49-F238E27FC236}">
                <a16:creationId xmlns:a16="http://schemas.microsoft.com/office/drawing/2014/main" id="{D8939786-D46D-03EC-87DA-1B538BE87640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09532" y="339853"/>
            <a:ext cx="453817" cy="453817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72A10E6C-0F81-9E18-A8CE-CAAA67B613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2100" y="2575679"/>
            <a:ext cx="6527800" cy="3560842"/>
          </a:xfrm>
          <a:prstGeom prst="rect">
            <a:avLst/>
          </a:prstGeom>
          <a:ln>
            <a:solidFill>
              <a:srgbClr val="001E47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7E4F8A5-E932-DD12-7B10-242AB82187B6}"/>
              </a:ext>
            </a:extLst>
          </p:cNvPr>
          <p:cNvSpPr txBox="1"/>
          <p:nvPr/>
        </p:nvSpPr>
        <p:spPr>
          <a:xfrm>
            <a:off x="628650" y="274320"/>
            <a:ext cx="1267335" cy="276999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>
            <a:defPPr>
              <a:defRPr lang="ko-KR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019D6D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019D6D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00. </a:t>
            </a:r>
            <a:r>
              <a:rPr kumimoji="0" lang="ko-KR" altLang="en-US" sz="1200" b="0" i="0" u="none" strike="noStrike" kern="1200" cap="none" spc="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019D6D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작업속도 </a:t>
            </a:r>
            <a:r>
              <a:rPr kumimoji="0" lang="en-US" altLang="ko-KR" sz="1200" b="0" i="0" u="none" strike="noStrike" kern="1200" cap="none" spc="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019D6D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rPr>
              <a:t>UP</a:t>
            </a:r>
            <a:endParaRPr kumimoji="0" lang="ko-KR" altLang="en-US" sz="1200" b="0" i="0" u="none" strike="noStrike" kern="1200" cap="none" spc="0" normalizeH="0" baseline="0" noProof="0">
              <a:ln>
                <a:solidFill>
                  <a:srgbClr val="FF0000">
                    <a:alpha val="0"/>
                  </a:srgbClr>
                </a:solidFill>
              </a:ln>
              <a:solidFill>
                <a:srgbClr val="019D6D"/>
              </a:solidFill>
              <a:effectLst/>
              <a:uLnTx/>
              <a:uFillTx/>
              <a:latin typeface="G마켓 산스 TTF Medium" panose="02000000000000000000" pitchFamily="2" charset="-127"/>
              <a:ea typeface="G마켓 산스 TTF Medium" panose="02000000000000000000" pitchFamily="2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45728747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>
        <p159:morph option="byChar"/>
      </p:transition>
    </mc:Choice>
    <mc:Fallback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E29ADC-8258-E08A-0A32-045F7BD1A7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03453DF-78D4-6766-842C-6F75B7D56831}"/>
              </a:ext>
            </a:extLst>
          </p:cNvPr>
          <p:cNvSpPr txBox="1"/>
          <p:nvPr/>
        </p:nvSpPr>
        <p:spPr>
          <a:xfrm>
            <a:off x="1202973" y="1052629"/>
            <a:ext cx="9786053" cy="76944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>
            <a:defPPr>
              <a:defRPr lang="ko-KR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spc="-5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4400" b="0" i="0" u="none" strike="noStrike" kern="1200" cap="none" spc="-5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사진 전체화면으로 조정 가능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F87108E-4A2D-55D3-BB6A-33388D53F1A5}"/>
              </a:ext>
            </a:extLst>
          </p:cNvPr>
          <p:cNvSpPr txBox="1"/>
          <p:nvPr/>
        </p:nvSpPr>
        <p:spPr>
          <a:xfrm>
            <a:off x="3448051" y="747199"/>
            <a:ext cx="52959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 SemiBold" pitchFamily="2" charset="0"/>
                <a:ea typeface="맑은 고딕" panose="020B0503020000020004" pitchFamily="50" charset="-127"/>
                <a:cs typeface="+mn-cs"/>
              </a:rPr>
              <a:t>Match Size</a:t>
            </a:r>
            <a:endParaRPr kumimoji="0" lang="ko-KR" alt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 SemiBold" pitchFamily="2" charset="0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" name="액자 7">
            <a:extLst>
              <a:ext uri="{FF2B5EF4-FFF2-40B4-BE49-F238E27FC236}">
                <a16:creationId xmlns:a16="http://schemas.microsoft.com/office/drawing/2014/main" id="{90FE3317-A1F7-02D4-A96A-FCF65B486C0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frame">
            <a:avLst>
              <a:gd name="adj1" fmla="val 1918"/>
            </a:avLst>
          </a:prstGeom>
          <a:solidFill>
            <a:srgbClr val="0179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9" name="그림 8" descr="클립아트, 만화 영화, 상징이(가) 표시된 사진&#10;&#10;자동 생성된 설명">
            <a:extLst>
              <a:ext uri="{FF2B5EF4-FFF2-40B4-BE49-F238E27FC236}">
                <a16:creationId xmlns:a16="http://schemas.microsoft.com/office/drawing/2014/main" id="{030EF913-4A56-4878-513B-509845820F49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09532" y="339853"/>
            <a:ext cx="453817" cy="453817"/>
          </a:xfrm>
          <a:prstGeom prst="rect">
            <a:avLst/>
          </a:prstGeom>
        </p:spPr>
      </p:pic>
      <p:pic>
        <p:nvPicPr>
          <p:cNvPr id="3" name="Picture 2" descr="대표팀 주장 손흥민, 축구협회 '올해의 선수'로 선정…개인 통산 여덟번째｜동아일보">
            <a:extLst>
              <a:ext uri="{FF2B5EF4-FFF2-40B4-BE49-F238E27FC236}">
                <a16:creationId xmlns:a16="http://schemas.microsoft.com/office/drawing/2014/main" id="{72F356BF-A245-32AD-3D6E-040F24DBB1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4543" y="2701179"/>
            <a:ext cx="4667785" cy="31041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D6669B84-BCD8-ADF8-7265-7C194FFC4E04}"/>
              </a:ext>
            </a:extLst>
          </p:cNvPr>
          <p:cNvSpPr/>
          <p:nvPr/>
        </p:nvSpPr>
        <p:spPr>
          <a:xfrm>
            <a:off x="1202973" y="3575050"/>
            <a:ext cx="2019300" cy="17526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44797612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>
        <p159:morph option="byChar"/>
      </p:transition>
    </mc:Choice>
    <mc:Fallback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1EA9AC2-C2B8-A12E-9E63-DF0F262F43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 descr="클립아트, 만화 영화, 상징이(가) 표시된 사진&#10;&#10;자동 생성된 설명">
            <a:extLst>
              <a:ext uri="{FF2B5EF4-FFF2-40B4-BE49-F238E27FC236}">
                <a16:creationId xmlns:a16="http://schemas.microsoft.com/office/drawing/2014/main" id="{0A8A6563-A254-9E8A-672E-D072DF4AA0FF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09532" y="339853"/>
            <a:ext cx="453817" cy="453817"/>
          </a:xfrm>
          <a:prstGeom prst="rect">
            <a:avLst/>
          </a:prstGeom>
        </p:spPr>
      </p:pic>
      <p:sp>
        <p:nvSpPr>
          <p:cNvPr id="3" name="자유형: 도형 2">
            <a:extLst>
              <a:ext uri="{FF2B5EF4-FFF2-40B4-BE49-F238E27FC236}">
                <a16:creationId xmlns:a16="http://schemas.microsoft.com/office/drawing/2014/main" id="{86FD21D6-CFCA-5A92-A2F6-08088199431C}"/>
              </a:ext>
            </a:extLst>
          </p:cNvPr>
          <p:cNvSpPr/>
          <p:nvPr/>
        </p:nvSpPr>
        <p:spPr>
          <a:xfrm rot="5400000">
            <a:off x="1141176" y="1309000"/>
            <a:ext cx="2119998" cy="2120002"/>
          </a:xfrm>
          <a:custGeom>
            <a:avLst/>
            <a:gdLst>
              <a:gd name="connsiteX0" fmla="*/ 0 w 1492405"/>
              <a:gd name="connsiteY0" fmla="*/ 746203 h 1492405"/>
              <a:gd name="connsiteX1" fmla="*/ 746203 w 1492405"/>
              <a:gd name="connsiteY1" fmla="*/ 0 h 1492405"/>
              <a:gd name="connsiteX2" fmla="*/ 1492406 w 1492405"/>
              <a:gd name="connsiteY2" fmla="*/ 746203 h 1492405"/>
              <a:gd name="connsiteX3" fmla="*/ 746203 w 1492405"/>
              <a:gd name="connsiteY3" fmla="*/ 1492406 h 1492405"/>
              <a:gd name="connsiteX4" fmla="*/ 0 w 1492405"/>
              <a:gd name="connsiteY4" fmla="*/ 746203 h 14924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92405" h="1492405">
                <a:moveTo>
                  <a:pt x="0" y="746203"/>
                </a:moveTo>
                <a:cubicBezTo>
                  <a:pt x="0" y="334086"/>
                  <a:pt x="334086" y="0"/>
                  <a:pt x="746203" y="0"/>
                </a:cubicBezTo>
                <a:cubicBezTo>
                  <a:pt x="1158320" y="0"/>
                  <a:pt x="1492406" y="334086"/>
                  <a:pt x="1492406" y="746203"/>
                </a:cubicBezTo>
                <a:cubicBezTo>
                  <a:pt x="1492406" y="1158320"/>
                  <a:pt x="1158320" y="1492406"/>
                  <a:pt x="746203" y="1492406"/>
                </a:cubicBezTo>
                <a:cubicBezTo>
                  <a:pt x="334086" y="1492406"/>
                  <a:pt x="0" y="1158320"/>
                  <a:pt x="0" y="746203"/>
                </a:cubicBezTo>
                <a:close/>
              </a:path>
            </a:pathLst>
          </a:custGeom>
          <a:solidFill>
            <a:srgbClr val="FFFFFF"/>
          </a:solidFill>
          <a:ln w="19050">
            <a:solidFill>
              <a:srgbClr val="FA6502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33798" tIns="233798" rIns="233798" bIns="233798" numCol="1" spcCol="1270" anchor="ctr" anchorCtr="0">
            <a:noAutofit/>
          </a:bodyPr>
          <a:lstStyle/>
          <a:p>
            <a:pPr marL="0" marR="0" lvl="0" indent="0" algn="ctr" defTabSz="10668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206F9005-B31C-5AB9-9E13-CBF743E80E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69670" y="1837496"/>
            <a:ext cx="1063012" cy="1063010"/>
          </a:xfrm>
          <a:prstGeom prst="rect">
            <a:avLst/>
          </a:prstGeom>
        </p:spPr>
      </p:pic>
      <p:cxnSp>
        <p:nvCxnSpPr>
          <p:cNvPr id="4" name="직선 화살표 연결선 3">
            <a:extLst>
              <a:ext uri="{FF2B5EF4-FFF2-40B4-BE49-F238E27FC236}">
                <a16:creationId xmlns:a16="http://schemas.microsoft.com/office/drawing/2014/main" id="{F44F7F9E-1989-A9E1-16A1-A6B602D73CBF}"/>
              </a:ext>
            </a:extLst>
          </p:cNvPr>
          <p:cNvCxnSpPr>
            <a:cxnSpLocks/>
          </p:cNvCxnSpPr>
          <p:nvPr/>
        </p:nvCxnSpPr>
        <p:spPr>
          <a:xfrm>
            <a:off x="3716788" y="2369001"/>
            <a:ext cx="863600" cy="0"/>
          </a:xfrm>
          <a:prstGeom prst="straightConnector1">
            <a:avLst/>
          </a:prstGeom>
          <a:ln w="12700">
            <a:solidFill>
              <a:schemeClr val="bg2">
                <a:lumMod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자유형: 도형 9">
            <a:extLst>
              <a:ext uri="{FF2B5EF4-FFF2-40B4-BE49-F238E27FC236}">
                <a16:creationId xmlns:a16="http://schemas.microsoft.com/office/drawing/2014/main" id="{2B7499F5-DC03-9FF0-E885-28F2A679B0B3}"/>
              </a:ext>
            </a:extLst>
          </p:cNvPr>
          <p:cNvSpPr/>
          <p:nvPr/>
        </p:nvSpPr>
        <p:spPr>
          <a:xfrm rot="5400000">
            <a:off x="5036002" y="1309000"/>
            <a:ext cx="2119998" cy="2120002"/>
          </a:xfrm>
          <a:custGeom>
            <a:avLst/>
            <a:gdLst>
              <a:gd name="connsiteX0" fmla="*/ 0 w 1492405"/>
              <a:gd name="connsiteY0" fmla="*/ 746203 h 1492405"/>
              <a:gd name="connsiteX1" fmla="*/ 746203 w 1492405"/>
              <a:gd name="connsiteY1" fmla="*/ 0 h 1492405"/>
              <a:gd name="connsiteX2" fmla="*/ 1492406 w 1492405"/>
              <a:gd name="connsiteY2" fmla="*/ 746203 h 1492405"/>
              <a:gd name="connsiteX3" fmla="*/ 746203 w 1492405"/>
              <a:gd name="connsiteY3" fmla="*/ 1492406 h 1492405"/>
              <a:gd name="connsiteX4" fmla="*/ 0 w 1492405"/>
              <a:gd name="connsiteY4" fmla="*/ 746203 h 14924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92405" h="1492405">
                <a:moveTo>
                  <a:pt x="0" y="746203"/>
                </a:moveTo>
                <a:cubicBezTo>
                  <a:pt x="0" y="334086"/>
                  <a:pt x="334086" y="0"/>
                  <a:pt x="746203" y="0"/>
                </a:cubicBezTo>
                <a:cubicBezTo>
                  <a:pt x="1158320" y="0"/>
                  <a:pt x="1492406" y="334086"/>
                  <a:pt x="1492406" y="746203"/>
                </a:cubicBezTo>
                <a:cubicBezTo>
                  <a:pt x="1492406" y="1158320"/>
                  <a:pt x="1158320" y="1492406"/>
                  <a:pt x="746203" y="1492406"/>
                </a:cubicBezTo>
                <a:cubicBezTo>
                  <a:pt x="334086" y="1492406"/>
                  <a:pt x="0" y="1158320"/>
                  <a:pt x="0" y="746203"/>
                </a:cubicBezTo>
                <a:close/>
              </a:path>
            </a:pathLst>
          </a:custGeom>
          <a:solidFill>
            <a:srgbClr val="FFFFFF"/>
          </a:solidFill>
          <a:ln w="19050">
            <a:solidFill>
              <a:srgbClr val="FA6502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33798" tIns="233798" rIns="233798" bIns="233798" numCol="1" spcCol="1270" anchor="ctr" anchorCtr="0">
            <a:noAutofit/>
          </a:bodyPr>
          <a:lstStyle/>
          <a:p>
            <a:pPr marL="0" marR="0" lvl="0" indent="0" algn="ctr" defTabSz="10668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47751E0A-7DCF-E7C2-48A3-5B44AB6651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64496" y="1837496"/>
            <a:ext cx="1063012" cy="1063010"/>
          </a:xfrm>
          <a:prstGeom prst="rect">
            <a:avLst/>
          </a:prstGeom>
        </p:spPr>
      </p:pic>
      <p:sp>
        <p:nvSpPr>
          <p:cNvPr id="14" name="자유형: 도형 13">
            <a:extLst>
              <a:ext uri="{FF2B5EF4-FFF2-40B4-BE49-F238E27FC236}">
                <a16:creationId xmlns:a16="http://schemas.microsoft.com/office/drawing/2014/main" id="{A56A370E-B678-5EA4-AA54-F28222A6C017}"/>
              </a:ext>
            </a:extLst>
          </p:cNvPr>
          <p:cNvSpPr/>
          <p:nvPr/>
        </p:nvSpPr>
        <p:spPr>
          <a:xfrm rot="5400000">
            <a:off x="8930826" y="1309000"/>
            <a:ext cx="2119998" cy="2120002"/>
          </a:xfrm>
          <a:custGeom>
            <a:avLst/>
            <a:gdLst>
              <a:gd name="connsiteX0" fmla="*/ 0 w 1492405"/>
              <a:gd name="connsiteY0" fmla="*/ 746203 h 1492405"/>
              <a:gd name="connsiteX1" fmla="*/ 746203 w 1492405"/>
              <a:gd name="connsiteY1" fmla="*/ 0 h 1492405"/>
              <a:gd name="connsiteX2" fmla="*/ 1492406 w 1492405"/>
              <a:gd name="connsiteY2" fmla="*/ 746203 h 1492405"/>
              <a:gd name="connsiteX3" fmla="*/ 746203 w 1492405"/>
              <a:gd name="connsiteY3" fmla="*/ 1492406 h 1492405"/>
              <a:gd name="connsiteX4" fmla="*/ 0 w 1492405"/>
              <a:gd name="connsiteY4" fmla="*/ 746203 h 14924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92405" h="1492405">
                <a:moveTo>
                  <a:pt x="0" y="746203"/>
                </a:moveTo>
                <a:cubicBezTo>
                  <a:pt x="0" y="334086"/>
                  <a:pt x="334086" y="0"/>
                  <a:pt x="746203" y="0"/>
                </a:cubicBezTo>
                <a:cubicBezTo>
                  <a:pt x="1158320" y="0"/>
                  <a:pt x="1492406" y="334086"/>
                  <a:pt x="1492406" y="746203"/>
                </a:cubicBezTo>
                <a:cubicBezTo>
                  <a:pt x="1492406" y="1158320"/>
                  <a:pt x="1158320" y="1492406"/>
                  <a:pt x="746203" y="1492406"/>
                </a:cubicBezTo>
                <a:cubicBezTo>
                  <a:pt x="334086" y="1492406"/>
                  <a:pt x="0" y="1158320"/>
                  <a:pt x="0" y="746203"/>
                </a:cubicBezTo>
                <a:close/>
              </a:path>
            </a:pathLst>
          </a:custGeom>
          <a:solidFill>
            <a:srgbClr val="FFFFFF"/>
          </a:solidFill>
          <a:ln w="19050">
            <a:solidFill>
              <a:srgbClr val="FA6502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33798" tIns="233798" rIns="233798" bIns="233798" numCol="1" spcCol="1270" anchor="ctr" anchorCtr="0">
            <a:noAutofit/>
          </a:bodyPr>
          <a:lstStyle/>
          <a:p>
            <a:pPr marL="0" marR="0" lvl="0" indent="0" algn="ctr" defTabSz="10668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3E6E3774-C7D1-12C7-D51B-7C323929D6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59320" y="1837496"/>
            <a:ext cx="1063012" cy="1063010"/>
          </a:xfrm>
          <a:prstGeom prst="rect">
            <a:avLst/>
          </a:prstGeom>
        </p:spPr>
      </p:pic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CE2BA0A7-DAA9-368B-7F98-5262CE0C7880}"/>
              </a:ext>
            </a:extLst>
          </p:cNvPr>
          <p:cNvCxnSpPr>
            <a:cxnSpLocks/>
          </p:cNvCxnSpPr>
          <p:nvPr/>
        </p:nvCxnSpPr>
        <p:spPr>
          <a:xfrm>
            <a:off x="7611614" y="2369001"/>
            <a:ext cx="863600" cy="0"/>
          </a:xfrm>
          <a:prstGeom prst="straightConnector1">
            <a:avLst/>
          </a:prstGeom>
          <a:ln w="12700">
            <a:solidFill>
              <a:schemeClr val="bg2">
                <a:lumMod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그림 20">
            <a:extLst>
              <a:ext uri="{FF2B5EF4-FFF2-40B4-BE49-F238E27FC236}">
                <a16:creationId xmlns:a16="http://schemas.microsoft.com/office/drawing/2014/main" id="{1F59F786-D7CC-4641-7E0E-B66C622FF659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" r="13"/>
          <a:stretch/>
        </p:blipFill>
        <p:spPr>
          <a:xfrm>
            <a:off x="272025" y="3858069"/>
            <a:ext cx="2409530" cy="2410152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D258F2E7-E861-5AB2-AC1C-D3E129137CD2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" r="13"/>
          <a:stretch/>
        </p:blipFill>
        <p:spPr>
          <a:xfrm>
            <a:off x="2954582" y="3260291"/>
            <a:ext cx="3251612" cy="3252453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03A5B3CE-897C-B003-5B6C-DC34352B2570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" r="13"/>
          <a:stretch/>
        </p:blipFill>
        <p:spPr>
          <a:xfrm>
            <a:off x="6096000" y="2616185"/>
            <a:ext cx="4096920" cy="4097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8698805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>
        <p159:morph option="byChar"/>
      </p:transition>
    </mc:Choice>
    <mc:Fallback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1AC831-33B6-D579-89A6-6C765B4DE8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63734B6F-988F-A4EE-B2A8-307F6402EBCB}"/>
              </a:ext>
            </a:extLst>
          </p:cNvPr>
          <p:cNvSpPr/>
          <p:nvPr/>
        </p:nvSpPr>
        <p:spPr>
          <a:xfrm>
            <a:off x="0" y="3028119"/>
            <a:ext cx="12192000" cy="1193375"/>
          </a:xfrm>
          <a:prstGeom prst="rect">
            <a:avLst/>
          </a:prstGeom>
          <a:solidFill>
            <a:srgbClr val="53C6A1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36EF2B97-6016-7B43-0BEF-BFEC9518D5F1}"/>
              </a:ext>
            </a:extLst>
          </p:cNvPr>
          <p:cNvCxnSpPr>
            <a:cxnSpLocks/>
          </p:cNvCxnSpPr>
          <p:nvPr/>
        </p:nvCxnSpPr>
        <p:spPr>
          <a:xfrm>
            <a:off x="398726" y="6534784"/>
            <a:ext cx="11394305" cy="0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날짜 개체 틀 3">
            <a:extLst>
              <a:ext uri="{FF2B5EF4-FFF2-40B4-BE49-F238E27FC236}">
                <a16:creationId xmlns:a16="http://schemas.microsoft.com/office/drawing/2014/main" id="{E48BEB4B-1AE6-C7BB-9614-638B821318A1}"/>
              </a:ext>
            </a:extLst>
          </p:cNvPr>
          <p:cNvSpPr txBox="1">
            <a:spLocks/>
          </p:cNvSpPr>
          <p:nvPr/>
        </p:nvSpPr>
        <p:spPr>
          <a:xfrm>
            <a:off x="398726" y="6603365"/>
            <a:ext cx="3424149" cy="125099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600" kern="1200">
                <a:solidFill>
                  <a:schemeClr val="tx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>
                <a:ln>
                  <a:solidFill>
                    <a:srgbClr val="4472C4">
                      <a:shade val="15000"/>
                      <a:alpha val="0"/>
                    </a:srgbClr>
                  </a:solidFill>
                </a:ln>
                <a:solidFill>
                  <a:srgbClr val="6A6A6A"/>
                </a:solidFill>
                <a:effectLst/>
                <a:uLnTx/>
                <a:uFillTx/>
                <a:latin typeface="Montserrat Medium" pitchFamily="2" charset="0"/>
                <a:ea typeface="G마켓 산스 TTF Medium" panose="02000000000000000000" pitchFamily="2" charset="-127"/>
                <a:cs typeface="Pretendard Medium" panose="02000603000000020004" pitchFamily="50" charset="-127"/>
              </a:rPr>
              <a:t>TechVilage</a:t>
            </a:r>
            <a:r>
              <a:rPr kumimoji="0" lang="ko-KR" altLang="en-US" sz="800" b="0" i="0" u="none" strike="noStrike" kern="1200" cap="none" spc="0" normalizeH="0" baseline="0" noProof="0">
                <a:ln>
                  <a:solidFill>
                    <a:srgbClr val="4472C4">
                      <a:shade val="15000"/>
                      <a:alpha val="0"/>
                    </a:srgbClr>
                  </a:solidFill>
                </a:ln>
                <a:solidFill>
                  <a:srgbClr val="6A6A6A"/>
                </a:solidFill>
                <a:effectLst/>
                <a:uLnTx/>
                <a:uFillTx/>
                <a:latin typeface="Montserrat Medium" pitchFamily="2" charset="0"/>
                <a:ea typeface="G마켓 산스 TTF Medium" panose="02000000000000000000" pitchFamily="2" charset="-127"/>
                <a:cs typeface="Pretendard Medium" panose="02000603000000020004" pitchFamily="50" charset="-127"/>
              </a:rPr>
              <a:t> </a:t>
            </a:r>
            <a:r>
              <a:rPr kumimoji="0" lang="en-US" altLang="ko-KR" sz="800" b="0" i="0" u="none" strike="noStrike" kern="1200" cap="none" spc="0" normalizeH="0" baseline="0" noProof="0">
                <a:ln>
                  <a:solidFill>
                    <a:srgbClr val="4472C4">
                      <a:shade val="15000"/>
                      <a:alpha val="0"/>
                    </a:srgbClr>
                  </a:solidFill>
                </a:ln>
                <a:solidFill>
                  <a:srgbClr val="6A6A6A"/>
                </a:solidFill>
                <a:effectLst/>
                <a:uLnTx/>
                <a:uFillTx/>
                <a:latin typeface="Montserrat Medium" pitchFamily="2" charset="0"/>
                <a:ea typeface="G마켓 산스 TTF Medium" panose="02000000000000000000" pitchFamily="2" charset="-127"/>
                <a:cs typeface="Pretendard Medium" panose="02000603000000020004" pitchFamily="50" charset="-127"/>
              </a:rPr>
              <a:t>2024 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solidFill>
                    <a:srgbClr val="4472C4">
                      <a:shade val="15000"/>
                      <a:alpha val="0"/>
                    </a:srgbClr>
                  </a:solidFill>
                </a:ln>
                <a:solidFill>
                  <a:srgbClr val="6A6A6A"/>
                </a:solidFill>
                <a:effectLst/>
                <a:uLnTx/>
                <a:uFillTx/>
                <a:latin typeface="Montserrat Medium" pitchFamily="2" charset="0"/>
                <a:ea typeface="G마켓 산스 TTF Medium" panose="02000000000000000000" pitchFamily="2" charset="-127"/>
                <a:cs typeface="Pretendard Medium" panose="02000603000000020004" pitchFamily="50" charset="-127"/>
              </a:rPr>
              <a:t>All Rights Reserved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EC876942-BCFF-F4D9-FED3-453E5C3D235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6967" b="17265"/>
          <a:stretch/>
        </p:blipFill>
        <p:spPr>
          <a:xfrm>
            <a:off x="398726" y="2572500"/>
            <a:ext cx="3657205" cy="2084834"/>
          </a:xfrm>
          <a:prstGeom prst="rect">
            <a:avLst/>
          </a:prstGeom>
          <a:ln>
            <a:solidFill>
              <a:srgbClr val="001E47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58" name="그림 57">
            <a:extLst>
              <a:ext uri="{FF2B5EF4-FFF2-40B4-BE49-F238E27FC236}">
                <a16:creationId xmlns:a16="http://schemas.microsoft.com/office/drawing/2014/main" id="{DE32FA96-F1AA-819F-49DA-1CAAAFE6127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8040" b="18040"/>
          <a:stretch/>
        </p:blipFill>
        <p:spPr>
          <a:xfrm>
            <a:off x="4267276" y="2572500"/>
            <a:ext cx="3657205" cy="2084834"/>
          </a:xfrm>
          <a:prstGeom prst="rect">
            <a:avLst/>
          </a:prstGeom>
          <a:ln>
            <a:solidFill>
              <a:srgbClr val="001E47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59" name="그림 58">
            <a:extLst>
              <a:ext uri="{FF2B5EF4-FFF2-40B4-BE49-F238E27FC236}">
                <a16:creationId xmlns:a16="http://schemas.microsoft.com/office/drawing/2014/main" id="{84D42F37-B98E-90BA-08EE-92592537D6D7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16924" b="16924"/>
          <a:stretch/>
        </p:blipFill>
        <p:spPr>
          <a:xfrm>
            <a:off x="8135825" y="2572500"/>
            <a:ext cx="3657205" cy="2084834"/>
          </a:xfrm>
          <a:prstGeom prst="rect">
            <a:avLst/>
          </a:prstGeom>
          <a:ln>
            <a:solidFill>
              <a:srgbClr val="001E47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" name="그림 1" descr="클립아트, 만화 영화, 상징이(가) 표시된 사진&#10;&#10;자동 생성된 설명">
            <a:extLst>
              <a:ext uri="{FF2B5EF4-FFF2-40B4-BE49-F238E27FC236}">
                <a16:creationId xmlns:a16="http://schemas.microsoft.com/office/drawing/2014/main" id="{4EA6F503-EFCA-E725-71D3-44E74A9B41E9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09532" y="339853"/>
            <a:ext cx="453817" cy="453817"/>
          </a:xfrm>
          <a:prstGeom prst="rect">
            <a:avLst/>
          </a:prstGeom>
        </p:spPr>
      </p:pic>
      <p:pic>
        <p:nvPicPr>
          <p:cNvPr id="3" name="Picture 2" descr="대표팀 주장 손흥민, 축구협회 '올해의 선수'로 선정…개인 통산 여덟번째｜동아일보">
            <a:extLst>
              <a:ext uri="{FF2B5EF4-FFF2-40B4-BE49-F238E27FC236}">
                <a16:creationId xmlns:a16="http://schemas.microsoft.com/office/drawing/2014/main" id="{A73D6DDB-4703-CE2A-FF53-E1A4BD532B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7793" y="-759501"/>
            <a:ext cx="4667785" cy="31041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동료도 응원하는 '박보검♥수지'…박보검 “매력 있는 배우더라”">
            <a:extLst>
              <a:ext uri="{FF2B5EF4-FFF2-40B4-BE49-F238E27FC236}">
                <a16:creationId xmlns:a16="http://schemas.microsoft.com/office/drawing/2014/main" id="{0D4E4F69-313C-5E74-23F2-2FFF7AFB0F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3418" y="5204495"/>
            <a:ext cx="4004582" cy="26605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e스포츠人] &quot;아직도 이렇게 인기가 높다니...&quot;...'페이커'가 전한 뜨거운 감사 &lt; 피플 &lt; eSports &lt; TECH G &lt;  기사본문 - 테크M">
            <a:extLst>
              <a:ext uri="{FF2B5EF4-FFF2-40B4-BE49-F238E27FC236}">
                <a16:creationId xmlns:a16="http://schemas.microsoft.com/office/drawing/2014/main" id="{0769AC23-1306-115D-7DA7-B034984D20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6310" y="259210"/>
            <a:ext cx="2925766" cy="19553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4318572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>
        <p159:morph option="byChar"/>
      </p:transition>
    </mc:Choice>
    <mc:Fallback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259104-C151-D521-2728-7A5F42BD05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B3EE068-FD05-8AC9-A023-642802818420}"/>
              </a:ext>
            </a:extLst>
          </p:cNvPr>
          <p:cNvSpPr txBox="1"/>
          <p:nvPr/>
        </p:nvSpPr>
        <p:spPr>
          <a:xfrm>
            <a:off x="1202973" y="1085753"/>
            <a:ext cx="9786053" cy="76944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4400" b="0" i="0" u="none" strike="noStrike" kern="1200" cap="none" spc="-5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둥근정도 조정 싹가능</a:t>
            </a:r>
            <a:endParaRPr kumimoji="0" lang="ko-KR" altLang="en-US" sz="4400" b="0" i="0" u="none" strike="noStrike" kern="1200" cap="none" spc="-50" normalizeH="0" baseline="0" noProof="0">
              <a:ln>
                <a:solidFill>
                  <a:srgbClr val="FF0000">
                    <a:alpha val="0"/>
                  </a:srgbClr>
                </a:solidFill>
              </a:ln>
              <a:solidFill>
                <a:srgbClr val="FA6502"/>
              </a:solidFill>
              <a:effectLst/>
              <a:uLnTx/>
              <a:uFillTx/>
              <a:latin typeface="G마켓 산스 TTF Bold" panose="02000000000000000000" pitchFamily="2" charset="-127"/>
              <a:ea typeface="G마켓 산스 TTF Bold" panose="02000000000000000000" pitchFamily="2" charset="-127"/>
              <a:cs typeface="+mn-cs"/>
            </a:endParaRP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31F38D21-CC34-5F11-431E-4D0E60C4B962}"/>
              </a:ext>
            </a:extLst>
          </p:cNvPr>
          <p:cNvSpPr/>
          <p:nvPr/>
        </p:nvSpPr>
        <p:spPr>
          <a:xfrm>
            <a:off x="1876425" y="2602392"/>
            <a:ext cx="1847850" cy="22796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89057A60-9920-0050-3AB5-BDE7A9779FD9}"/>
              </a:ext>
            </a:extLst>
          </p:cNvPr>
          <p:cNvSpPr/>
          <p:nvPr/>
        </p:nvSpPr>
        <p:spPr>
          <a:xfrm>
            <a:off x="4073525" y="2602392"/>
            <a:ext cx="1847850" cy="2279650"/>
          </a:xfrm>
          <a:prstGeom prst="roundRect">
            <a:avLst>
              <a:gd name="adj" fmla="val 34193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0A018E24-5628-64EA-774B-135F94605D54}"/>
              </a:ext>
            </a:extLst>
          </p:cNvPr>
          <p:cNvSpPr/>
          <p:nvPr/>
        </p:nvSpPr>
        <p:spPr>
          <a:xfrm>
            <a:off x="6270625" y="2602392"/>
            <a:ext cx="1847850" cy="2279650"/>
          </a:xfrm>
          <a:prstGeom prst="roundRect">
            <a:avLst>
              <a:gd name="adj" fmla="val 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88E01EC7-B271-8FCE-FEBF-9B44783D9FF1}"/>
              </a:ext>
            </a:extLst>
          </p:cNvPr>
          <p:cNvSpPr/>
          <p:nvPr/>
        </p:nvSpPr>
        <p:spPr>
          <a:xfrm>
            <a:off x="8467725" y="2602392"/>
            <a:ext cx="1847850" cy="2279650"/>
          </a:xfrm>
          <a:prstGeom prst="roundRect">
            <a:avLst>
              <a:gd name="adj" fmla="val 17698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23EDC4B-F566-4641-D0D3-8AA8EF188DEF}"/>
              </a:ext>
            </a:extLst>
          </p:cNvPr>
          <p:cNvSpPr txBox="1"/>
          <p:nvPr/>
        </p:nvSpPr>
        <p:spPr>
          <a:xfrm>
            <a:off x="3448051" y="747199"/>
            <a:ext cx="52959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 SemiBold" pitchFamily="2" charset="0"/>
                <a:ea typeface="맑은 고딕" panose="020B0503020000020004" pitchFamily="50" charset="-127"/>
                <a:cs typeface="+mn-cs"/>
              </a:rPr>
              <a:t>Multi-Painter - Paint Adjustment</a:t>
            </a:r>
            <a:endParaRPr kumimoji="0" lang="ko-KR" alt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 SemiBold" pitchFamily="2" charset="0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" name="액자 9">
            <a:extLst>
              <a:ext uri="{FF2B5EF4-FFF2-40B4-BE49-F238E27FC236}">
                <a16:creationId xmlns:a16="http://schemas.microsoft.com/office/drawing/2014/main" id="{7EF238A7-BE0B-CF2B-D473-7E35A211710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frame">
            <a:avLst>
              <a:gd name="adj1" fmla="val 1918"/>
            </a:avLst>
          </a:prstGeom>
          <a:solidFill>
            <a:srgbClr val="0179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11" name="그림 10" descr="클립아트, 만화 영화, 상징이(가) 표시된 사진&#10;&#10;자동 생성된 설명">
            <a:extLst>
              <a:ext uri="{FF2B5EF4-FFF2-40B4-BE49-F238E27FC236}">
                <a16:creationId xmlns:a16="http://schemas.microsoft.com/office/drawing/2014/main" id="{A9085730-C06A-9F92-3DD0-E7B6EE98DFF0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09532" y="339853"/>
            <a:ext cx="453817" cy="453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2872528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>
        <p159:morph option="byChar"/>
      </p:transition>
    </mc:Choice>
    <mc:Fallback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BA7725-D7B3-BB3F-6BD5-D1309D6839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7ED061A-70D3-A767-AD42-174940504BFA}"/>
              </a:ext>
            </a:extLst>
          </p:cNvPr>
          <p:cNvSpPr txBox="1"/>
          <p:nvPr/>
        </p:nvSpPr>
        <p:spPr>
          <a:xfrm>
            <a:off x="1498804" y="1052629"/>
            <a:ext cx="9786053" cy="923330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5400" b="0" i="0" u="none" strike="noStrike" kern="1200" cap="none" spc="-5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차트 </a:t>
            </a:r>
            <a:r>
              <a:rPr kumimoji="0" lang="en-US" altLang="ko-KR" sz="5400" b="0" i="0" u="none" strike="noStrike" kern="1200" cap="none" spc="-5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&amp; </a:t>
            </a:r>
            <a:r>
              <a:rPr kumimoji="0" lang="ko-KR" altLang="en-US" sz="5400" b="0" i="0" u="none" strike="noStrike" kern="1200" cap="none" spc="-5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표 서식복사</a:t>
            </a:r>
            <a:endParaRPr kumimoji="0" lang="ko-KR" altLang="en-US" sz="5400" b="0" i="0" u="none" strike="noStrike" kern="1200" cap="none" spc="-50" normalizeH="0" baseline="0" noProof="0">
              <a:ln>
                <a:solidFill>
                  <a:srgbClr val="FF0000">
                    <a:alpha val="0"/>
                  </a:srgbClr>
                </a:solidFill>
              </a:ln>
              <a:solidFill>
                <a:srgbClr val="FA6502"/>
              </a:solidFill>
              <a:effectLst/>
              <a:uLnTx/>
              <a:uFillTx/>
              <a:latin typeface="G마켓 산스 TTF Bold" panose="02000000000000000000" pitchFamily="2" charset="-127"/>
              <a:ea typeface="G마켓 산스 TTF Bold" panose="02000000000000000000" pitchFamily="2" charset="-127"/>
              <a:cs typeface="+mn-cs"/>
            </a:endParaRPr>
          </a:p>
        </p:txBody>
      </p:sp>
      <p:sp>
        <p:nvSpPr>
          <p:cNvPr id="2" name="액자 1">
            <a:extLst>
              <a:ext uri="{FF2B5EF4-FFF2-40B4-BE49-F238E27FC236}">
                <a16:creationId xmlns:a16="http://schemas.microsoft.com/office/drawing/2014/main" id="{85CDCE69-10FE-B73C-DD2E-72AA177293D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frame">
            <a:avLst>
              <a:gd name="adj1" fmla="val 1918"/>
            </a:avLst>
          </a:prstGeom>
          <a:solidFill>
            <a:srgbClr val="0179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E63FF36-8B97-EA4B-DE6D-6824C4E35570}"/>
              </a:ext>
            </a:extLst>
          </p:cNvPr>
          <p:cNvSpPr txBox="1"/>
          <p:nvPr/>
        </p:nvSpPr>
        <p:spPr>
          <a:xfrm>
            <a:off x="3448051" y="747199"/>
            <a:ext cx="52959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 SemiBold" pitchFamily="2" charset="0"/>
                <a:ea typeface="맑은 고딕" panose="020B0503020000020004" pitchFamily="50" charset="-127"/>
                <a:cs typeface="+mn-cs"/>
              </a:rPr>
              <a:t>Multi-Painter - Paint Format</a:t>
            </a:r>
            <a:endParaRPr kumimoji="0" lang="ko-KR" alt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 SemiBold" pitchFamily="2" charset="0"/>
              <a:ea typeface="맑은 고딕" panose="020B0503020000020004" pitchFamily="50" charset="-127"/>
              <a:cs typeface="+mn-cs"/>
            </a:endParaRPr>
          </a:p>
        </p:txBody>
      </p:sp>
      <p:graphicFrame>
        <p:nvGraphicFramePr>
          <p:cNvPr id="5" name="표 13">
            <a:extLst>
              <a:ext uri="{FF2B5EF4-FFF2-40B4-BE49-F238E27FC236}">
                <a16:creationId xmlns:a16="http://schemas.microsoft.com/office/drawing/2014/main" id="{09715D77-5A7F-C6E3-74E2-7B72CD2FAA81}"/>
              </a:ext>
            </a:extLst>
          </p:cNvPr>
          <p:cNvGraphicFramePr>
            <a:graphicFrameLocks noGrp="1"/>
          </p:cNvGraphicFramePr>
          <p:nvPr/>
        </p:nvGraphicFramePr>
        <p:xfrm>
          <a:off x="1335859" y="2211040"/>
          <a:ext cx="4114512" cy="197695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028628">
                  <a:extLst>
                    <a:ext uri="{9D8B030D-6E8A-4147-A177-3AD203B41FA5}">
                      <a16:colId xmlns:a16="http://schemas.microsoft.com/office/drawing/2014/main" val="171453448"/>
                    </a:ext>
                  </a:extLst>
                </a:gridCol>
                <a:gridCol w="1028628">
                  <a:extLst>
                    <a:ext uri="{9D8B030D-6E8A-4147-A177-3AD203B41FA5}">
                      <a16:colId xmlns:a16="http://schemas.microsoft.com/office/drawing/2014/main" val="68406696"/>
                    </a:ext>
                  </a:extLst>
                </a:gridCol>
                <a:gridCol w="1028628">
                  <a:extLst>
                    <a:ext uri="{9D8B030D-6E8A-4147-A177-3AD203B41FA5}">
                      <a16:colId xmlns:a16="http://schemas.microsoft.com/office/drawing/2014/main" val="2889409958"/>
                    </a:ext>
                  </a:extLst>
                </a:gridCol>
                <a:gridCol w="1028628">
                  <a:extLst>
                    <a:ext uri="{9D8B030D-6E8A-4147-A177-3AD203B41FA5}">
                      <a16:colId xmlns:a16="http://schemas.microsoft.com/office/drawing/2014/main" val="3642309784"/>
                    </a:ext>
                  </a:extLst>
                </a:gridCol>
              </a:tblGrid>
              <a:tr h="395390"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ko-KR" altLang="en-US" sz="1200" b="0" i="0" u="none" strike="noStrike" kern="1200" cap="none" spc="0" normalizeH="0" baseline="0" noProof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  <a:cs typeface="+mn-cs"/>
                        </a:rPr>
                        <a:t>구분</a:t>
                      </a:r>
                      <a:endParaRPr lang="ko-KR" altLang="en-US" sz="1600" dirty="0">
                        <a:solidFill>
                          <a:srgbClr val="FFFFFF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14A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4A9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  <a:cs typeface="+mn-cs"/>
                        </a:rPr>
                        <a:t>2022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  <a:cs typeface="+mn-cs"/>
                        </a:rPr>
                        <a:t>년</a:t>
                      </a:r>
                      <a:endParaRPr lang="ko-KR" altLang="en-US" sz="1600" dirty="0">
                        <a:solidFill>
                          <a:srgbClr val="FFFFFF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14A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4A9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  <a:cs typeface="+mn-cs"/>
                        </a:rPr>
                        <a:t>2023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  <a:cs typeface="+mn-cs"/>
                        </a:rPr>
                        <a:t>년</a:t>
                      </a:r>
                      <a:endParaRPr lang="ko-KR" altLang="en-US" sz="1600" dirty="0">
                        <a:solidFill>
                          <a:srgbClr val="FFFFFF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14A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4A9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  <a:cs typeface="+mn-cs"/>
                        </a:rPr>
                        <a:t>2024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  <a:cs typeface="+mn-cs"/>
                        </a:rPr>
                        <a:t>년</a:t>
                      </a:r>
                      <a:endParaRPr lang="ko-KR" altLang="en-US" sz="1600" dirty="0">
                        <a:solidFill>
                          <a:srgbClr val="FFFFFF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14A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4A9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4748415"/>
                  </a:ext>
                </a:extLst>
              </a:tr>
              <a:tr h="395390"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ko-KR" altLang="en-US" sz="1050" b="0" i="0" u="none" strike="noStrike" kern="1200" cap="none" spc="0" normalizeH="0" baseline="0" noProof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181717"/>
                          </a:solidFill>
                          <a:effectLst/>
                          <a:uLnTx/>
                          <a:uFillTx/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  <a:cs typeface="+mn-cs"/>
                        </a:rPr>
                        <a:t>닭 가슴살</a:t>
                      </a:r>
                      <a:endParaRPr lang="ko-KR" altLang="en-US" sz="1600" dirty="0">
                        <a:solidFill>
                          <a:srgbClr val="181717"/>
                        </a:solidFill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</a:endParaRPr>
                    </a:p>
                  </a:txBody>
                  <a:tcPr anchor="ctr">
                    <a:lnL>
                      <a:noFill/>
                    </a:lnL>
                    <a:lnR w="3175" cap="flat" cmpd="sng" algn="ctr">
                      <a:solidFill>
                        <a:srgbClr val="014A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14A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14A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181717"/>
                          </a:solidFill>
                          <a:effectLst/>
                          <a:uLnTx/>
                          <a:uFillTx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+mn-cs"/>
                        </a:rPr>
                        <a:t>32,000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181717"/>
                          </a:solidFill>
                          <a:effectLst/>
                          <a:uLnTx/>
                          <a:uFillTx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+mn-cs"/>
                        </a:rPr>
                        <a:t>원</a:t>
                      </a:r>
                      <a:endParaRPr lang="ko-KR" altLang="en-US" sz="1000" dirty="0">
                        <a:solidFill>
                          <a:srgbClr val="181717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014A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14A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14A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14A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181717"/>
                          </a:solidFill>
                          <a:effectLst/>
                          <a:uLnTx/>
                          <a:uFillTx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+mn-cs"/>
                        </a:rPr>
                        <a:t>32,000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181717"/>
                          </a:solidFill>
                          <a:effectLst/>
                          <a:uLnTx/>
                          <a:uFillTx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+mn-cs"/>
                        </a:rPr>
                        <a:t>원</a:t>
                      </a:r>
                      <a:endParaRPr kumimoji="0" lang="ko-KR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81717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014A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14A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14A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14A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181717"/>
                          </a:solidFill>
                          <a:effectLst/>
                          <a:uLnTx/>
                          <a:uFillTx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+mn-cs"/>
                        </a:rPr>
                        <a:t>32,000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181717"/>
                          </a:solidFill>
                          <a:effectLst/>
                          <a:uLnTx/>
                          <a:uFillTx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+mn-cs"/>
                        </a:rPr>
                        <a:t>원</a:t>
                      </a:r>
                      <a:endParaRPr kumimoji="0" lang="ko-KR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81717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014A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rgbClr val="014A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14A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0668329"/>
                  </a:ext>
                </a:extLst>
              </a:tr>
              <a:tr h="39539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50" b="0" i="0" u="none" strike="noStrike" kern="1200" cap="none" spc="0" normalizeH="0" baseline="0" noProof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181717"/>
                          </a:solidFill>
                          <a:effectLst/>
                          <a:uLnTx/>
                          <a:uFillTx/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  <a:cs typeface="+mn-cs"/>
                        </a:rPr>
                        <a:t>닭 다리살</a:t>
                      </a:r>
                      <a:endParaRPr kumimoji="0" lang="ko-KR" alt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81717"/>
                        </a:solidFill>
                        <a:effectLst/>
                        <a:uLnTx/>
                        <a:uFillTx/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 w="3175" cap="flat" cmpd="sng" algn="ctr">
                      <a:solidFill>
                        <a:srgbClr val="014A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14A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14A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0" lang="en-US" altLang="ko-KR" sz="1000" b="0" i="0" u="none" strike="noStrike" kern="1200" cap="none" spc="0" normalizeH="0" baseline="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181717"/>
                          </a:solidFill>
                          <a:effectLst/>
                          <a:uLnTx/>
                          <a:uFillTx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+mn-cs"/>
                        </a:rPr>
                        <a:t>8,600</a:t>
                      </a:r>
                      <a:r>
                        <a:rPr kumimoji="0" lang="ko-KR" altLang="en-US" sz="1000" b="0" i="0" u="none" strike="noStrike" kern="1200" cap="none" spc="0" normalizeH="0" baseline="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181717"/>
                          </a:solidFill>
                          <a:effectLst/>
                          <a:uLnTx/>
                          <a:uFillTx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+mn-cs"/>
                        </a:rPr>
                        <a:t>원</a:t>
                      </a:r>
                    </a:p>
                  </a:txBody>
                  <a:tcPr anchor="ctr">
                    <a:lnL w="3175" cap="flat" cmpd="sng" algn="ctr">
                      <a:solidFill>
                        <a:srgbClr val="014A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14A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14A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14A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181717"/>
                          </a:solidFill>
                          <a:effectLst/>
                          <a:uLnTx/>
                          <a:uFillTx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+mn-cs"/>
                        </a:rPr>
                        <a:t>9,000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181717"/>
                          </a:solidFill>
                          <a:effectLst/>
                          <a:uLnTx/>
                          <a:uFillTx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+mn-cs"/>
                        </a:rPr>
                        <a:t>원</a:t>
                      </a:r>
                    </a:p>
                  </a:txBody>
                  <a:tcPr anchor="ctr">
                    <a:lnL w="3175" cap="flat" cmpd="sng" algn="ctr">
                      <a:solidFill>
                        <a:srgbClr val="014A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14A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14A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14A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181717"/>
                          </a:solidFill>
                          <a:effectLst/>
                          <a:uLnTx/>
                          <a:uFillTx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+mn-cs"/>
                        </a:rPr>
                        <a:t>9,000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181717"/>
                          </a:solidFill>
                          <a:effectLst/>
                          <a:uLnTx/>
                          <a:uFillTx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+mn-cs"/>
                        </a:rPr>
                        <a:t>원</a:t>
                      </a:r>
                    </a:p>
                  </a:txBody>
                  <a:tcPr anchor="ctr">
                    <a:lnL w="3175" cap="flat" cmpd="sng" algn="ctr">
                      <a:solidFill>
                        <a:srgbClr val="014A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rgbClr val="014A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14A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6179342"/>
                  </a:ext>
                </a:extLst>
              </a:tr>
              <a:tr h="39539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50" b="0" i="0" u="none" strike="noStrike" kern="1200" cap="none" spc="0" normalizeH="0" baseline="0" noProof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181717"/>
                          </a:solidFill>
                          <a:effectLst/>
                          <a:uLnTx/>
                          <a:uFillTx/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  <a:cs typeface="+mn-cs"/>
                        </a:rPr>
                        <a:t>닭 볶음탕</a:t>
                      </a:r>
                      <a:endParaRPr kumimoji="0" lang="ko-KR" alt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81717"/>
                        </a:solidFill>
                        <a:effectLst/>
                        <a:uLnTx/>
                        <a:uFillTx/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 w="3175" cap="flat" cmpd="sng" algn="ctr">
                      <a:solidFill>
                        <a:srgbClr val="014A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14A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14A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181717"/>
                          </a:solidFill>
                          <a:effectLst/>
                          <a:uLnTx/>
                          <a:uFillTx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+mn-cs"/>
                        </a:rPr>
                        <a:t>10,000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181717"/>
                          </a:solidFill>
                          <a:effectLst/>
                          <a:uLnTx/>
                          <a:uFillTx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+mn-cs"/>
                        </a:rPr>
                        <a:t>원</a:t>
                      </a:r>
                      <a:endParaRPr kumimoji="0" lang="ko-KR" altLang="en-US" sz="1000" b="0" i="0" u="none" strike="noStrike" kern="1200" cap="none" spc="0" normalizeH="0" baseline="0" dirty="0">
                        <a:ln>
                          <a:solidFill>
                            <a:srgbClr val="4472C4">
                              <a:alpha val="0"/>
                            </a:srgbClr>
                          </a:solidFill>
                        </a:ln>
                        <a:solidFill>
                          <a:srgbClr val="181717"/>
                        </a:solidFill>
                        <a:effectLst/>
                        <a:uLnTx/>
                        <a:uFillTx/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014A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14A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14A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14A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181717"/>
                          </a:solidFill>
                          <a:effectLst/>
                          <a:uLnTx/>
                          <a:uFillTx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+mn-cs"/>
                        </a:rPr>
                        <a:t>12,000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181717"/>
                          </a:solidFill>
                          <a:effectLst/>
                          <a:uLnTx/>
                          <a:uFillTx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+mn-cs"/>
                        </a:rPr>
                        <a:t>원</a:t>
                      </a:r>
                    </a:p>
                  </a:txBody>
                  <a:tcPr anchor="ctr">
                    <a:lnL w="3175" cap="flat" cmpd="sng" algn="ctr">
                      <a:solidFill>
                        <a:srgbClr val="014A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14A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14A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14A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181717"/>
                          </a:solidFill>
                          <a:effectLst/>
                          <a:uLnTx/>
                          <a:uFillTx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+mn-cs"/>
                        </a:rPr>
                        <a:t>12,000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181717"/>
                          </a:solidFill>
                          <a:effectLst/>
                          <a:uLnTx/>
                          <a:uFillTx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+mn-cs"/>
                        </a:rPr>
                        <a:t>원</a:t>
                      </a:r>
                    </a:p>
                  </a:txBody>
                  <a:tcPr anchor="ctr">
                    <a:lnL w="3175" cap="flat" cmpd="sng" algn="ctr">
                      <a:solidFill>
                        <a:srgbClr val="014A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rgbClr val="014A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14A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6679051"/>
                  </a:ext>
                </a:extLst>
              </a:tr>
              <a:tr h="39539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50" b="0" i="0" u="none" strike="noStrike" kern="1200" cap="none" spc="0" normalizeH="0" baseline="0" noProof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181717"/>
                          </a:solidFill>
                          <a:effectLst/>
                          <a:uLnTx/>
                          <a:uFillTx/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  <a:cs typeface="+mn-cs"/>
                        </a:rPr>
                        <a:t>닭 껍질튀김</a:t>
                      </a:r>
                      <a:endParaRPr kumimoji="0" lang="ko-KR" alt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81717"/>
                        </a:solidFill>
                        <a:effectLst/>
                        <a:uLnTx/>
                        <a:uFillTx/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 w="3175" cap="flat" cmpd="sng" algn="ctr">
                      <a:solidFill>
                        <a:srgbClr val="014A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14A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14A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181717"/>
                          </a:solidFill>
                          <a:effectLst/>
                          <a:uLnTx/>
                          <a:uFillTx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+mn-cs"/>
                        </a:rPr>
                        <a:t>5,000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181717"/>
                          </a:solidFill>
                          <a:effectLst/>
                          <a:uLnTx/>
                          <a:uFillTx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+mn-cs"/>
                        </a:rPr>
                        <a:t>원</a:t>
                      </a:r>
                      <a:endParaRPr kumimoji="0" lang="ko-KR" altLang="en-US" sz="1000" b="0" i="0" u="none" strike="noStrike" kern="1200" cap="none" spc="0" normalizeH="0" baseline="0">
                        <a:ln>
                          <a:solidFill>
                            <a:srgbClr val="4472C4">
                              <a:alpha val="0"/>
                            </a:srgbClr>
                          </a:solidFill>
                        </a:ln>
                        <a:solidFill>
                          <a:srgbClr val="181717"/>
                        </a:solidFill>
                        <a:effectLst/>
                        <a:uLnTx/>
                        <a:uFillTx/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014A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14A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14A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14A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181717"/>
                          </a:solidFill>
                          <a:effectLst/>
                          <a:uLnTx/>
                          <a:uFillTx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+mn-cs"/>
                        </a:rPr>
                        <a:t>6,000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181717"/>
                          </a:solidFill>
                          <a:effectLst/>
                          <a:uLnTx/>
                          <a:uFillTx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+mn-cs"/>
                        </a:rPr>
                        <a:t>원</a:t>
                      </a:r>
                      <a:endParaRPr lang="ko-KR" altLang="en-US" sz="1000">
                        <a:solidFill>
                          <a:srgbClr val="181717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014A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14A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14A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14A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181717"/>
                          </a:solidFill>
                          <a:effectLst/>
                          <a:uLnTx/>
                          <a:uFillTx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+mn-cs"/>
                        </a:rPr>
                        <a:t>6,000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solidFill>
                              <a:srgbClr val="4472C4">
                                <a:alpha val="0"/>
                              </a:srgbClr>
                            </a:solidFill>
                          </a:ln>
                          <a:solidFill>
                            <a:srgbClr val="181717"/>
                          </a:solidFill>
                          <a:effectLst/>
                          <a:uLnTx/>
                          <a:uFillTx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+mn-cs"/>
                        </a:rPr>
                        <a:t>원</a:t>
                      </a:r>
                      <a:endParaRPr lang="ko-KR" altLang="en-US" sz="1000" dirty="0">
                        <a:solidFill>
                          <a:srgbClr val="181717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014A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rgbClr val="014A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14A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3682292"/>
                  </a:ext>
                </a:extLst>
              </a:tr>
            </a:tbl>
          </a:graphicData>
        </a:graphic>
      </p:graphicFrame>
      <p:graphicFrame>
        <p:nvGraphicFramePr>
          <p:cNvPr id="10" name="차트 9">
            <a:extLst>
              <a:ext uri="{FF2B5EF4-FFF2-40B4-BE49-F238E27FC236}">
                <a16:creationId xmlns:a16="http://schemas.microsoft.com/office/drawing/2014/main" id="{9BFE8319-8E17-FEBA-7177-7B27015DFA27}"/>
              </a:ext>
            </a:extLst>
          </p:cNvPr>
          <p:cNvGraphicFramePr/>
          <p:nvPr/>
        </p:nvGraphicFramePr>
        <p:xfrm>
          <a:off x="1152173" y="4423071"/>
          <a:ext cx="4064000" cy="19769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14" name="그림 13" descr="클립아트, 만화 영화, 상징이(가) 표시된 사진&#10;&#10;자동 생성된 설명">
            <a:extLst>
              <a:ext uri="{FF2B5EF4-FFF2-40B4-BE49-F238E27FC236}">
                <a16:creationId xmlns:a16="http://schemas.microsoft.com/office/drawing/2014/main" id="{9236B5ED-A339-E5A7-DA30-B534AD058F8C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09532" y="339853"/>
            <a:ext cx="453817" cy="453817"/>
          </a:xfrm>
          <a:prstGeom prst="rect">
            <a:avLst/>
          </a:prstGeom>
        </p:spPr>
      </p:pic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3B54DEDD-E90B-F19C-D21A-EB14CA5CE793}"/>
              </a:ext>
            </a:extLst>
          </p:cNvPr>
          <p:cNvGraphicFramePr>
            <a:graphicFrameLocks noGrp="1"/>
          </p:cNvGraphicFramePr>
          <p:nvPr/>
        </p:nvGraphicFramePr>
        <p:xfrm>
          <a:off x="5450371" y="4882042"/>
          <a:ext cx="5694978" cy="1158310"/>
        </p:xfrm>
        <a:graphic>
          <a:graphicData uri="http://schemas.openxmlformats.org/drawingml/2006/table">
            <a:tbl>
              <a:tblPr firstRow="1" bandRow="1">
                <a:effectLst/>
                <a:tableStyleId>{2D5ABB26-0587-4C30-8999-92F81FD0307C}</a:tableStyleId>
              </a:tblPr>
              <a:tblGrid>
                <a:gridCol w="949163">
                  <a:extLst>
                    <a:ext uri="{9D8B030D-6E8A-4147-A177-3AD203B41FA5}">
                      <a16:colId xmlns:a16="http://schemas.microsoft.com/office/drawing/2014/main" val="2020764419"/>
                    </a:ext>
                  </a:extLst>
                </a:gridCol>
                <a:gridCol w="949163">
                  <a:extLst>
                    <a:ext uri="{9D8B030D-6E8A-4147-A177-3AD203B41FA5}">
                      <a16:colId xmlns:a16="http://schemas.microsoft.com/office/drawing/2014/main" val="1260877915"/>
                    </a:ext>
                  </a:extLst>
                </a:gridCol>
                <a:gridCol w="949163">
                  <a:extLst>
                    <a:ext uri="{9D8B030D-6E8A-4147-A177-3AD203B41FA5}">
                      <a16:colId xmlns:a16="http://schemas.microsoft.com/office/drawing/2014/main" val="3581528080"/>
                    </a:ext>
                  </a:extLst>
                </a:gridCol>
                <a:gridCol w="949163">
                  <a:extLst>
                    <a:ext uri="{9D8B030D-6E8A-4147-A177-3AD203B41FA5}">
                      <a16:colId xmlns:a16="http://schemas.microsoft.com/office/drawing/2014/main" val="1366653465"/>
                    </a:ext>
                  </a:extLst>
                </a:gridCol>
                <a:gridCol w="949163">
                  <a:extLst>
                    <a:ext uri="{9D8B030D-6E8A-4147-A177-3AD203B41FA5}">
                      <a16:colId xmlns:a16="http://schemas.microsoft.com/office/drawing/2014/main" val="25846070"/>
                    </a:ext>
                  </a:extLst>
                </a:gridCol>
                <a:gridCol w="949163">
                  <a:extLst>
                    <a:ext uri="{9D8B030D-6E8A-4147-A177-3AD203B41FA5}">
                      <a16:colId xmlns:a16="http://schemas.microsoft.com/office/drawing/2014/main" val="3241855354"/>
                    </a:ext>
                  </a:extLst>
                </a:gridCol>
              </a:tblGrid>
              <a:tr h="231662"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000" b="0" kern="1200" dirty="0">
                          <a:ln>
                            <a:solidFill>
                              <a:schemeClr val="accent1">
                                <a:shade val="15000"/>
                                <a:alpha val="0"/>
                              </a:schemeClr>
                            </a:solidFill>
                          </a:ln>
                          <a:solidFill>
                            <a:srgbClr val="FFFFFF"/>
                          </a:solidFill>
                          <a:latin typeface="프리젠테이션 7 Bold" pitchFamily="2" charset="-127"/>
                          <a:ea typeface="프리젠테이션 7 Bold" pitchFamily="2" charset="-127"/>
                          <a:cs typeface="+mn-cs"/>
                        </a:rPr>
                        <a:t>년도</a:t>
                      </a:r>
                    </a:p>
                  </a:txBody>
                  <a:tcPr marL="9525" marR="9525" marT="9525" marB="0" anchor="ctr">
                    <a:lnR w="3175" cap="flat" cmpd="sng" algn="ctr">
                      <a:solidFill>
                        <a:schemeClr val="bg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175" cap="flat" cmpd="sng" algn="ctr">
                      <a:solidFill>
                        <a:srgbClr val="485234">
                          <a:lumMod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85234">
                        <a:lumMod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b="0" kern="1200" dirty="0">
                          <a:ln>
                            <a:solidFill>
                              <a:schemeClr val="accent1">
                                <a:shade val="15000"/>
                                <a:alpha val="0"/>
                              </a:schemeClr>
                            </a:solidFill>
                          </a:ln>
                          <a:solidFill>
                            <a:srgbClr val="FFFFFF"/>
                          </a:solidFill>
                          <a:latin typeface="프리젠테이션 7 Bold" pitchFamily="2" charset="-127"/>
                          <a:ea typeface="프리젠테이션 7 Bold" pitchFamily="2" charset="-127"/>
                          <a:cs typeface="+mn-cs"/>
                        </a:rPr>
                        <a:t>2018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175" cap="flat" cmpd="sng" algn="ctr">
                      <a:solidFill>
                        <a:srgbClr val="485234">
                          <a:lumMod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85234">
                        <a:lumMod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b="0" kern="1200" dirty="0">
                          <a:ln>
                            <a:solidFill>
                              <a:schemeClr val="accent1">
                                <a:shade val="15000"/>
                                <a:alpha val="0"/>
                              </a:schemeClr>
                            </a:solidFill>
                          </a:ln>
                          <a:solidFill>
                            <a:srgbClr val="FFFFFF"/>
                          </a:solidFill>
                          <a:latin typeface="프리젠테이션 7 Bold" pitchFamily="2" charset="-127"/>
                          <a:ea typeface="프리젠테이션 7 Bold" pitchFamily="2" charset="-127"/>
                          <a:cs typeface="+mn-cs"/>
                        </a:rPr>
                        <a:t>2019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175" cap="flat" cmpd="sng" algn="ctr">
                      <a:solidFill>
                        <a:srgbClr val="485234">
                          <a:lumMod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85234">
                        <a:lumMod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b="0" kern="1200" dirty="0">
                          <a:ln>
                            <a:solidFill>
                              <a:schemeClr val="accent1">
                                <a:shade val="15000"/>
                                <a:alpha val="0"/>
                              </a:schemeClr>
                            </a:solidFill>
                          </a:ln>
                          <a:solidFill>
                            <a:srgbClr val="FFFFFF"/>
                          </a:solidFill>
                          <a:latin typeface="프리젠테이션 7 Bold" pitchFamily="2" charset="-127"/>
                          <a:ea typeface="프리젠테이션 7 Bold" pitchFamily="2" charset="-127"/>
                          <a:cs typeface="+mn-cs"/>
                        </a:rPr>
                        <a:t>2020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175" cap="flat" cmpd="sng" algn="ctr">
                      <a:solidFill>
                        <a:srgbClr val="485234">
                          <a:lumMod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85234">
                        <a:lumMod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b="0" kern="1200" dirty="0">
                          <a:ln>
                            <a:solidFill>
                              <a:schemeClr val="accent1">
                                <a:shade val="15000"/>
                                <a:alpha val="0"/>
                              </a:schemeClr>
                            </a:solidFill>
                          </a:ln>
                          <a:solidFill>
                            <a:srgbClr val="FFFFFF"/>
                          </a:solidFill>
                          <a:latin typeface="프리젠테이션 7 Bold" pitchFamily="2" charset="-127"/>
                          <a:ea typeface="프리젠테이션 7 Bold" pitchFamily="2" charset="-127"/>
                          <a:cs typeface="+mn-cs"/>
                        </a:rPr>
                        <a:t>2021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175" cap="flat" cmpd="sng" algn="ctr">
                      <a:solidFill>
                        <a:srgbClr val="485234">
                          <a:lumMod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85234">
                        <a:lumMod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b="0" kern="1200" dirty="0">
                          <a:ln>
                            <a:solidFill>
                              <a:schemeClr val="accent1">
                                <a:shade val="15000"/>
                                <a:alpha val="0"/>
                              </a:schemeClr>
                            </a:solidFill>
                          </a:ln>
                          <a:solidFill>
                            <a:srgbClr val="FFFFFF"/>
                          </a:solidFill>
                          <a:latin typeface="프리젠테이션 7 Bold" pitchFamily="2" charset="-127"/>
                          <a:ea typeface="프리젠테이션 7 Bold" pitchFamily="2" charset="-127"/>
                          <a:cs typeface="+mn-cs"/>
                        </a:rPr>
                        <a:t>2022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175" cap="flat" cmpd="sng" algn="ctr">
                      <a:solidFill>
                        <a:srgbClr val="485234">
                          <a:lumMod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85234">
                        <a:lumMod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3001517"/>
                  </a:ext>
                </a:extLst>
              </a:tr>
              <a:tr h="231662"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000" b="0" kern="1200" dirty="0">
                          <a:ln>
                            <a:solidFill>
                              <a:schemeClr val="accent1">
                                <a:shade val="15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프리젠테이션 7 Bold" pitchFamily="2" charset="-127"/>
                          <a:ea typeface="프리젠테이션 7 Bold" pitchFamily="2" charset="-127"/>
                          <a:cs typeface="+mn-cs"/>
                        </a:rPr>
                        <a:t>제조업</a:t>
                      </a:r>
                    </a:p>
                  </a:txBody>
                  <a:tcPr marL="9525" marR="9525" marT="9525" marB="0" anchor="ctr">
                    <a:lnR w="3175" cap="flat" cmpd="sng" algn="ctr">
                      <a:solidFill>
                        <a:srgbClr val="485234">
                          <a:lumMod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85234">
                          <a:lumMod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85234">
                          <a:lumMod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E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1000" b="0" i="0" u="none" strike="noStrike" dirty="0"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  <a:latin typeface="프리젠테이션 5 Medium" pitchFamily="2" charset="-127"/>
                          <a:ea typeface="프리젠테이션 5 Medium" pitchFamily="2" charset="-127"/>
                        </a:rPr>
                        <a:t>500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rgbClr val="485234">
                          <a:lumMod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85234">
                          <a:lumMod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85234">
                          <a:lumMod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85234">
                          <a:lumMod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1000" b="0" i="0" u="none" strike="noStrike" dirty="0"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  <a:latin typeface="프리젠테이션 5 Medium" pitchFamily="2" charset="-127"/>
                          <a:ea typeface="프리젠테이션 5 Medium" pitchFamily="2" charset="-127"/>
                        </a:rPr>
                        <a:t>508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rgbClr val="485234">
                          <a:lumMod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85234">
                          <a:lumMod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85234">
                          <a:lumMod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85234">
                          <a:lumMod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1000" b="0" i="0" u="none" strike="noStrike" dirty="0"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  <a:latin typeface="프리젠테이션 5 Medium" pitchFamily="2" charset="-127"/>
                          <a:ea typeface="프리젠테이션 5 Medium" pitchFamily="2" charset="-127"/>
                        </a:rPr>
                        <a:t>521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rgbClr val="485234">
                          <a:lumMod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85234">
                          <a:lumMod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85234">
                          <a:lumMod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85234">
                          <a:lumMod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1000" b="0" i="0" u="none" strike="noStrike" dirty="0"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  <a:latin typeface="프리젠테이션 5 Medium" pitchFamily="2" charset="-127"/>
                          <a:ea typeface="프리젠테이션 5 Medium" pitchFamily="2" charset="-127"/>
                        </a:rPr>
                        <a:t>539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rgbClr val="485234">
                          <a:lumMod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85234">
                          <a:lumMod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85234">
                          <a:lumMod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85234">
                          <a:lumMod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1000" b="0" i="0" u="none" strike="noStrike" dirty="0"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  <a:latin typeface="프리젠테이션 5 Medium" pitchFamily="2" charset="-127"/>
                          <a:ea typeface="프리젠테이션 5 Medium" pitchFamily="2" charset="-127"/>
                        </a:rPr>
                        <a:t>566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rgbClr val="485234">
                          <a:lumMod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rgbClr val="485234">
                          <a:lumMod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85234">
                          <a:lumMod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35055054"/>
                  </a:ext>
                </a:extLst>
              </a:tr>
              <a:tr h="231662"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000" b="0" kern="1200" dirty="0">
                          <a:ln>
                            <a:solidFill>
                              <a:schemeClr val="accent1">
                                <a:shade val="15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프리젠테이션 7 Bold" pitchFamily="2" charset="-127"/>
                          <a:ea typeface="프리젠테이션 7 Bold" pitchFamily="2" charset="-127"/>
                          <a:cs typeface="+mn-cs"/>
                        </a:rPr>
                        <a:t>판매업</a:t>
                      </a:r>
                    </a:p>
                  </a:txBody>
                  <a:tcPr marL="9525" marR="9525" marT="9525" marB="0" anchor="ctr">
                    <a:lnR w="3175" cap="flat" cmpd="sng" algn="ctr">
                      <a:solidFill>
                        <a:srgbClr val="485234">
                          <a:lumMod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85234">
                          <a:lumMod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85234">
                          <a:lumMod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E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1000" b="0" i="0" u="none" strike="noStrike" dirty="0"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  <a:latin typeface="프리젠테이션 5 Medium" pitchFamily="2" charset="-127"/>
                          <a:ea typeface="프리젠테이션 5 Medium" pitchFamily="2" charset="-127"/>
                        </a:rPr>
                        <a:t>87,349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rgbClr val="485234">
                          <a:lumMod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85234">
                          <a:lumMod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85234">
                          <a:lumMod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85234">
                          <a:lumMod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1000" b="0" i="0" u="none" strike="noStrike" dirty="0"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  <a:latin typeface="프리젠테이션 5 Medium" pitchFamily="2" charset="-127"/>
                          <a:ea typeface="프리젠테이션 5 Medium" pitchFamily="2" charset="-127"/>
                        </a:rPr>
                        <a:t>81,559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rgbClr val="485234">
                          <a:lumMod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85234">
                          <a:lumMod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85234">
                          <a:lumMod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85234">
                          <a:lumMod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1000" b="0" i="0" u="none" strike="noStrike" dirty="0"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  <a:latin typeface="프리젠테이션 5 Medium" pitchFamily="2" charset="-127"/>
                          <a:ea typeface="프리젠테이션 5 Medium" pitchFamily="2" charset="-127"/>
                        </a:rPr>
                        <a:t>91,489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rgbClr val="485234">
                          <a:lumMod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85234">
                          <a:lumMod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85234">
                          <a:lumMod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85234">
                          <a:lumMod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1000" b="0" i="0" u="none" strike="noStrike" dirty="0"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  <a:latin typeface="프리젠테이션 5 Medium" pitchFamily="2" charset="-127"/>
                          <a:ea typeface="프리젠테이션 5 Medium" pitchFamily="2" charset="-127"/>
                        </a:rPr>
                        <a:t>103,420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rgbClr val="485234">
                          <a:lumMod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85234">
                          <a:lumMod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85234">
                          <a:lumMod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85234">
                          <a:lumMod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1000" b="0" i="0" u="none" strike="noStrike" dirty="0"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  <a:latin typeface="프리젠테이션 5 Medium" pitchFamily="2" charset="-127"/>
                          <a:ea typeface="프리젠테이션 5 Medium" pitchFamily="2" charset="-127"/>
                        </a:rPr>
                        <a:t>126,327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rgbClr val="485234">
                          <a:lumMod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rgbClr val="485234">
                          <a:lumMod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85234">
                          <a:lumMod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5497226"/>
                  </a:ext>
                </a:extLst>
              </a:tr>
              <a:tr h="231662"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000" b="0" kern="1200" dirty="0">
                          <a:ln>
                            <a:solidFill>
                              <a:schemeClr val="accent1">
                                <a:shade val="15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프리젠테이션 7 Bold" pitchFamily="2" charset="-127"/>
                          <a:ea typeface="프리젠테이션 7 Bold" pitchFamily="2" charset="-127"/>
                          <a:cs typeface="+mn-cs"/>
                        </a:rPr>
                        <a:t>일반</a:t>
                      </a:r>
                    </a:p>
                  </a:txBody>
                  <a:tcPr marL="9525" marR="9525" marT="9525" marB="0" anchor="ctr">
                    <a:lnR w="3175" cap="flat" cmpd="sng" algn="ctr">
                      <a:solidFill>
                        <a:srgbClr val="485234">
                          <a:lumMod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85234">
                          <a:lumMod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85234">
                          <a:lumMod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E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1000" b="0" i="0" u="none" strike="noStrike" dirty="0">
                          <a:solidFill>
                            <a:srgbClr val="52872A"/>
                          </a:solidFill>
                          <a:effectLst/>
                          <a:latin typeface="프리젠테이션 8 ExtraBold" pitchFamily="2" charset="-127"/>
                          <a:ea typeface="프리젠테이션 8 ExtraBold" pitchFamily="2" charset="-127"/>
                        </a:rPr>
                        <a:t>84,058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rgbClr val="485234">
                          <a:lumMod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85234">
                          <a:lumMod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85234">
                          <a:lumMod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85234">
                          <a:lumMod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1000" b="0" i="0" u="none" strike="noStrike" dirty="0">
                          <a:solidFill>
                            <a:srgbClr val="52872A"/>
                          </a:solidFill>
                          <a:effectLst/>
                          <a:latin typeface="프리젠테이션 8 ExtraBold" pitchFamily="2" charset="-127"/>
                          <a:ea typeface="프리젠테이션 8 ExtraBold" pitchFamily="2" charset="-127"/>
                        </a:rPr>
                        <a:t>78,312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rgbClr val="485234">
                          <a:lumMod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85234">
                          <a:lumMod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85234">
                          <a:lumMod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85234">
                          <a:lumMod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1000" b="0" i="0" u="none" strike="noStrike" dirty="0">
                          <a:solidFill>
                            <a:srgbClr val="52872A"/>
                          </a:solidFill>
                          <a:effectLst/>
                          <a:latin typeface="프리젠테이션 8 ExtraBold" pitchFamily="2" charset="-127"/>
                          <a:ea typeface="프리젠테이션 8 ExtraBold" pitchFamily="2" charset="-127"/>
                        </a:rPr>
                        <a:t>87,688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rgbClr val="485234">
                          <a:lumMod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85234">
                          <a:lumMod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85234">
                          <a:lumMod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85234">
                          <a:lumMod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1000" b="0" i="0" u="none" strike="noStrike" dirty="0">
                          <a:solidFill>
                            <a:srgbClr val="52872A"/>
                          </a:solidFill>
                          <a:effectLst/>
                          <a:latin typeface="프리젠테이션 8 ExtraBold" pitchFamily="2" charset="-127"/>
                          <a:ea typeface="프리젠테이션 8 ExtraBold" pitchFamily="2" charset="-127"/>
                        </a:rPr>
                        <a:t>98,951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rgbClr val="485234">
                          <a:lumMod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85234">
                          <a:lumMod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85234">
                          <a:lumMod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85234">
                          <a:lumMod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1000" b="0" i="0" u="none" strike="noStrike" dirty="0">
                          <a:solidFill>
                            <a:srgbClr val="52872A"/>
                          </a:solidFill>
                          <a:effectLst/>
                          <a:latin typeface="프리젠테이션 8 ExtraBold" pitchFamily="2" charset="-127"/>
                          <a:ea typeface="프리젠테이션 8 ExtraBold" pitchFamily="2" charset="-127"/>
                        </a:rPr>
                        <a:t>121,223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rgbClr val="485234">
                          <a:lumMod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rgbClr val="485234">
                          <a:lumMod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85234">
                          <a:lumMod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13895571"/>
                  </a:ext>
                </a:extLst>
              </a:tr>
              <a:tr h="231662"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000" b="0" kern="1200" dirty="0">
                          <a:ln>
                            <a:solidFill>
                              <a:schemeClr val="accent1">
                                <a:shade val="15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프리젠테이션 7 Bold" pitchFamily="2" charset="-127"/>
                          <a:ea typeface="프리젠테이션 7 Bold" pitchFamily="2" charset="-127"/>
                          <a:cs typeface="+mn-cs"/>
                        </a:rPr>
                        <a:t>유통전문</a:t>
                      </a:r>
                    </a:p>
                  </a:txBody>
                  <a:tcPr marL="9525" marR="9525" marT="9525" marB="0" anchor="ctr">
                    <a:lnR w="3175" cap="flat" cmpd="sng" algn="ctr">
                      <a:solidFill>
                        <a:srgbClr val="485234">
                          <a:lumMod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85234">
                          <a:lumMod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52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E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1000" b="0" i="0" u="none" strike="noStrike" dirty="0"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  <a:latin typeface="프리젠테이션 5 Medium" pitchFamily="2" charset="-127"/>
                          <a:ea typeface="프리젠테이션 5 Medium" pitchFamily="2" charset="-127"/>
                        </a:rPr>
                        <a:t>3,291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rgbClr val="485234">
                          <a:lumMod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85234">
                          <a:lumMod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85234">
                          <a:lumMod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52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1000" b="0" i="0" u="none" strike="noStrike" dirty="0"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  <a:latin typeface="프리젠테이션 5 Medium" pitchFamily="2" charset="-127"/>
                          <a:ea typeface="프리젠테이션 5 Medium" pitchFamily="2" charset="-127"/>
                        </a:rPr>
                        <a:t>3,247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rgbClr val="485234">
                          <a:lumMod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85234">
                          <a:lumMod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85234">
                          <a:lumMod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52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1000" b="0" i="0" u="none" strike="noStrike" dirty="0"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  <a:latin typeface="프리젠테이션 5 Medium" pitchFamily="2" charset="-127"/>
                          <a:ea typeface="프리젠테이션 5 Medium" pitchFamily="2" charset="-127"/>
                        </a:rPr>
                        <a:t>3,801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rgbClr val="485234">
                          <a:lumMod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85234">
                          <a:lumMod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85234">
                          <a:lumMod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52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1000" b="0" i="0" u="none" strike="noStrike" dirty="0"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  <a:latin typeface="프리젠테이션 5 Medium" pitchFamily="2" charset="-127"/>
                          <a:ea typeface="프리젠테이션 5 Medium" pitchFamily="2" charset="-127"/>
                        </a:rPr>
                        <a:t>4,469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rgbClr val="485234">
                          <a:lumMod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85234">
                          <a:lumMod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85234">
                          <a:lumMod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52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1000" b="0" i="0" u="none" strike="noStrike" dirty="0"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  <a:latin typeface="프리젠테이션 5 Medium" pitchFamily="2" charset="-127"/>
                          <a:ea typeface="프리젠테이션 5 Medium" pitchFamily="2" charset="-127"/>
                        </a:rPr>
                        <a:t>5,104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rgbClr val="485234">
                          <a:lumMod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rgbClr val="485234">
                          <a:lumMod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52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429888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29379552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>
        <p159:morph option="byChar"/>
      </p:transition>
    </mc:Choice>
    <mc:Fallback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UfY7NHrWhkCuqfJDGPUQoA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1hRiKn210CgEOxQSUBr8w"/>
</p:tagLst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클라우드서비스">
  <a:themeElements>
    <a:clrScheme name="사용자 지정 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F0000"/>
      </a:accent1>
      <a:accent2>
        <a:srgbClr val="C55A11"/>
      </a:accent2>
      <a:accent3>
        <a:srgbClr val="757070"/>
      </a:accent3>
      <a:accent4>
        <a:srgbClr val="323F4F"/>
      </a:accent4>
      <a:accent5>
        <a:srgbClr val="ADB9CA"/>
      </a:accent5>
      <a:accent6>
        <a:srgbClr val="F7CBAC"/>
      </a:accent6>
      <a:hlink>
        <a:srgbClr val="0563C1"/>
      </a:hlink>
      <a:folHlink>
        <a:srgbClr val="954F72"/>
      </a:folHlink>
    </a:clrScheme>
    <a:fontScheme name="마스터">
      <a:majorFont>
        <a:latin typeface="올레체EB"/>
        <a:ea typeface="올레체EB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4B47DF"/>
        </a:solidFill>
        <a:ln>
          <a:noFill/>
        </a:ln>
      </a:spPr>
      <a:bodyPr rtlCol="0" anchor="ctr"/>
      <a:lstStyle>
        <a:defPPr algn="ctr">
          <a:defRPr>
            <a:ln>
              <a:solidFill>
                <a:schemeClr val="accent1">
                  <a:alpha val="0"/>
                </a:schemeClr>
              </a:solidFill>
            </a:ln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noFill/>
        <a:ln w="6350">
          <a:solidFill>
            <a:srgbClr val="002060"/>
          </a:solidFill>
          <a:prstDash val="dash"/>
        </a:ln>
      </a:spPr>
      <a:bodyPr/>
      <a:lstStyle/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lnDef>
    <a:txDef>
      <a:spPr>
        <a:noFill/>
      </a:spPr>
      <a:bodyPr wrap="square" rtlCol="0">
        <a:spAutoFit/>
      </a:bodyPr>
      <a:lstStyle>
        <a:defPPr algn="l">
          <a:defRPr sz="2000">
            <a:ln>
              <a:solidFill>
                <a:schemeClr val="accent1">
                  <a:alpha val="0"/>
                </a:schemeClr>
              </a:solidFill>
            </a:ln>
            <a:latin typeface="G마켓 산스 TTF Bold" panose="02000000000000000000" pitchFamily="2" charset="-127"/>
            <a:ea typeface="G마켓 산스 TTF Bold" panose="02000000000000000000" pitchFamily="2" charset="-127"/>
          </a:defRPr>
        </a:defPPr>
      </a:lstStyle>
    </a:txDef>
  </a:objectDefaults>
  <a:extraClrSchemeLst>
    <a:extraClrScheme>
      <a:clrScheme name="마스터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마스터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마스터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마스터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마스터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마스터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마스터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마스터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마스터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마스터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마스터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마스터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12_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1_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wrap="square" rtlCol="0" anchor="t" anchorCtr="0"/>
      <a:lstStyle>
        <a:defPPr marL="108000" algn="ctr" latinLnBrk="0">
          <a:defRPr sz="1400" kern="0" dirty="0">
            <a:solidFill>
              <a:srgbClr val="F29C13"/>
            </a:solidFill>
            <a:latin typeface="KoPub돋움체_Pro Bold" panose="00000800000000000000" pitchFamily="50" charset="-127"/>
            <a:ea typeface="KoPub돋움체_Pro Bold" panose="00000800000000000000" pitchFamily="50" charset="-127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15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>
          <a:gsLst>
            <a:gs pos="47000">
              <a:srgbClr val="001B50"/>
            </a:gs>
            <a:gs pos="100000">
              <a:srgbClr val="0070C0"/>
            </a:gs>
          </a:gsLst>
          <a:lin ang="2700000" scaled="0"/>
        </a:gradFill>
        <a:ln>
          <a:noFill/>
        </a:ln>
        <a:effectLst>
          <a:outerShdw blurRad="50800" dist="38100" dir="2700000" algn="tl" rotWithShape="0">
            <a:prstClr val="black">
              <a:alpha val="20000"/>
            </a:prstClr>
          </a:outerShdw>
        </a:effectLst>
      </a:spPr>
      <a:bodyPr rtlCol="0" anchor="ctr"/>
      <a:lstStyle>
        <a:defPPr algn="ctr">
          <a:defRPr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22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23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 dirty="0"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1_클라우드서비스">
  <a:themeElements>
    <a:clrScheme name="사용자 지정 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F0000"/>
      </a:accent1>
      <a:accent2>
        <a:srgbClr val="C55A11"/>
      </a:accent2>
      <a:accent3>
        <a:srgbClr val="757070"/>
      </a:accent3>
      <a:accent4>
        <a:srgbClr val="323F4F"/>
      </a:accent4>
      <a:accent5>
        <a:srgbClr val="ADB9CA"/>
      </a:accent5>
      <a:accent6>
        <a:srgbClr val="F7CBAC"/>
      </a:accent6>
      <a:hlink>
        <a:srgbClr val="0563C1"/>
      </a:hlink>
      <a:folHlink>
        <a:srgbClr val="954F72"/>
      </a:folHlink>
    </a:clrScheme>
    <a:fontScheme name="마스터">
      <a:majorFont>
        <a:latin typeface="올레체EB"/>
        <a:ea typeface="올레체EB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4B47DF"/>
        </a:solidFill>
        <a:ln>
          <a:noFill/>
        </a:ln>
      </a:spPr>
      <a:bodyPr rtlCol="0" anchor="ctr"/>
      <a:lstStyle>
        <a:defPPr algn="ctr">
          <a:defRPr>
            <a:ln>
              <a:solidFill>
                <a:schemeClr val="accent1">
                  <a:alpha val="0"/>
                </a:schemeClr>
              </a:solidFill>
            </a:ln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noFill/>
        <a:ln w="6350">
          <a:solidFill>
            <a:srgbClr val="002060"/>
          </a:solidFill>
          <a:prstDash val="dash"/>
        </a:ln>
      </a:spPr>
      <a:bodyPr/>
      <a:lstStyle/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lnDef>
    <a:txDef>
      <a:spPr>
        <a:noFill/>
      </a:spPr>
      <a:bodyPr wrap="square" rtlCol="0">
        <a:spAutoFit/>
      </a:bodyPr>
      <a:lstStyle>
        <a:defPPr algn="l">
          <a:defRPr sz="2000">
            <a:ln>
              <a:solidFill>
                <a:schemeClr val="accent1">
                  <a:alpha val="0"/>
                </a:schemeClr>
              </a:solidFill>
            </a:ln>
            <a:latin typeface="G마켓 산스 TTF Bold" panose="02000000000000000000" pitchFamily="2" charset="-127"/>
            <a:ea typeface="G마켓 산스 TTF Bold" panose="02000000000000000000" pitchFamily="2" charset="-127"/>
          </a:defRPr>
        </a:defPPr>
      </a:lstStyle>
    </a:txDef>
  </a:objectDefaults>
  <a:extraClrSchemeLst>
    <a:extraClrScheme>
      <a:clrScheme name="마스터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마스터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마스터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마스터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마스터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마스터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마스터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마스터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마스터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마스터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마스터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마스터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9.xml><?xml version="1.0" encoding="utf-8"?>
<a:theme xmlns:a="http://schemas.openxmlformats.org/drawingml/2006/main" name="25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12700">
          <a:solidFill>
            <a:schemeClr val="tx1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10.xml><?xml version="1.0" encoding="utf-8"?>
<a:theme xmlns:a="http://schemas.openxmlformats.org/drawingml/2006/main" name="32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0052D4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39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6767</TotalTime>
  <Words>3257</Words>
  <Application>Microsoft Office PowerPoint</Application>
  <PresentationFormat>와이드스크린</PresentationFormat>
  <Paragraphs>861</Paragraphs>
  <Slides>64</Slides>
  <Notes>59</Notes>
  <HiddenSlides>0</HiddenSlides>
  <MMClips>0</MMClips>
  <ScaleCrop>false</ScaleCrop>
  <HeadingPairs>
    <vt:vector size="8" baseType="variant">
      <vt:variant>
        <vt:lpstr>사용한 글꼴</vt:lpstr>
      </vt:variant>
      <vt:variant>
        <vt:i4>38</vt:i4>
      </vt:variant>
      <vt:variant>
        <vt:lpstr>테마</vt:lpstr>
      </vt:variant>
      <vt:variant>
        <vt:i4>12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64</vt:i4>
      </vt:variant>
    </vt:vector>
  </HeadingPairs>
  <TitlesOfParts>
    <vt:vector size="115" baseType="lpstr">
      <vt:lpstr>a시월구일1</vt:lpstr>
      <vt:lpstr>a옛날사진관5</vt:lpstr>
      <vt:lpstr>G마켓 산스 TTF Bold</vt:lpstr>
      <vt:lpstr>G마켓 산스 TTF Medium</vt:lpstr>
      <vt:lpstr>KoPubWorld돋움체 Bold</vt:lpstr>
      <vt:lpstr>KoPub돋움체 Bold</vt:lpstr>
      <vt:lpstr>KoPub돋움체 Light</vt:lpstr>
      <vt:lpstr>KoPub돋움체 Medium</vt:lpstr>
      <vt:lpstr>KoPub돋움체_Pro Bold</vt:lpstr>
      <vt:lpstr>KoPub돋움체_Pro Light</vt:lpstr>
      <vt:lpstr>KoPub돋움체_Pro Medium</vt:lpstr>
      <vt:lpstr>LG Smart_Global Light</vt:lpstr>
      <vt:lpstr>Pretendard Medium</vt:lpstr>
      <vt:lpstr>Rix모던고딕 EB</vt:lpstr>
      <vt:lpstr>Samsung Sharp Sans Medium</vt:lpstr>
      <vt:lpstr>고도 M</vt:lpstr>
      <vt:lpstr>나눔고딕</vt:lpstr>
      <vt:lpstr>나눔고딕 Bold</vt:lpstr>
      <vt:lpstr>맑은 고딕</vt:lpstr>
      <vt:lpstr>맑은 고딕 Semilight</vt:lpstr>
      <vt:lpstr>맑은고딕</vt:lpstr>
      <vt:lpstr>올레체EB</vt:lpstr>
      <vt:lpstr>페이퍼로지 3 Light</vt:lpstr>
      <vt:lpstr>페이퍼로지 4 Regular</vt:lpstr>
      <vt:lpstr>페이퍼로지 5 Medium</vt:lpstr>
      <vt:lpstr>페이퍼로지 6 SemiBold</vt:lpstr>
      <vt:lpstr>페이퍼로지 7 Bold</vt:lpstr>
      <vt:lpstr>페이퍼로지 8 ExtraBold</vt:lpstr>
      <vt:lpstr>프리젠테이션 5 Medium</vt:lpstr>
      <vt:lpstr>프리젠테이션 7 Bold</vt:lpstr>
      <vt:lpstr>프리젠테이션 8 ExtraBold</vt:lpstr>
      <vt:lpstr>Arial</vt:lpstr>
      <vt:lpstr>Calibri</vt:lpstr>
      <vt:lpstr>Montserrat ExtraBold</vt:lpstr>
      <vt:lpstr>Montserrat Medium</vt:lpstr>
      <vt:lpstr>Montserrat SemiBold</vt:lpstr>
      <vt:lpstr>Times New Roman</vt:lpstr>
      <vt:lpstr>Wingdings</vt:lpstr>
      <vt:lpstr>1_Office 테마</vt:lpstr>
      <vt:lpstr>클라우드서비스</vt:lpstr>
      <vt:lpstr>12_Office 테마</vt:lpstr>
      <vt:lpstr>31_Office 테마</vt:lpstr>
      <vt:lpstr>15_Office 테마</vt:lpstr>
      <vt:lpstr>22_Office 테마</vt:lpstr>
      <vt:lpstr>23_Office 테마</vt:lpstr>
      <vt:lpstr>1_클라우드서비스</vt:lpstr>
      <vt:lpstr>25_Office 테마</vt:lpstr>
      <vt:lpstr>32_Office 테마</vt:lpstr>
      <vt:lpstr>Office 테마</vt:lpstr>
      <vt:lpstr>39_Office 테마</vt:lpstr>
      <vt:lpstr>think-cell 슬라이드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전 승엽</dc:creator>
  <cp:lastModifiedBy>user</cp:lastModifiedBy>
  <cp:revision>371</cp:revision>
  <dcterms:created xsi:type="dcterms:W3CDTF">2022-10-04T10:11:32Z</dcterms:created>
  <dcterms:modified xsi:type="dcterms:W3CDTF">2025-08-05T03:32:02Z</dcterms:modified>
</cp:coreProperties>
</file>